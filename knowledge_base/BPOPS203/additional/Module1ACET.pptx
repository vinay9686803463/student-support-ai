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8" r:id="rId1"/>
  </p:sldMasterIdLst>
  <p:notesMasterIdLst>
    <p:notesMasterId r:id="rId140"/>
  </p:notesMasterIdLst>
  <p:sldIdLst>
    <p:sldId id="256" r:id="rId2"/>
    <p:sldId id="257" r:id="rId3"/>
    <p:sldId id="258" r:id="rId4"/>
    <p:sldId id="259" r:id="rId5"/>
    <p:sldId id="283" r:id="rId6"/>
    <p:sldId id="399" r:id="rId7"/>
    <p:sldId id="400" r:id="rId8"/>
    <p:sldId id="401" r:id="rId9"/>
    <p:sldId id="402" r:id="rId10"/>
    <p:sldId id="395" r:id="rId11"/>
    <p:sldId id="396" r:id="rId12"/>
    <p:sldId id="397" r:id="rId13"/>
    <p:sldId id="398" r:id="rId14"/>
    <p:sldId id="285" r:id="rId15"/>
    <p:sldId id="286" r:id="rId16"/>
    <p:sldId id="287" r:id="rId17"/>
    <p:sldId id="288"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92" r:id="rId82"/>
    <p:sldId id="393" r:id="rId83"/>
    <p:sldId id="336" r:id="rId84"/>
    <p:sldId id="337" r:id="rId85"/>
    <p:sldId id="338" r:id="rId86"/>
    <p:sldId id="339" r:id="rId87"/>
    <p:sldId id="340" r:id="rId88"/>
    <p:sldId id="341" r:id="rId89"/>
    <p:sldId id="39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94660"/>
  </p:normalViewPr>
  <p:slideViewPr>
    <p:cSldViewPr>
      <p:cViewPr>
        <p:scale>
          <a:sx n="50" d="100"/>
          <a:sy n="50" d="100"/>
        </p:scale>
        <p:origin x="19" y="653"/>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4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 userId="9f0e804ec5dcdceb" providerId="LiveId" clId="{419563DB-DE93-4C3F-944F-4595F3BE9B06}"/>
    <pc:docChg chg="undo redo custSel modSld">
      <pc:chgData name="Vinay S" userId="9f0e804ec5dcdceb" providerId="LiveId" clId="{419563DB-DE93-4C3F-944F-4595F3BE9B06}" dt="2025-08-06T08:12:00.010" v="61" actId="14100"/>
      <pc:docMkLst>
        <pc:docMk/>
      </pc:docMkLst>
      <pc:sldChg chg="modSp mod">
        <pc:chgData name="Vinay S" userId="9f0e804ec5dcdceb" providerId="LiveId" clId="{419563DB-DE93-4C3F-944F-4595F3BE9B06}" dt="2025-08-06T06:52:06.562" v="3" actId="1076"/>
        <pc:sldMkLst>
          <pc:docMk/>
          <pc:sldMk cId="0" sldId="293"/>
        </pc:sldMkLst>
        <pc:grpChg chg="mod">
          <ac:chgData name="Vinay S" userId="9f0e804ec5dcdceb" providerId="LiveId" clId="{419563DB-DE93-4C3F-944F-4595F3BE9B06}" dt="2025-08-06T06:52:06.562" v="3" actId="1076"/>
          <ac:grpSpMkLst>
            <pc:docMk/>
            <pc:sldMk cId="0" sldId="293"/>
            <ac:grpSpMk id="8" creationId="{00000000-0000-0000-0000-000000000000}"/>
          </ac:grpSpMkLst>
        </pc:grpChg>
      </pc:sldChg>
      <pc:sldChg chg="modSp mod">
        <pc:chgData name="Vinay S" userId="9f0e804ec5dcdceb" providerId="LiveId" clId="{419563DB-DE93-4C3F-944F-4595F3BE9B06}" dt="2025-08-06T08:11:48.850" v="58" actId="1076"/>
        <pc:sldMkLst>
          <pc:docMk/>
          <pc:sldMk cId="0" sldId="330"/>
        </pc:sldMkLst>
        <pc:spChg chg="mod">
          <ac:chgData name="Vinay S" userId="9f0e804ec5dcdceb" providerId="LiveId" clId="{419563DB-DE93-4C3F-944F-4595F3BE9B06}" dt="2025-08-06T08:11:48.850" v="58" actId="1076"/>
          <ac:spMkLst>
            <pc:docMk/>
            <pc:sldMk cId="0" sldId="330"/>
            <ac:spMk id="2" creationId="{00000000-0000-0000-0000-000000000000}"/>
          </ac:spMkLst>
        </pc:spChg>
        <pc:graphicFrameChg chg="mod modGraphic">
          <ac:chgData name="Vinay S" userId="9f0e804ec5dcdceb" providerId="LiveId" clId="{419563DB-DE93-4C3F-944F-4595F3BE9B06}" dt="2025-08-06T08:01:48.224" v="11" actId="1076"/>
          <ac:graphicFrameMkLst>
            <pc:docMk/>
            <pc:sldMk cId="0" sldId="330"/>
            <ac:graphicFrameMk id="4" creationId="{00000000-0000-0000-0000-000000000000}"/>
          </ac:graphicFrameMkLst>
        </pc:graphicFrameChg>
      </pc:sldChg>
      <pc:sldChg chg="modSp mod">
        <pc:chgData name="Vinay S" userId="9f0e804ec5dcdceb" providerId="LiveId" clId="{419563DB-DE93-4C3F-944F-4595F3BE9B06}" dt="2025-08-06T08:12:00.010" v="61" actId="14100"/>
        <pc:sldMkLst>
          <pc:docMk/>
          <pc:sldMk cId="0" sldId="350"/>
        </pc:sldMkLst>
        <pc:spChg chg="mod">
          <ac:chgData name="Vinay S" userId="9f0e804ec5dcdceb" providerId="LiveId" clId="{419563DB-DE93-4C3F-944F-4595F3BE9B06}" dt="2025-08-06T08:12:00.010" v="61" actId="14100"/>
          <ac:spMkLst>
            <pc:docMk/>
            <pc:sldMk cId="0" sldId="35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496DF42-4EC8-401B-BE95-02CE554FCF55}" type="datetimeFigureOut">
              <a:rPr lang="en-IN" smtClean="0"/>
              <a:t>06-08-2025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AC3A9AD-6D33-4DA4-A254-1D92D05DC438}" type="slidenum">
              <a:rPr lang="en-IN" smtClean="0"/>
              <a:t>‹#›</a:t>
            </a:fld>
            <a:endParaRPr lang="en-IN"/>
          </a:p>
        </p:txBody>
      </p:sp>
    </p:spTree>
    <p:extLst>
      <p:ext uri="{BB962C8B-B14F-4D97-AF65-F5344CB8AC3E}">
        <p14:creationId xmlns:p14="http://schemas.microsoft.com/office/powerpoint/2010/main" val="2577481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C3A9AD-6D33-4DA4-A254-1D92D05DC438}" type="slidenum">
              <a:rPr lang="en-IN" smtClean="0"/>
              <a:t>1</a:t>
            </a:fld>
            <a:endParaRPr lang="en-IN"/>
          </a:p>
        </p:txBody>
      </p:sp>
    </p:spTree>
    <p:extLst>
      <p:ext uri="{BB962C8B-B14F-4D97-AF65-F5344CB8AC3E}">
        <p14:creationId xmlns:p14="http://schemas.microsoft.com/office/powerpoint/2010/main" val="1324249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C3A9AD-6D33-4DA4-A254-1D92D05DC438}" type="slidenum">
              <a:rPr lang="en-IN" smtClean="0"/>
              <a:t>13</a:t>
            </a:fld>
            <a:endParaRPr lang="en-IN"/>
          </a:p>
        </p:txBody>
      </p:sp>
    </p:spTree>
    <p:extLst>
      <p:ext uri="{BB962C8B-B14F-4D97-AF65-F5344CB8AC3E}">
        <p14:creationId xmlns:p14="http://schemas.microsoft.com/office/powerpoint/2010/main" val="2144505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29253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28873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14012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79259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8/6/2025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92915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58336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t>8/6/2025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455101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7023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90755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0680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6793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12764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68247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06855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99887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46872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33387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C00000"/>
                </a:solidFill>
                <a:latin typeface="Franklin Gothic Medium"/>
                <a:cs typeface="Franklin Gothic Medium"/>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Franklin Gothic Medium"/>
                <a:cs typeface="Franklin Gothic Medium"/>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7394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C00000"/>
                </a:solidFill>
                <a:latin typeface="Franklin Gothic Medium"/>
                <a:cs typeface="Franklin Gothic Medium"/>
              </a:defRPr>
            </a:lvl1pPr>
          </a:lstStyle>
          <a:p>
            <a:endParaRPr/>
          </a:p>
        </p:txBody>
      </p:sp>
      <p:sp>
        <p:nvSpPr>
          <p:cNvPr id="3" name="Holder 3"/>
          <p:cNvSpPr>
            <a:spLocks noGrp="1"/>
          </p:cNvSpPr>
          <p:nvPr>
            <p:ph sz="half" idx="2"/>
          </p:nvPr>
        </p:nvSpPr>
        <p:spPr>
          <a:xfrm>
            <a:off x="638555" y="1322832"/>
            <a:ext cx="4966970" cy="465328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173851" y="1275105"/>
            <a:ext cx="2755900" cy="3546475"/>
          </a:xfrm>
          <a:prstGeom prst="rect">
            <a:avLst/>
          </a:prstGeom>
        </p:spPr>
        <p:txBody>
          <a:bodyPr wrap="square" lIns="0" tIns="0" rIns="0" bIns="0">
            <a:spAutoFit/>
          </a:bodyPr>
          <a:lstStyle>
            <a:lvl1pPr>
              <a:defRPr sz="2200" b="0" i="0">
                <a:solidFill>
                  <a:schemeClr val="tx1"/>
                </a:solidFill>
                <a:latin typeface="Franklin Gothic Medium"/>
                <a:cs typeface="Franklin Gothic Medium"/>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13802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D8BD707-D9CF-40AE-B4C6-C98DA3205C09}" type="datetimeFigureOut">
              <a:rPr lang="en-US" smtClean="0"/>
              <a:t>8/6/2025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04137760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9.xml"/><Relationship Id="rId5" Type="http://schemas.openxmlformats.org/officeDocument/2006/relationships/image" Target="../media/image7.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18.xml"/><Relationship Id="rId6" Type="http://schemas.openxmlformats.org/officeDocument/2006/relationships/image" Target="../media/image15.png"/><Relationship Id="rId11" Type="http://schemas.openxmlformats.org/officeDocument/2006/relationships/image" Target="../media/image1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image" Target="../media/image34.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18.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07008" y="4343400"/>
            <a:ext cx="9875520" cy="0"/>
          </a:xfrm>
          <a:custGeom>
            <a:avLst/>
            <a:gdLst/>
            <a:ahLst/>
            <a:cxnLst/>
            <a:rect l="l" t="t" r="r" b="b"/>
            <a:pathLst>
              <a:path w="9875520">
                <a:moveTo>
                  <a:pt x="0" y="0"/>
                </a:moveTo>
                <a:lnTo>
                  <a:pt x="9875520" y="0"/>
                </a:lnTo>
              </a:path>
            </a:pathLst>
          </a:custGeom>
          <a:ln w="6350">
            <a:solidFill>
              <a:srgbClr val="7E7E7E"/>
            </a:solidFill>
          </a:ln>
        </p:spPr>
        <p:txBody>
          <a:bodyPr wrap="square" lIns="0" tIns="0" rIns="0" bIns="0" rtlCol="0"/>
          <a:lstStyle/>
          <a:p>
            <a:endParaRPr dirty="0"/>
          </a:p>
        </p:txBody>
      </p:sp>
      <p:sp>
        <p:nvSpPr>
          <p:cNvPr id="3" name="object 3"/>
          <p:cNvSpPr txBox="1"/>
          <p:nvPr/>
        </p:nvSpPr>
        <p:spPr>
          <a:xfrm>
            <a:off x="1207008" y="2082978"/>
            <a:ext cx="7131939" cy="1786899"/>
          </a:xfrm>
          <a:prstGeom prst="rect">
            <a:avLst/>
          </a:prstGeom>
        </p:spPr>
        <p:txBody>
          <a:bodyPr vert="horz" wrap="square" lIns="0" tIns="185420" rIns="0" bIns="0" rtlCol="0">
            <a:spAutoFit/>
          </a:bodyPr>
          <a:lstStyle/>
          <a:p>
            <a:pPr algn="ctr">
              <a:lnSpc>
                <a:spcPct val="100000"/>
              </a:lnSpc>
              <a:spcBef>
                <a:spcPts val="1460"/>
              </a:spcBef>
            </a:pPr>
            <a:r>
              <a:rPr sz="2400" dirty="0">
                <a:solidFill>
                  <a:srgbClr val="000099"/>
                </a:solidFill>
                <a:latin typeface="Franklin Gothic Medium"/>
                <a:cs typeface="Franklin Gothic Medium"/>
              </a:rPr>
              <a:t>I</a:t>
            </a:r>
            <a:r>
              <a:rPr lang="en-IN" sz="2400" spc="-7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Semester</a:t>
            </a:r>
            <a:endParaRPr sz="2400" dirty="0">
              <a:latin typeface="Franklin Gothic Medium"/>
              <a:cs typeface="Franklin Gothic Medium"/>
            </a:endParaRPr>
          </a:p>
          <a:p>
            <a:pPr marL="12700" marR="5080" algn="ctr">
              <a:lnSpc>
                <a:spcPts val="5040"/>
              </a:lnSpc>
              <a:spcBef>
                <a:spcPts val="150"/>
              </a:spcBef>
            </a:pPr>
            <a:r>
              <a:rPr lang="en-US" sz="2800" spc="-5" dirty="0">
                <a:solidFill>
                  <a:srgbClr val="C00000"/>
                </a:solidFill>
                <a:latin typeface="Franklin Gothic Medium"/>
                <a:cs typeface="Franklin Gothic Medium"/>
              </a:rPr>
              <a:t>Principles of </a:t>
            </a:r>
            <a:r>
              <a:rPr sz="2800" spc="-40" dirty="0">
                <a:solidFill>
                  <a:srgbClr val="C00000"/>
                </a:solidFill>
                <a:latin typeface="Franklin Gothic Medium"/>
                <a:cs typeface="Franklin Gothic Medium"/>
              </a:rPr>
              <a:t> </a:t>
            </a:r>
            <a:r>
              <a:rPr sz="2800" spc="-5" dirty="0">
                <a:solidFill>
                  <a:srgbClr val="C00000"/>
                </a:solidFill>
                <a:latin typeface="Franklin Gothic Medium"/>
                <a:cs typeface="Franklin Gothic Medium"/>
              </a:rPr>
              <a:t>Programming</a:t>
            </a:r>
            <a:r>
              <a:rPr lang="en-US" sz="2800" spc="-5" dirty="0">
                <a:solidFill>
                  <a:srgbClr val="C00000"/>
                </a:solidFill>
                <a:latin typeface="Franklin Gothic Medium"/>
                <a:cs typeface="Franklin Gothic Medium"/>
              </a:rPr>
              <a:t> using C</a:t>
            </a:r>
            <a:r>
              <a:rPr lang="en-IN" sz="2800" spc="-5" dirty="0">
                <a:solidFill>
                  <a:srgbClr val="C00000"/>
                </a:solidFill>
                <a:latin typeface="Franklin Gothic Medium"/>
                <a:cs typeface="Franklin Gothic Medium"/>
              </a:rPr>
              <a:t>(Integrated)</a:t>
            </a:r>
            <a:r>
              <a:rPr sz="2800" spc="-5" dirty="0">
                <a:solidFill>
                  <a:srgbClr val="C00000"/>
                </a:solidFill>
                <a:latin typeface="Franklin Gothic Medium"/>
                <a:cs typeface="Franklin Gothic Medium"/>
              </a:rPr>
              <a:t> </a:t>
            </a:r>
            <a:r>
              <a:rPr sz="2800" spc="-685" dirty="0">
                <a:solidFill>
                  <a:srgbClr val="C00000"/>
                </a:solidFill>
                <a:latin typeface="Franklin Gothic Medium"/>
                <a:cs typeface="Franklin Gothic Medium"/>
              </a:rPr>
              <a:t> </a:t>
            </a:r>
            <a:r>
              <a:rPr lang="en-US" sz="2800" spc="-10" dirty="0">
                <a:solidFill>
                  <a:srgbClr val="C00000"/>
                </a:solidFill>
                <a:latin typeface="Franklin Gothic Medium"/>
                <a:cs typeface="Franklin Gothic Medium"/>
              </a:rPr>
              <a:t>BPOPS103/203</a:t>
            </a:r>
            <a:endParaRPr sz="2800" dirty="0">
              <a:latin typeface="Franklin Gothic Medium"/>
              <a:cs typeface="Franklin Gothic Medium"/>
            </a:endParaRPr>
          </a:p>
        </p:txBody>
      </p:sp>
      <p:sp>
        <p:nvSpPr>
          <p:cNvPr id="4" name="object 4"/>
          <p:cNvSpPr txBox="1"/>
          <p:nvPr/>
        </p:nvSpPr>
        <p:spPr>
          <a:xfrm>
            <a:off x="4373117" y="4479416"/>
            <a:ext cx="3446145" cy="1053109"/>
          </a:xfrm>
          <a:prstGeom prst="rect">
            <a:avLst/>
          </a:prstGeom>
        </p:spPr>
        <p:txBody>
          <a:bodyPr vert="horz" wrap="square" lIns="0" tIns="12700" rIns="0" bIns="0" rtlCol="0">
            <a:spAutoFit/>
          </a:bodyPr>
          <a:lstStyle/>
          <a:p>
            <a:pPr marL="12700" marR="5080" indent="1097280">
              <a:lnSpc>
                <a:spcPct val="150000"/>
              </a:lnSpc>
              <a:spcBef>
                <a:spcPts val="100"/>
              </a:spcBef>
            </a:pPr>
            <a:r>
              <a:rPr sz="2400" spc="5" dirty="0">
                <a:solidFill>
                  <a:srgbClr val="C00000"/>
                </a:solidFill>
                <a:latin typeface="Franklin Gothic Medium"/>
                <a:cs typeface="Franklin Gothic Medium"/>
              </a:rPr>
              <a:t>Module </a:t>
            </a:r>
            <a:r>
              <a:rPr sz="2400" dirty="0">
                <a:solidFill>
                  <a:srgbClr val="C00000"/>
                </a:solidFill>
                <a:latin typeface="Franklin Gothic Medium"/>
                <a:cs typeface="Franklin Gothic Medium"/>
              </a:rPr>
              <a:t>1 </a:t>
            </a:r>
            <a:r>
              <a:rPr sz="2400" spc="5" dirty="0">
                <a:solidFill>
                  <a:srgbClr val="C00000"/>
                </a:solidFill>
                <a:latin typeface="Franklin Gothic Medium"/>
                <a:cs typeface="Franklin Gothic Medium"/>
              </a:rPr>
              <a:t> </a:t>
            </a:r>
            <a:r>
              <a:rPr sz="2400" dirty="0">
                <a:solidFill>
                  <a:srgbClr val="000099"/>
                </a:solidFill>
                <a:latin typeface="Franklin Gothic Medium"/>
                <a:cs typeface="Franklin Gothic Medium"/>
              </a:rPr>
              <a:t>Introduction</a:t>
            </a:r>
            <a:r>
              <a:rPr sz="2400" spc="-45" dirty="0">
                <a:solidFill>
                  <a:srgbClr val="000099"/>
                </a:solidFill>
                <a:latin typeface="Franklin Gothic Medium"/>
                <a:cs typeface="Franklin Gothic Medium"/>
              </a:rPr>
              <a:t> </a:t>
            </a:r>
            <a:r>
              <a:rPr lang="en-IN" sz="2400" spc="-25" dirty="0">
                <a:solidFill>
                  <a:srgbClr val="000099"/>
                </a:solidFill>
                <a:latin typeface="Franklin Gothic Medium"/>
                <a:cs typeface="Franklin Gothic Medium"/>
              </a:rPr>
              <a:t>To</a:t>
            </a:r>
            <a:r>
              <a:rPr lang="en-US" sz="2400" spc="-25" dirty="0">
                <a:solidFill>
                  <a:srgbClr val="000099"/>
                </a:solidFill>
                <a:latin typeface="Franklin Gothic Medium"/>
                <a:cs typeface="Franklin Gothic Medium"/>
              </a:rPr>
              <a:t> C</a:t>
            </a:r>
            <a:endParaRPr sz="2400" dirty="0">
              <a:latin typeface="Franklin Gothic Medium"/>
              <a:cs typeface="Franklin Gothic Medium"/>
            </a:endParaRPr>
          </a:p>
        </p:txBody>
      </p:sp>
      <p:sp>
        <p:nvSpPr>
          <p:cNvPr id="5" name="object 5"/>
          <p:cNvSpPr txBox="1"/>
          <p:nvPr/>
        </p:nvSpPr>
        <p:spPr>
          <a:xfrm>
            <a:off x="407922" y="5183251"/>
            <a:ext cx="1801877" cy="1009892"/>
          </a:xfrm>
          <a:prstGeom prst="rect">
            <a:avLst/>
          </a:prstGeom>
        </p:spPr>
        <p:txBody>
          <a:bodyPr vert="horz" wrap="square" lIns="0" tIns="12065" rIns="0" bIns="0" rtlCol="0">
            <a:spAutoFit/>
          </a:bodyPr>
          <a:lstStyle/>
          <a:p>
            <a:pPr marL="12700" marR="5080">
              <a:lnSpc>
                <a:spcPct val="100000"/>
              </a:lnSpc>
              <a:spcBef>
                <a:spcPts val="95"/>
              </a:spcBef>
            </a:pPr>
            <a:r>
              <a:rPr sz="1600" spc="5" dirty="0">
                <a:solidFill>
                  <a:srgbClr val="7E7E7E"/>
                </a:solidFill>
                <a:latin typeface="Franklin Gothic Medium"/>
                <a:cs typeface="Franklin Gothic Medium"/>
              </a:rPr>
              <a:t>Course </a:t>
            </a:r>
            <a:r>
              <a:rPr sz="1600" spc="-5" dirty="0">
                <a:solidFill>
                  <a:srgbClr val="7E7E7E"/>
                </a:solidFill>
                <a:latin typeface="Franklin Gothic Medium"/>
                <a:cs typeface="Franklin Gothic Medium"/>
              </a:rPr>
              <a:t>Instructor </a:t>
            </a:r>
            <a:r>
              <a:rPr sz="1600" dirty="0">
                <a:solidFill>
                  <a:srgbClr val="7E7E7E"/>
                </a:solidFill>
                <a:latin typeface="Franklin Gothic Medium"/>
                <a:cs typeface="Franklin Gothic Medium"/>
              </a:rPr>
              <a:t> </a:t>
            </a:r>
            <a:r>
              <a:rPr sz="1600" spc="10" dirty="0" err="1">
                <a:solidFill>
                  <a:srgbClr val="C00000"/>
                </a:solidFill>
                <a:latin typeface="Franklin Gothic Medium"/>
                <a:cs typeface="Franklin Gothic Medium"/>
              </a:rPr>
              <a:t>Mr</a:t>
            </a:r>
            <a:r>
              <a:rPr lang="en-US" sz="1600" spc="10" dirty="0" err="1">
                <a:solidFill>
                  <a:srgbClr val="C00000"/>
                </a:solidFill>
                <a:latin typeface="Franklin Gothic Medium"/>
                <a:cs typeface="Franklin Gothic Medium"/>
              </a:rPr>
              <a:t>.Naveen</a:t>
            </a:r>
            <a:r>
              <a:rPr lang="en-US" sz="1600" spc="10" dirty="0">
                <a:solidFill>
                  <a:srgbClr val="C00000"/>
                </a:solidFill>
                <a:latin typeface="Franklin Gothic Medium"/>
                <a:cs typeface="Franklin Gothic Medium"/>
              </a:rPr>
              <a:t> Kumar C</a:t>
            </a:r>
            <a:r>
              <a:rPr sz="1600" dirty="0">
                <a:solidFill>
                  <a:srgbClr val="C00000"/>
                </a:solidFill>
                <a:latin typeface="Franklin Gothic Medium"/>
                <a:cs typeface="Franklin Gothic Medium"/>
              </a:rPr>
              <a:t> </a:t>
            </a:r>
            <a:r>
              <a:rPr sz="1600" spc="-385" dirty="0">
                <a:solidFill>
                  <a:srgbClr val="C00000"/>
                </a:solidFill>
                <a:latin typeface="Franklin Gothic Medium"/>
                <a:cs typeface="Franklin Gothic Medium"/>
              </a:rPr>
              <a:t> </a:t>
            </a:r>
            <a:r>
              <a:rPr sz="1600" spc="-10" dirty="0">
                <a:solidFill>
                  <a:srgbClr val="7E7E7E"/>
                </a:solidFill>
                <a:latin typeface="Franklin Gothic Medium"/>
                <a:cs typeface="Franklin Gothic Medium"/>
              </a:rPr>
              <a:t> Professor </a:t>
            </a:r>
            <a:r>
              <a:rPr sz="1600" spc="-5" dirty="0">
                <a:solidFill>
                  <a:srgbClr val="7E7E7E"/>
                </a:solidFill>
                <a:latin typeface="Franklin Gothic Medium"/>
                <a:cs typeface="Franklin Gothic Medium"/>
              </a:rPr>
              <a:t> </a:t>
            </a:r>
            <a:r>
              <a:rPr lang="en-US" sz="1600" spc="-10" dirty="0">
                <a:solidFill>
                  <a:srgbClr val="7E7E7E"/>
                </a:solidFill>
                <a:latin typeface="Franklin Gothic Medium"/>
                <a:cs typeface="Franklin Gothic Medium"/>
              </a:rPr>
              <a:t>and Head</a:t>
            </a:r>
          </a:p>
          <a:p>
            <a:pPr marL="12700" marR="5080">
              <a:lnSpc>
                <a:spcPct val="100000"/>
              </a:lnSpc>
              <a:spcBef>
                <a:spcPts val="95"/>
              </a:spcBef>
            </a:pPr>
            <a:r>
              <a:rPr lang="en-US" sz="1600" spc="-10" dirty="0">
                <a:solidFill>
                  <a:srgbClr val="7E7E7E"/>
                </a:solidFill>
                <a:latin typeface="Franklin Gothic Medium"/>
                <a:cs typeface="Franklin Gothic Medium"/>
              </a:rPr>
              <a:t>Department of CSE</a:t>
            </a:r>
            <a:endParaRPr sz="1600" dirty="0">
              <a:latin typeface="Franklin Gothic Medium"/>
              <a:cs typeface="Franklin Goth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99026" y="277822"/>
            <a:ext cx="3393440" cy="758190"/>
          </a:xfrm>
          <a:prstGeom prst="rect">
            <a:avLst/>
          </a:prstGeom>
        </p:spPr>
        <p:txBody>
          <a:bodyPr vert="horz" wrap="square" lIns="0" tIns="84455" rIns="0" bIns="0" rtlCol="0">
            <a:spAutoFit/>
          </a:bodyPr>
          <a:lstStyle/>
          <a:p>
            <a:pPr algn="ctr">
              <a:lnSpc>
                <a:spcPct val="100000"/>
              </a:lnSpc>
              <a:spcBef>
                <a:spcPts val="665"/>
              </a:spcBef>
            </a:pPr>
            <a:r>
              <a:rPr sz="1800" dirty="0">
                <a:solidFill>
                  <a:srgbClr val="C00000"/>
                </a:solidFill>
                <a:latin typeface="Franklin Gothic Medium"/>
                <a:cs typeface="Franklin Gothic Medium"/>
              </a:rPr>
              <a:t>Module</a:t>
            </a:r>
            <a:r>
              <a:rPr sz="1800" spc="-6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1</a:t>
            </a:r>
            <a:endParaRPr sz="1800">
              <a:latin typeface="Franklin Gothic Medium"/>
              <a:cs typeface="Franklin Gothic Medium"/>
            </a:endParaRPr>
          </a:p>
          <a:p>
            <a:pPr algn="ctr">
              <a:lnSpc>
                <a:spcPct val="100000"/>
              </a:lnSpc>
              <a:spcBef>
                <a:spcPts val="640"/>
              </a:spcBef>
            </a:pPr>
            <a:r>
              <a:rPr sz="2000" dirty="0">
                <a:solidFill>
                  <a:srgbClr val="000099"/>
                </a:solidFill>
                <a:latin typeface="Franklin Gothic Medium"/>
                <a:cs typeface="Franklin Gothic Medium"/>
              </a:rPr>
              <a:t>Introduction</a:t>
            </a:r>
            <a:r>
              <a:rPr sz="2000" spc="-45" dirty="0">
                <a:solidFill>
                  <a:srgbClr val="000099"/>
                </a:solidFill>
                <a:latin typeface="Franklin Gothic Medium"/>
                <a:cs typeface="Franklin Gothic Medium"/>
              </a:rPr>
              <a:t> </a:t>
            </a:r>
            <a:r>
              <a:rPr sz="2000" spc="-10" dirty="0">
                <a:solidFill>
                  <a:srgbClr val="000099"/>
                </a:solidFill>
                <a:latin typeface="Franklin Gothic Medium"/>
                <a:cs typeface="Franklin Gothic Medium"/>
              </a:rPr>
              <a:t>to </a:t>
            </a:r>
            <a:r>
              <a:rPr sz="2000" dirty="0">
                <a:solidFill>
                  <a:srgbClr val="000099"/>
                </a:solidFill>
                <a:latin typeface="Franklin Gothic Medium"/>
                <a:cs typeface="Franklin Gothic Medium"/>
              </a:rPr>
              <a:t>C</a:t>
            </a:r>
            <a:r>
              <a:rPr sz="2000" spc="-15"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Programming</a:t>
            </a:r>
            <a:endParaRPr sz="2000">
              <a:latin typeface="Franklin Gothic Medium"/>
              <a:cs typeface="Franklin Gothic Medium"/>
            </a:endParaRPr>
          </a:p>
        </p:txBody>
      </p:sp>
      <p:sp>
        <p:nvSpPr>
          <p:cNvPr id="3" name="object 3"/>
          <p:cNvSpPr txBox="1"/>
          <p:nvPr/>
        </p:nvSpPr>
        <p:spPr>
          <a:xfrm>
            <a:off x="429869" y="1386585"/>
            <a:ext cx="11334750" cy="3832909"/>
          </a:xfrm>
          <a:prstGeom prst="rect">
            <a:avLst/>
          </a:prstGeom>
        </p:spPr>
        <p:txBody>
          <a:bodyPr vert="horz" wrap="square" lIns="0" tIns="12700" rIns="0" bIns="0" rtlCol="0">
            <a:spAutoFit/>
          </a:bodyPr>
          <a:lstStyle/>
          <a:p>
            <a:pPr marL="12700" marR="6985">
              <a:lnSpc>
                <a:spcPct val="138900"/>
              </a:lnSpc>
              <a:spcBef>
                <a:spcPts val="100"/>
              </a:spcBef>
              <a:tabLst>
                <a:tab pos="1094740" algn="l"/>
                <a:tab pos="1692275" algn="l"/>
                <a:tab pos="2421890" algn="l"/>
                <a:tab pos="3679825" algn="l"/>
                <a:tab pos="3999865" algn="l"/>
                <a:tab pos="5081905" algn="l"/>
                <a:tab pos="6151880" algn="l"/>
                <a:tab pos="6922770" algn="l"/>
                <a:tab pos="7240270" algn="l"/>
                <a:tab pos="9267190" algn="l"/>
                <a:tab pos="10288905" algn="l"/>
              </a:tabLst>
            </a:pPr>
            <a:r>
              <a:rPr sz="1800" dirty="0">
                <a:solidFill>
                  <a:srgbClr val="C00000"/>
                </a:solidFill>
                <a:latin typeface="Franklin Gothic Medium"/>
                <a:cs typeface="Franklin Gothic Medium"/>
              </a:rPr>
              <a:t>Introduction </a:t>
            </a:r>
            <a:r>
              <a:rPr sz="1800" spc="-15" dirty="0">
                <a:solidFill>
                  <a:srgbClr val="C00000"/>
                </a:solidFill>
                <a:latin typeface="Franklin Gothic Medium"/>
                <a:cs typeface="Franklin Gothic Medium"/>
              </a:rPr>
              <a:t>to </a:t>
            </a:r>
            <a:r>
              <a:rPr sz="1800" dirty="0">
                <a:solidFill>
                  <a:srgbClr val="C00000"/>
                </a:solidFill>
                <a:latin typeface="Franklin Gothic Medium"/>
                <a:cs typeface="Franklin Gothic Medium"/>
              </a:rPr>
              <a:t>Computing: </a:t>
            </a:r>
            <a:r>
              <a:rPr sz="1800" spc="-5" dirty="0">
                <a:latin typeface="Franklin Gothic Medium"/>
                <a:cs typeface="Franklin Gothic Medium"/>
              </a:rPr>
              <a:t>Introduction, </a:t>
            </a:r>
            <a:r>
              <a:rPr sz="1800" spc="10" dirty="0">
                <a:latin typeface="Franklin Gothic Medium"/>
                <a:cs typeface="Franklin Gothic Medium"/>
              </a:rPr>
              <a:t>Art </a:t>
            </a:r>
            <a:r>
              <a:rPr sz="1800" spc="-5" dirty="0">
                <a:latin typeface="Franklin Gothic Medium"/>
                <a:cs typeface="Franklin Gothic Medium"/>
              </a:rPr>
              <a:t>of Programming through </a:t>
            </a:r>
            <a:r>
              <a:rPr sz="1800" dirty="0">
                <a:latin typeface="Franklin Gothic Medium"/>
                <a:cs typeface="Franklin Gothic Medium"/>
              </a:rPr>
              <a:t>Algorithms and Flowcharts</a:t>
            </a:r>
            <a:r>
              <a:rPr lang="en-US" sz="1800" dirty="0">
                <a:latin typeface="Franklin Gothic Medium"/>
                <a:cs typeface="Franklin Gothic Medium"/>
              </a:rPr>
              <a:t>, </a:t>
            </a:r>
            <a:r>
              <a:rPr sz="1800" spc="-5" dirty="0">
                <a:latin typeface="Franklin Gothic Medium"/>
                <a:cs typeface="Franklin Gothic Medium"/>
              </a:rPr>
              <a:t>Basic</a:t>
            </a:r>
            <a:r>
              <a:rPr sz="1800" spc="-10" dirty="0">
                <a:latin typeface="Franklin Gothic Medium"/>
                <a:cs typeface="Franklin Gothic Medium"/>
              </a:rPr>
              <a:t> </a:t>
            </a:r>
            <a:r>
              <a:rPr sz="1800" spc="-5" dirty="0">
                <a:latin typeface="Franklin Gothic Medium"/>
                <a:cs typeface="Franklin Gothic Medium"/>
              </a:rPr>
              <a:t>structure</a:t>
            </a:r>
            <a:r>
              <a:rPr sz="1800" spc="10" dirty="0">
                <a:latin typeface="Franklin Gothic Medium"/>
                <a:cs typeface="Franklin Gothic Medium"/>
              </a:rPr>
              <a:t> </a:t>
            </a:r>
            <a:r>
              <a:rPr sz="1800" spc="-5" dirty="0">
                <a:latin typeface="Franklin Gothic Medium"/>
                <a:cs typeface="Franklin Gothic Medium"/>
              </a:rPr>
              <a:t>of</a:t>
            </a:r>
            <a:r>
              <a:rPr sz="1800" spc="-10" dirty="0">
                <a:latin typeface="Franklin Gothic Medium"/>
                <a:cs typeface="Franklin Gothic Medium"/>
              </a:rPr>
              <a:t> </a:t>
            </a:r>
            <a:r>
              <a:rPr sz="1800" dirty="0">
                <a:latin typeface="Franklin Gothic Medium"/>
                <a:cs typeface="Franklin Gothic Medium"/>
              </a:rPr>
              <a:t>C </a:t>
            </a:r>
            <a:r>
              <a:rPr sz="1800" spc="-5" dirty="0">
                <a:latin typeface="Franklin Gothic Medium"/>
                <a:cs typeface="Franklin Gothic Medium"/>
              </a:rPr>
              <a:t>program,</a:t>
            </a:r>
            <a:r>
              <a:rPr sz="1800" spc="10" dirty="0">
                <a:latin typeface="Franklin Gothic Medium"/>
                <a:cs typeface="Franklin Gothic Medium"/>
              </a:rPr>
              <a:t> </a:t>
            </a:r>
            <a:r>
              <a:rPr sz="1800" spc="-10" dirty="0">
                <a:latin typeface="Franklin Gothic Medium"/>
                <a:cs typeface="Franklin Gothic Medium"/>
              </a:rPr>
              <a:t>executing</a:t>
            </a:r>
            <a:r>
              <a:rPr sz="1800" spc="25" dirty="0">
                <a:latin typeface="Franklin Gothic Medium"/>
                <a:cs typeface="Franklin Gothic Medium"/>
              </a:rPr>
              <a:t> </a:t>
            </a:r>
            <a:r>
              <a:rPr sz="1800" dirty="0">
                <a:latin typeface="Franklin Gothic Medium"/>
                <a:cs typeface="Franklin Gothic Medium"/>
              </a:rPr>
              <a:t>a</a:t>
            </a:r>
            <a:r>
              <a:rPr sz="1800" spc="10" dirty="0">
                <a:latin typeface="Franklin Gothic Medium"/>
                <a:cs typeface="Franklin Gothic Medium"/>
              </a:rPr>
              <a:t> </a:t>
            </a:r>
            <a:r>
              <a:rPr sz="1800" dirty="0">
                <a:latin typeface="Franklin Gothic Medium"/>
                <a:cs typeface="Franklin Gothic Medium"/>
              </a:rPr>
              <a:t>C </a:t>
            </a:r>
            <a:r>
              <a:rPr sz="1800" spc="-5" dirty="0">
                <a:latin typeface="Franklin Gothic Medium"/>
                <a:cs typeface="Franklin Gothic Medium"/>
              </a:rPr>
              <a:t>program.</a:t>
            </a:r>
            <a:r>
              <a:rPr sz="1800" spc="5" dirty="0">
                <a:latin typeface="Franklin Gothic Medium"/>
                <a:cs typeface="Franklin Gothic Medium"/>
              </a:rPr>
              <a:t> </a:t>
            </a:r>
            <a:endParaRPr lang="en-US" spc="-5" dirty="0">
              <a:solidFill>
                <a:srgbClr val="000099"/>
              </a:solidFill>
              <a:latin typeface="Franklin Gothic Medium"/>
              <a:cs typeface="Franklin Gothic Medium"/>
            </a:endParaRPr>
          </a:p>
          <a:p>
            <a:pPr marL="12700" marR="6985">
              <a:lnSpc>
                <a:spcPct val="138900"/>
              </a:lnSpc>
              <a:spcBef>
                <a:spcPts val="100"/>
              </a:spcBef>
              <a:tabLst>
                <a:tab pos="1094740" algn="l"/>
                <a:tab pos="1692275" algn="l"/>
                <a:tab pos="2421890" algn="l"/>
                <a:tab pos="3679825" algn="l"/>
                <a:tab pos="3999865" algn="l"/>
                <a:tab pos="5081905" algn="l"/>
                <a:tab pos="6151880" algn="l"/>
                <a:tab pos="6922770" algn="l"/>
                <a:tab pos="7240270" algn="l"/>
                <a:tab pos="9267190" algn="l"/>
                <a:tab pos="10288905" algn="l"/>
              </a:tabLst>
            </a:pPr>
            <a:r>
              <a:rPr sz="1800" spc="5" dirty="0">
                <a:solidFill>
                  <a:srgbClr val="000099"/>
                </a:solidFill>
                <a:latin typeface="Franklin Gothic Medium"/>
                <a:cs typeface="Franklin Gothic Medium"/>
              </a:rPr>
              <a:t> </a:t>
            </a:r>
            <a:r>
              <a:rPr sz="1800" spc="10" dirty="0">
                <a:solidFill>
                  <a:srgbClr val="000099"/>
                </a:solidFill>
                <a:latin typeface="Franklin Gothic Medium"/>
                <a:cs typeface="Franklin Gothic Medium"/>
              </a:rPr>
              <a:t> </a:t>
            </a:r>
            <a:r>
              <a:rPr sz="1800" spc="-10" dirty="0">
                <a:solidFill>
                  <a:srgbClr val="C00000"/>
                </a:solidFill>
                <a:latin typeface="Franklin Gothic Medium"/>
                <a:cs typeface="Franklin Gothic Medium"/>
              </a:rPr>
              <a:t>Constants,</a:t>
            </a:r>
            <a:r>
              <a:rPr sz="1800" spc="295" dirty="0">
                <a:solidFill>
                  <a:srgbClr val="C00000"/>
                </a:solidFill>
                <a:latin typeface="Franklin Gothic Medium"/>
                <a:cs typeface="Franklin Gothic Medium"/>
              </a:rPr>
              <a:t> </a:t>
            </a:r>
            <a:r>
              <a:rPr sz="1800" spc="-10" dirty="0">
                <a:solidFill>
                  <a:srgbClr val="C00000"/>
                </a:solidFill>
                <a:latin typeface="Franklin Gothic Medium"/>
                <a:cs typeface="Franklin Gothic Medium"/>
              </a:rPr>
              <a:t>Variable</a:t>
            </a:r>
            <a:r>
              <a:rPr sz="1800" spc="30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and</a:t>
            </a:r>
            <a:r>
              <a:rPr sz="1800" spc="295" dirty="0">
                <a:solidFill>
                  <a:srgbClr val="C00000"/>
                </a:solidFill>
                <a:latin typeface="Franklin Gothic Medium"/>
                <a:cs typeface="Franklin Gothic Medium"/>
              </a:rPr>
              <a:t> </a:t>
            </a:r>
            <a:r>
              <a:rPr sz="1800" dirty="0">
                <a:solidFill>
                  <a:srgbClr val="C00000"/>
                </a:solidFill>
                <a:latin typeface="Franklin Gothic Medium"/>
                <a:cs typeface="Franklin Gothic Medium"/>
              </a:rPr>
              <a:t>Data</a:t>
            </a:r>
            <a:r>
              <a:rPr sz="1800" spc="280" dirty="0">
                <a:solidFill>
                  <a:srgbClr val="C00000"/>
                </a:solidFill>
                <a:latin typeface="Franklin Gothic Medium"/>
                <a:cs typeface="Franklin Gothic Medium"/>
              </a:rPr>
              <a:t> </a:t>
            </a:r>
            <a:r>
              <a:rPr sz="1800" spc="-15" dirty="0">
                <a:solidFill>
                  <a:srgbClr val="C00000"/>
                </a:solidFill>
                <a:latin typeface="Franklin Gothic Medium"/>
                <a:cs typeface="Franklin Gothic Medium"/>
              </a:rPr>
              <a:t>Types:</a:t>
            </a:r>
            <a:r>
              <a:rPr sz="1800" spc="300" dirty="0">
                <a:solidFill>
                  <a:srgbClr val="C00000"/>
                </a:solidFill>
                <a:latin typeface="Franklin Gothic Medium"/>
                <a:cs typeface="Franklin Gothic Medium"/>
              </a:rPr>
              <a:t> </a:t>
            </a:r>
            <a:r>
              <a:rPr sz="1800" spc="-5" dirty="0">
                <a:latin typeface="Franklin Gothic Medium"/>
                <a:cs typeface="Franklin Gothic Medium"/>
              </a:rPr>
              <a:t>Introduction,</a:t>
            </a:r>
            <a:r>
              <a:rPr sz="1800" spc="300" dirty="0">
                <a:latin typeface="Franklin Gothic Medium"/>
                <a:cs typeface="Franklin Gothic Medium"/>
              </a:rPr>
              <a:t> </a:t>
            </a:r>
            <a:r>
              <a:rPr sz="1800" spc="-10" dirty="0">
                <a:latin typeface="Franklin Gothic Medium"/>
                <a:cs typeface="Franklin Gothic Medium"/>
              </a:rPr>
              <a:t>Character</a:t>
            </a:r>
            <a:r>
              <a:rPr sz="1800" spc="305" dirty="0">
                <a:latin typeface="Franklin Gothic Medium"/>
                <a:cs typeface="Franklin Gothic Medium"/>
              </a:rPr>
              <a:t> </a:t>
            </a:r>
            <a:r>
              <a:rPr sz="1800" spc="-5" dirty="0">
                <a:latin typeface="Franklin Gothic Medium"/>
                <a:cs typeface="Franklin Gothic Medium"/>
              </a:rPr>
              <a:t>Set,</a:t>
            </a:r>
            <a:r>
              <a:rPr sz="1800" spc="285" dirty="0">
                <a:latin typeface="Franklin Gothic Medium"/>
                <a:cs typeface="Franklin Gothic Medium"/>
              </a:rPr>
              <a:t> </a:t>
            </a:r>
            <a:r>
              <a:rPr sz="1800" dirty="0">
                <a:latin typeface="Franklin Gothic Medium"/>
                <a:cs typeface="Franklin Gothic Medium"/>
              </a:rPr>
              <a:t>C</a:t>
            </a:r>
            <a:r>
              <a:rPr sz="1800" spc="285" dirty="0">
                <a:latin typeface="Franklin Gothic Medium"/>
                <a:cs typeface="Franklin Gothic Medium"/>
              </a:rPr>
              <a:t> </a:t>
            </a:r>
            <a:r>
              <a:rPr sz="1800" spc="-20" dirty="0">
                <a:latin typeface="Franklin Gothic Medium"/>
                <a:cs typeface="Franklin Gothic Medium"/>
              </a:rPr>
              <a:t>Tokens,</a:t>
            </a:r>
            <a:r>
              <a:rPr sz="1800" spc="305" dirty="0">
                <a:latin typeface="Franklin Gothic Medium"/>
                <a:cs typeface="Franklin Gothic Medium"/>
              </a:rPr>
              <a:t> </a:t>
            </a:r>
            <a:r>
              <a:rPr sz="1800" spc="-15" dirty="0">
                <a:latin typeface="Franklin Gothic Medium"/>
                <a:cs typeface="Franklin Gothic Medium"/>
              </a:rPr>
              <a:t>Keywords</a:t>
            </a:r>
            <a:r>
              <a:rPr sz="1800" spc="295" dirty="0">
                <a:latin typeface="Franklin Gothic Medium"/>
                <a:cs typeface="Franklin Gothic Medium"/>
              </a:rPr>
              <a:t> </a:t>
            </a:r>
            <a:r>
              <a:rPr sz="1800" dirty="0">
                <a:latin typeface="Franklin Gothic Medium"/>
                <a:cs typeface="Franklin Gothic Medium"/>
              </a:rPr>
              <a:t>and</a:t>
            </a:r>
            <a:r>
              <a:rPr sz="1800" spc="280" dirty="0">
                <a:latin typeface="Franklin Gothic Medium"/>
                <a:cs typeface="Franklin Gothic Medium"/>
              </a:rPr>
              <a:t> </a:t>
            </a:r>
            <a:r>
              <a:rPr sz="1800" spc="-5" dirty="0">
                <a:latin typeface="Franklin Gothic Medium"/>
                <a:cs typeface="Franklin Gothic Medium"/>
              </a:rPr>
              <a:t>Identifiers,</a:t>
            </a:r>
            <a:r>
              <a:rPr lang="en-US" sz="1800" spc="-5" dirty="0">
                <a:latin typeface="Franklin Gothic Medium"/>
                <a:cs typeface="Franklin Gothic Medium"/>
              </a:rPr>
              <a:t> </a:t>
            </a:r>
            <a:r>
              <a:rPr sz="1800" spc="-5" dirty="0">
                <a:latin typeface="Franklin Gothic Medium"/>
                <a:cs typeface="Franklin Gothic Medium"/>
              </a:rPr>
              <a:t>Constants, </a:t>
            </a:r>
            <a:r>
              <a:rPr sz="1800" spc="-434" dirty="0">
                <a:latin typeface="Franklin Gothic Medium"/>
                <a:cs typeface="Franklin Gothic Medium"/>
              </a:rPr>
              <a:t> </a:t>
            </a:r>
            <a:r>
              <a:rPr sz="1800" spc="-65" dirty="0">
                <a:latin typeface="Franklin Gothic Medium"/>
                <a:cs typeface="Franklin Gothic Medium"/>
              </a:rPr>
              <a:t>V</a:t>
            </a:r>
            <a:r>
              <a:rPr sz="1800" dirty="0">
                <a:latin typeface="Franklin Gothic Medium"/>
                <a:cs typeface="Franklin Gothic Medium"/>
              </a:rPr>
              <a:t>ariab</a:t>
            </a:r>
            <a:r>
              <a:rPr sz="1800" spc="5" dirty="0">
                <a:latin typeface="Franklin Gothic Medium"/>
                <a:cs typeface="Franklin Gothic Medium"/>
              </a:rPr>
              <a:t>l</a:t>
            </a:r>
            <a:r>
              <a:rPr sz="1800" spc="-5" dirty="0">
                <a:latin typeface="Franklin Gothic Medium"/>
                <a:cs typeface="Franklin Gothic Medium"/>
              </a:rPr>
              <a:t>es</a:t>
            </a:r>
            <a:r>
              <a:rPr sz="1800" dirty="0">
                <a:latin typeface="Franklin Gothic Medium"/>
                <a:cs typeface="Franklin Gothic Medium"/>
              </a:rPr>
              <a:t>,	Da</a:t>
            </a:r>
            <a:r>
              <a:rPr sz="1800" spc="-10" dirty="0">
                <a:latin typeface="Franklin Gothic Medium"/>
                <a:cs typeface="Franklin Gothic Medium"/>
              </a:rPr>
              <a:t>t</a:t>
            </a:r>
            <a:r>
              <a:rPr sz="1800" dirty="0">
                <a:latin typeface="Franklin Gothic Medium"/>
                <a:cs typeface="Franklin Gothic Medium"/>
              </a:rPr>
              <a:t>a	</a:t>
            </a:r>
            <a:r>
              <a:rPr sz="1800" spc="-95" dirty="0">
                <a:latin typeface="Franklin Gothic Medium"/>
                <a:cs typeface="Franklin Gothic Medium"/>
              </a:rPr>
              <a:t>T</a:t>
            </a:r>
            <a:r>
              <a:rPr sz="1800" dirty="0">
                <a:latin typeface="Franklin Gothic Medium"/>
                <a:cs typeface="Franklin Gothic Medium"/>
              </a:rPr>
              <a:t>ypes,	Declarati</a:t>
            </a:r>
            <a:r>
              <a:rPr sz="1800" spc="-5" dirty="0">
                <a:latin typeface="Franklin Gothic Medium"/>
                <a:cs typeface="Franklin Gothic Medium"/>
              </a:rPr>
              <a:t>o</a:t>
            </a:r>
            <a:r>
              <a:rPr sz="1800" dirty="0">
                <a:latin typeface="Franklin Gothic Medium"/>
                <a:cs typeface="Franklin Gothic Medium"/>
              </a:rPr>
              <a:t>n	</a:t>
            </a:r>
            <a:r>
              <a:rPr sz="1800" spc="-5" dirty="0">
                <a:latin typeface="Franklin Gothic Medium"/>
                <a:cs typeface="Franklin Gothic Medium"/>
              </a:rPr>
              <a:t>o</a:t>
            </a:r>
            <a:r>
              <a:rPr sz="1800" dirty="0">
                <a:latin typeface="Franklin Gothic Medium"/>
                <a:cs typeface="Franklin Gothic Medium"/>
              </a:rPr>
              <a:t>f	</a:t>
            </a:r>
            <a:r>
              <a:rPr sz="1800" spc="-65" dirty="0">
                <a:latin typeface="Franklin Gothic Medium"/>
                <a:cs typeface="Franklin Gothic Medium"/>
              </a:rPr>
              <a:t>V</a:t>
            </a:r>
            <a:r>
              <a:rPr sz="1800" dirty="0">
                <a:latin typeface="Franklin Gothic Medium"/>
                <a:cs typeface="Franklin Gothic Medium"/>
              </a:rPr>
              <a:t>ariab</a:t>
            </a:r>
            <a:r>
              <a:rPr sz="1800" spc="5" dirty="0">
                <a:latin typeface="Franklin Gothic Medium"/>
                <a:cs typeface="Franklin Gothic Medium"/>
              </a:rPr>
              <a:t>l</a:t>
            </a:r>
            <a:r>
              <a:rPr sz="1800" spc="-5" dirty="0">
                <a:latin typeface="Franklin Gothic Medium"/>
                <a:cs typeface="Franklin Gothic Medium"/>
              </a:rPr>
              <a:t>es</a:t>
            </a:r>
            <a:r>
              <a:rPr sz="1800" dirty="0">
                <a:latin typeface="Franklin Gothic Medium"/>
                <a:cs typeface="Franklin Gothic Medium"/>
              </a:rPr>
              <a:t>,	A</a:t>
            </a:r>
            <a:r>
              <a:rPr sz="1800" spc="-10" dirty="0">
                <a:latin typeface="Franklin Gothic Medium"/>
                <a:cs typeface="Franklin Gothic Medium"/>
              </a:rPr>
              <a:t>s</a:t>
            </a:r>
            <a:r>
              <a:rPr sz="1800" spc="-5" dirty="0">
                <a:latin typeface="Franklin Gothic Medium"/>
                <a:cs typeface="Franklin Gothic Medium"/>
              </a:rPr>
              <a:t>si</a:t>
            </a:r>
            <a:r>
              <a:rPr sz="1800" dirty="0">
                <a:latin typeface="Franklin Gothic Medium"/>
                <a:cs typeface="Franklin Gothic Medium"/>
              </a:rPr>
              <a:t>gning	</a:t>
            </a:r>
            <a:r>
              <a:rPr sz="1800" spc="-65" dirty="0">
                <a:latin typeface="Franklin Gothic Medium"/>
                <a:cs typeface="Franklin Gothic Medium"/>
              </a:rPr>
              <a:t>V</a:t>
            </a:r>
            <a:r>
              <a:rPr sz="1800" dirty="0">
                <a:latin typeface="Franklin Gothic Medium"/>
                <a:cs typeface="Franklin Gothic Medium"/>
              </a:rPr>
              <a:t>alues	</a:t>
            </a:r>
            <a:r>
              <a:rPr sz="1800" spc="-45" dirty="0">
                <a:latin typeface="Franklin Gothic Medium"/>
                <a:cs typeface="Franklin Gothic Medium"/>
              </a:rPr>
              <a:t>t</a:t>
            </a:r>
            <a:r>
              <a:rPr sz="1800" dirty="0">
                <a:latin typeface="Franklin Gothic Medium"/>
                <a:cs typeface="Franklin Gothic Medium"/>
              </a:rPr>
              <a:t>o	</a:t>
            </a:r>
            <a:r>
              <a:rPr sz="1800" spc="-60" dirty="0">
                <a:latin typeface="Franklin Gothic Medium"/>
                <a:cs typeface="Franklin Gothic Medium"/>
              </a:rPr>
              <a:t>V</a:t>
            </a:r>
            <a:r>
              <a:rPr sz="1800" dirty="0">
                <a:latin typeface="Franklin Gothic Medium"/>
                <a:cs typeface="Franklin Gothic Medium"/>
              </a:rPr>
              <a:t>ar</a:t>
            </a:r>
            <a:r>
              <a:rPr sz="1800" spc="5" dirty="0">
                <a:latin typeface="Franklin Gothic Medium"/>
                <a:cs typeface="Franklin Gothic Medium"/>
              </a:rPr>
              <a:t>i</a:t>
            </a:r>
            <a:r>
              <a:rPr sz="1800" dirty="0">
                <a:latin typeface="Franklin Gothic Medium"/>
                <a:cs typeface="Franklin Gothic Medium"/>
              </a:rPr>
              <a:t>ab</a:t>
            </a:r>
            <a:r>
              <a:rPr sz="1800" spc="5" dirty="0">
                <a:latin typeface="Franklin Gothic Medium"/>
                <a:cs typeface="Franklin Gothic Medium"/>
              </a:rPr>
              <a:t>l</a:t>
            </a:r>
            <a:r>
              <a:rPr sz="1800" dirty="0">
                <a:latin typeface="Franklin Gothic Medium"/>
                <a:cs typeface="Franklin Gothic Medium"/>
              </a:rPr>
              <a:t>e</a:t>
            </a:r>
            <a:r>
              <a:rPr sz="1800" spc="-5" dirty="0">
                <a:latin typeface="Franklin Gothic Medium"/>
                <a:cs typeface="Franklin Gothic Medium"/>
              </a:rPr>
              <a:t>s</a:t>
            </a:r>
            <a:r>
              <a:rPr sz="1800" dirty="0">
                <a:latin typeface="Franklin Gothic Medium"/>
                <a:cs typeface="Franklin Gothic Medium"/>
              </a:rPr>
              <a:t>, </a:t>
            </a:r>
            <a:r>
              <a:rPr sz="1800" spc="95" dirty="0">
                <a:latin typeface="Franklin Gothic Medium"/>
                <a:cs typeface="Franklin Gothic Medium"/>
              </a:rPr>
              <a:t> </a:t>
            </a:r>
            <a:r>
              <a:rPr sz="1800" dirty="0">
                <a:latin typeface="Franklin Gothic Medium"/>
                <a:cs typeface="Franklin Gothic Medium"/>
              </a:rPr>
              <a:t>De</a:t>
            </a:r>
            <a:r>
              <a:rPr sz="1800" spc="-15" dirty="0">
                <a:latin typeface="Franklin Gothic Medium"/>
                <a:cs typeface="Franklin Gothic Medium"/>
              </a:rPr>
              <a:t>f</a:t>
            </a:r>
            <a:r>
              <a:rPr sz="1800" dirty="0">
                <a:latin typeface="Franklin Gothic Medium"/>
                <a:cs typeface="Franklin Gothic Medium"/>
              </a:rPr>
              <a:t>ini</a:t>
            </a:r>
            <a:r>
              <a:rPr sz="1800" spc="-15" dirty="0">
                <a:latin typeface="Franklin Gothic Medium"/>
                <a:cs typeface="Franklin Gothic Medium"/>
              </a:rPr>
              <a:t>n</a:t>
            </a:r>
            <a:r>
              <a:rPr sz="1800" dirty="0">
                <a:latin typeface="Franklin Gothic Medium"/>
                <a:cs typeface="Franklin Gothic Medium"/>
              </a:rPr>
              <a:t>g	</a:t>
            </a:r>
            <a:r>
              <a:rPr sz="1800" spc="-5" dirty="0">
                <a:latin typeface="Franklin Gothic Medium"/>
                <a:cs typeface="Franklin Gothic Medium"/>
              </a:rPr>
              <a:t>Sy</a:t>
            </a:r>
            <a:r>
              <a:rPr sz="1800" dirty="0">
                <a:latin typeface="Franklin Gothic Medium"/>
                <a:cs typeface="Franklin Gothic Medium"/>
              </a:rPr>
              <a:t>mbol</a:t>
            </a:r>
            <a:r>
              <a:rPr sz="1800" spc="-10" dirty="0">
                <a:latin typeface="Franklin Gothic Medium"/>
                <a:cs typeface="Franklin Gothic Medium"/>
              </a:rPr>
              <a:t>i</a:t>
            </a:r>
            <a:r>
              <a:rPr sz="1800" dirty="0">
                <a:latin typeface="Franklin Gothic Medium"/>
                <a:cs typeface="Franklin Gothic Medium"/>
              </a:rPr>
              <a:t>c	</a:t>
            </a:r>
            <a:r>
              <a:rPr sz="1800" spc="-5" dirty="0">
                <a:latin typeface="Franklin Gothic Medium"/>
                <a:cs typeface="Franklin Gothic Medium"/>
              </a:rPr>
              <a:t>C</a:t>
            </a:r>
            <a:r>
              <a:rPr sz="1800" spc="-15" dirty="0">
                <a:latin typeface="Franklin Gothic Medium"/>
                <a:cs typeface="Franklin Gothic Medium"/>
              </a:rPr>
              <a:t>o</a:t>
            </a:r>
            <a:r>
              <a:rPr sz="1800" dirty="0">
                <a:latin typeface="Franklin Gothic Medium"/>
                <a:cs typeface="Franklin Gothic Medium"/>
              </a:rPr>
              <a:t>ns</a:t>
            </a:r>
            <a:r>
              <a:rPr sz="1800" spc="-10" dirty="0">
                <a:latin typeface="Franklin Gothic Medium"/>
                <a:cs typeface="Franklin Gothic Medium"/>
              </a:rPr>
              <a:t>t</a:t>
            </a:r>
            <a:r>
              <a:rPr sz="1800" dirty="0">
                <a:latin typeface="Franklin Gothic Medium"/>
                <a:cs typeface="Franklin Gothic Medium"/>
              </a:rPr>
              <a:t>an</a:t>
            </a:r>
            <a:r>
              <a:rPr sz="1800" spc="-10" dirty="0">
                <a:latin typeface="Franklin Gothic Medium"/>
                <a:cs typeface="Franklin Gothic Medium"/>
              </a:rPr>
              <a:t>t</a:t>
            </a:r>
            <a:r>
              <a:rPr sz="1800" spc="-5" dirty="0">
                <a:latin typeface="Franklin Gothic Medium"/>
                <a:cs typeface="Franklin Gothic Medium"/>
              </a:rPr>
              <a:t>s</a:t>
            </a:r>
            <a:r>
              <a:rPr sz="1800" dirty="0">
                <a:latin typeface="Franklin Gothic Medium"/>
                <a:cs typeface="Franklin Gothic Medium"/>
              </a:rPr>
              <a:t>.  </a:t>
            </a:r>
          </a:p>
          <a:p>
            <a:pPr marL="12700" marR="7620">
              <a:lnSpc>
                <a:spcPct val="138900"/>
              </a:lnSpc>
            </a:pPr>
            <a:r>
              <a:rPr sz="1800" spc="-5" dirty="0">
                <a:solidFill>
                  <a:srgbClr val="C00000"/>
                </a:solidFill>
                <a:latin typeface="Franklin Gothic Medium"/>
                <a:cs typeface="Franklin Gothic Medium"/>
              </a:rPr>
              <a:t>Managing</a:t>
            </a:r>
            <a:r>
              <a:rPr sz="1800" spc="36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Input</a:t>
            </a:r>
            <a:r>
              <a:rPr sz="1800" spc="35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and</a:t>
            </a:r>
            <a:r>
              <a:rPr sz="1800" spc="355" dirty="0">
                <a:solidFill>
                  <a:srgbClr val="C00000"/>
                </a:solidFill>
                <a:latin typeface="Franklin Gothic Medium"/>
                <a:cs typeface="Franklin Gothic Medium"/>
              </a:rPr>
              <a:t> </a:t>
            </a:r>
            <a:r>
              <a:rPr sz="1800" dirty="0">
                <a:solidFill>
                  <a:srgbClr val="C00000"/>
                </a:solidFill>
                <a:latin typeface="Franklin Gothic Medium"/>
                <a:cs typeface="Franklin Gothic Medium"/>
              </a:rPr>
              <a:t>Output</a:t>
            </a:r>
            <a:r>
              <a:rPr sz="1800" spc="345" dirty="0">
                <a:solidFill>
                  <a:srgbClr val="C00000"/>
                </a:solidFill>
                <a:latin typeface="Franklin Gothic Medium"/>
                <a:cs typeface="Franklin Gothic Medium"/>
              </a:rPr>
              <a:t> </a:t>
            </a:r>
            <a:r>
              <a:rPr sz="1800" spc="-5" dirty="0">
                <a:solidFill>
                  <a:srgbClr val="C00000"/>
                </a:solidFill>
                <a:latin typeface="Franklin Gothic Medium"/>
                <a:cs typeface="Franklin Gothic Medium"/>
              </a:rPr>
              <a:t>Operations:</a:t>
            </a:r>
            <a:r>
              <a:rPr sz="1800" spc="370" dirty="0">
                <a:solidFill>
                  <a:srgbClr val="C00000"/>
                </a:solidFill>
                <a:latin typeface="Franklin Gothic Medium"/>
                <a:cs typeface="Franklin Gothic Medium"/>
              </a:rPr>
              <a:t> </a:t>
            </a:r>
            <a:r>
              <a:rPr sz="1800" spc="-10" dirty="0">
                <a:latin typeface="Franklin Gothic Medium"/>
                <a:cs typeface="Franklin Gothic Medium"/>
              </a:rPr>
              <a:t>Reading</a:t>
            </a:r>
            <a:r>
              <a:rPr sz="1800" spc="365" dirty="0">
                <a:latin typeface="Franklin Gothic Medium"/>
                <a:cs typeface="Franklin Gothic Medium"/>
              </a:rPr>
              <a:t> </a:t>
            </a:r>
            <a:r>
              <a:rPr sz="1800" dirty="0">
                <a:latin typeface="Franklin Gothic Medium"/>
                <a:cs typeface="Franklin Gothic Medium"/>
              </a:rPr>
              <a:t>a</a:t>
            </a:r>
            <a:r>
              <a:rPr sz="1800" spc="355" dirty="0">
                <a:latin typeface="Franklin Gothic Medium"/>
                <a:cs typeface="Franklin Gothic Medium"/>
              </a:rPr>
              <a:t> </a:t>
            </a:r>
            <a:r>
              <a:rPr sz="1800" spc="-15" dirty="0">
                <a:latin typeface="Franklin Gothic Medium"/>
                <a:cs typeface="Franklin Gothic Medium"/>
              </a:rPr>
              <a:t>Character,</a:t>
            </a:r>
            <a:r>
              <a:rPr sz="1800" spc="360" dirty="0">
                <a:latin typeface="Franklin Gothic Medium"/>
                <a:cs typeface="Franklin Gothic Medium"/>
              </a:rPr>
              <a:t> </a:t>
            </a:r>
            <a:r>
              <a:rPr sz="1800" spc="-10" dirty="0">
                <a:latin typeface="Franklin Gothic Medium"/>
                <a:cs typeface="Franklin Gothic Medium"/>
              </a:rPr>
              <a:t>Writing</a:t>
            </a:r>
            <a:r>
              <a:rPr sz="1800" spc="360" dirty="0">
                <a:latin typeface="Franklin Gothic Medium"/>
                <a:cs typeface="Franklin Gothic Medium"/>
              </a:rPr>
              <a:t> </a:t>
            </a:r>
            <a:r>
              <a:rPr sz="1800" dirty="0">
                <a:latin typeface="Franklin Gothic Medium"/>
                <a:cs typeface="Franklin Gothic Medium"/>
              </a:rPr>
              <a:t>a</a:t>
            </a:r>
            <a:r>
              <a:rPr sz="1800" spc="340" dirty="0">
                <a:latin typeface="Franklin Gothic Medium"/>
                <a:cs typeface="Franklin Gothic Medium"/>
              </a:rPr>
              <a:t> </a:t>
            </a:r>
            <a:r>
              <a:rPr sz="1800" spc="-15" dirty="0">
                <a:latin typeface="Franklin Gothic Medium"/>
                <a:cs typeface="Franklin Gothic Medium"/>
              </a:rPr>
              <a:t>Character,</a:t>
            </a:r>
            <a:r>
              <a:rPr sz="1800" spc="360" dirty="0">
                <a:latin typeface="Franklin Gothic Medium"/>
                <a:cs typeface="Franklin Gothic Medium"/>
              </a:rPr>
              <a:t> </a:t>
            </a:r>
            <a:r>
              <a:rPr sz="1800" spc="-10" dirty="0">
                <a:latin typeface="Franklin Gothic Medium"/>
                <a:cs typeface="Franklin Gothic Medium"/>
              </a:rPr>
              <a:t>Formatted</a:t>
            </a:r>
            <a:r>
              <a:rPr sz="1800" spc="360" dirty="0">
                <a:latin typeface="Franklin Gothic Medium"/>
                <a:cs typeface="Franklin Gothic Medium"/>
              </a:rPr>
              <a:t> </a:t>
            </a:r>
            <a:r>
              <a:rPr sz="1800" dirty="0">
                <a:latin typeface="Franklin Gothic Medium"/>
                <a:cs typeface="Franklin Gothic Medium"/>
              </a:rPr>
              <a:t>Input,</a:t>
            </a:r>
            <a:r>
              <a:rPr sz="1800" spc="340" dirty="0">
                <a:latin typeface="Franklin Gothic Medium"/>
                <a:cs typeface="Franklin Gothic Medium"/>
              </a:rPr>
              <a:t> </a:t>
            </a:r>
            <a:r>
              <a:rPr sz="1800" spc="-10" dirty="0">
                <a:latin typeface="Franklin Gothic Medium"/>
                <a:cs typeface="Franklin Gothic Medium"/>
              </a:rPr>
              <a:t>Formatted </a:t>
            </a:r>
            <a:r>
              <a:rPr sz="1800" spc="-434" dirty="0">
                <a:latin typeface="Franklin Gothic Medium"/>
                <a:cs typeface="Franklin Gothic Medium"/>
              </a:rPr>
              <a:t> </a:t>
            </a:r>
            <a:r>
              <a:rPr sz="1800" dirty="0">
                <a:latin typeface="Franklin Gothic Medium"/>
                <a:cs typeface="Franklin Gothic Medium"/>
              </a:rPr>
              <a:t>Output.</a:t>
            </a:r>
            <a:r>
              <a:rPr sz="1800" spc="-5" dirty="0">
                <a:latin typeface="Franklin Gothic Medium"/>
                <a:cs typeface="Franklin Gothic Medium"/>
              </a:rPr>
              <a:t> </a:t>
            </a:r>
            <a:endParaRPr sz="1800" dirty="0">
              <a:latin typeface="Franklin Gothic Medium"/>
              <a:cs typeface="Franklin Gothic Medium"/>
            </a:endParaRPr>
          </a:p>
          <a:p>
            <a:pPr marL="12700" marR="5080" algn="just">
              <a:lnSpc>
                <a:spcPct val="138900"/>
              </a:lnSpc>
            </a:pPr>
            <a:r>
              <a:rPr sz="1800" spc="-5" dirty="0">
                <a:solidFill>
                  <a:srgbClr val="C00000"/>
                </a:solidFill>
                <a:latin typeface="Franklin Gothic Medium"/>
                <a:cs typeface="Franklin Gothic Medium"/>
              </a:rPr>
              <a:t>Operators </a:t>
            </a:r>
            <a:r>
              <a:rPr sz="1800" dirty="0">
                <a:solidFill>
                  <a:srgbClr val="C00000"/>
                </a:solidFill>
                <a:latin typeface="Franklin Gothic Medium"/>
                <a:cs typeface="Franklin Gothic Medium"/>
              </a:rPr>
              <a:t>and </a:t>
            </a:r>
            <a:r>
              <a:rPr sz="1800" spc="-5" dirty="0">
                <a:solidFill>
                  <a:srgbClr val="C00000"/>
                </a:solidFill>
                <a:latin typeface="Franklin Gothic Medium"/>
                <a:cs typeface="Franklin Gothic Medium"/>
              </a:rPr>
              <a:t>Expressions: </a:t>
            </a:r>
            <a:r>
              <a:rPr sz="1800" spc="-5" dirty="0">
                <a:latin typeface="Franklin Gothic Medium"/>
                <a:cs typeface="Franklin Gothic Medium"/>
              </a:rPr>
              <a:t>Introduction, Arithmetic Operators, Relational Operators, </a:t>
            </a:r>
            <a:r>
              <a:rPr sz="1800" dirty="0">
                <a:latin typeface="Franklin Gothic Medium"/>
                <a:cs typeface="Franklin Gothic Medium"/>
              </a:rPr>
              <a:t>Logical </a:t>
            </a:r>
            <a:r>
              <a:rPr sz="1800" spc="-5" dirty="0">
                <a:latin typeface="Franklin Gothic Medium"/>
                <a:cs typeface="Franklin Gothic Medium"/>
              </a:rPr>
              <a:t>Operators, </a:t>
            </a:r>
            <a:r>
              <a:rPr sz="1800" spc="-10" dirty="0">
                <a:latin typeface="Franklin Gothic Medium"/>
                <a:cs typeface="Franklin Gothic Medium"/>
              </a:rPr>
              <a:t>Assignment </a:t>
            </a:r>
            <a:r>
              <a:rPr sz="1800" spc="-5" dirty="0">
                <a:latin typeface="Franklin Gothic Medium"/>
                <a:cs typeface="Franklin Gothic Medium"/>
              </a:rPr>
              <a:t> Operators,</a:t>
            </a:r>
            <a:r>
              <a:rPr sz="1800" dirty="0">
                <a:latin typeface="Franklin Gothic Medium"/>
                <a:cs typeface="Franklin Gothic Medium"/>
              </a:rPr>
              <a:t> </a:t>
            </a:r>
            <a:r>
              <a:rPr sz="1800" spc="-5" dirty="0">
                <a:latin typeface="Franklin Gothic Medium"/>
                <a:cs typeface="Franklin Gothic Medium"/>
              </a:rPr>
              <a:t>Increment</a:t>
            </a:r>
            <a:r>
              <a:rPr sz="1800" dirty="0">
                <a:latin typeface="Franklin Gothic Medium"/>
                <a:cs typeface="Franklin Gothic Medium"/>
              </a:rPr>
              <a:t> and</a:t>
            </a:r>
            <a:r>
              <a:rPr sz="1800" spc="5" dirty="0">
                <a:latin typeface="Franklin Gothic Medium"/>
                <a:cs typeface="Franklin Gothic Medium"/>
              </a:rPr>
              <a:t> </a:t>
            </a:r>
            <a:r>
              <a:rPr sz="1800" spc="-5" dirty="0">
                <a:latin typeface="Franklin Gothic Medium"/>
                <a:cs typeface="Franklin Gothic Medium"/>
              </a:rPr>
              <a:t>Decrement</a:t>
            </a:r>
            <a:r>
              <a:rPr sz="1800" dirty="0">
                <a:latin typeface="Franklin Gothic Medium"/>
                <a:cs typeface="Franklin Gothic Medium"/>
              </a:rPr>
              <a:t> </a:t>
            </a:r>
            <a:r>
              <a:rPr sz="1800" spc="-5" dirty="0">
                <a:latin typeface="Franklin Gothic Medium"/>
                <a:cs typeface="Franklin Gothic Medium"/>
              </a:rPr>
              <a:t>Operators,</a:t>
            </a:r>
            <a:r>
              <a:rPr sz="1800" dirty="0">
                <a:latin typeface="Franklin Gothic Medium"/>
                <a:cs typeface="Franklin Gothic Medium"/>
              </a:rPr>
              <a:t> </a:t>
            </a:r>
            <a:r>
              <a:rPr sz="1800" spc="-5" dirty="0">
                <a:latin typeface="Franklin Gothic Medium"/>
                <a:cs typeface="Franklin Gothic Medium"/>
              </a:rPr>
              <a:t>Conditional</a:t>
            </a:r>
            <a:r>
              <a:rPr sz="1800" dirty="0">
                <a:latin typeface="Franklin Gothic Medium"/>
                <a:cs typeface="Franklin Gothic Medium"/>
              </a:rPr>
              <a:t> </a:t>
            </a:r>
            <a:r>
              <a:rPr sz="1800" spc="-15" dirty="0">
                <a:latin typeface="Franklin Gothic Medium"/>
                <a:cs typeface="Franklin Gothic Medium"/>
              </a:rPr>
              <a:t>Operator,</a:t>
            </a:r>
            <a:r>
              <a:rPr sz="1800" spc="-10" dirty="0">
                <a:latin typeface="Franklin Gothic Medium"/>
                <a:cs typeface="Franklin Gothic Medium"/>
              </a:rPr>
              <a:t> Bitwise</a:t>
            </a:r>
            <a:r>
              <a:rPr sz="1800" spc="-5" dirty="0">
                <a:latin typeface="Franklin Gothic Medium"/>
                <a:cs typeface="Franklin Gothic Medium"/>
              </a:rPr>
              <a:t> Operators,</a:t>
            </a:r>
            <a:r>
              <a:rPr sz="1800" dirty="0">
                <a:latin typeface="Franklin Gothic Medium"/>
                <a:cs typeface="Franklin Gothic Medium"/>
              </a:rPr>
              <a:t> </a:t>
            </a:r>
            <a:r>
              <a:rPr sz="1800" spc="-5" dirty="0">
                <a:latin typeface="Franklin Gothic Medium"/>
                <a:cs typeface="Franklin Gothic Medium"/>
              </a:rPr>
              <a:t>Special</a:t>
            </a:r>
            <a:r>
              <a:rPr sz="1800" dirty="0">
                <a:latin typeface="Franklin Gothic Medium"/>
                <a:cs typeface="Franklin Gothic Medium"/>
              </a:rPr>
              <a:t> </a:t>
            </a:r>
            <a:r>
              <a:rPr sz="1800" spc="-5" dirty="0">
                <a:latin typeface="Franklin Gothic Medium"/>
                <a:cs typeface="Franklin Gothic Medium"/>
              </a:rPr>
              <a:t>Operators, </a:t>
            </a:r>
            <a:r>
              <a:rPr sz="1800" dirty="0">
                <a:latin typeface="Franklin Gothic Medium"/>
                <a:cs typeface="Franklin Gothic Medium"/>
              </a:rPr>
              <a:t> </a:t>
            </a:r>
            <a:r>
              <a:rPr sz="1800" spc="-5" dirty="0">
                <a:latin typeface="Franklin Gothic Medium"/>
                <a:cs typeface="Franklin Gothic Medium"/>
              </a:rPr>
              <a:t>Arithmetic</a:t>
            </a:r>
            <a:r>
              <a:rPr sz="1800" dirty="0">
                <a:latin typeface="Franklin Gothic Medium"/>
                <a:cs typeface="Franklin Gothic Medium"/>
              </a:rPr>
              <a:t> </a:t>
            </a:r>
            <a:r>
              <a:rPr sz="1800" spc="-5" dirty="0">
                <a:latin typeface="Franklin Gothic Medium"/>
                <a:cs typeface="Franklin Gothic Medium"/>
              </a:rPr>
              <a:t>Expressions,</a:t>
            </a:r>
            <a:r>
              <a:rPr sz="1800" dirty="0">
                <a:latin typeface="Franklin Gothic Medium"/>
                <a:cs typeface="Franklin Gothic Medium"/>
              </a:rPr>
              <a:t> </a:t>
            </a:r>
            <a:r>
              <a:rPr sz="1800" spc="-5" dirty="0">
                <a:latin typeface="Franklin Gothic Medium"/>
                <a:cs typeface="Franklin Gothic Medium"/>
              </a:rPr>
              <a:t>Evaluation</a:t>
            </a:r>
            <a:r>
              <a:rPr sz="1800" dirty="0">
                <a:latin typeface="Franklin Gothic Medium"/>
                <a:cs typeface="Franklin Gothic Medium"/>
              </a:rPr>
              <a:t> </a:t>
            </a:r>
            <a:r>
              <a:rPr sz="1800" spc="-5" dirty="0">
                <a:latin typeface="Franklin Gothic Medium"/>
                <a:cs typeface="Franklin Gothic Medium"/>
              </a:rPr>
              <a:t>of</a:t>
            </a:r>
            <a:r>
              <a:rPr sz="1800" dirty="0">
                <a:latin typeface="Franklin Gothic Medium"/>
                <a:cs typeface="Franklin Gothic Medium"/>
              </a:rPr>
              <a:t> </a:t>
            </a:r>
            <a:r>
              <a:rPr sz="1800" spc="-5" dirty="0">
                <a:latin typeface="Franklin Gothic Medium"/>
                <a:cs typeface="Franklin Gothic Medium"/>
              </a:rPr>
              <a:t>Expressions,</a:t>
            </a:r>
            <a:r>
              <a:rPr sz="1800" dirty="0">
                <a:latin typeface="Franklin Gothic Medium"/>
                <a:cs typeface="Franklin Gothic Medium"/>
              </a:rPr>
              <a:t> Precedence</a:t>
            </a:r>
            <a:r>
              <a:rPr sz="1800" spc="5" dirty="0">
                <a:latin typeface="Franklin Gothic Medium"/>
                <a:cs typeface="Franklin Gothic Medium"/>
              </a:rPr>
              <a:t> </a:t>
            </a:r>
            <a:r>
              <a:rPr sz="1800" spc="-5" dirty="0">
                <a:latin typeface="Franklin Gothic Medium"/>
                <a:cs typeface="Franklin Gothic Medium"/>
              </a:rPr>
              <a:t>of</a:t>
            </a:r>
            <a:r>
              <a:rPr sz="1800" dirty="0">
                <a:latin typeface="Franklin Gothic Medium"/>
                <a:cs typeface="Franklin Gothic Medium"/>
              </a:rPr>
              <a:t> </a:t>
            </a:r>
            <a:r>
              <a:rPr sz="1800" spc="-5" dirty="0">
                <a:latin typeface="Franklin Gothic Medium"/>
                <a:cs typeface="Franklin Gothic Medium"/>
              </a:rPr>
              <a:t>Arithmetic</a:t>
            </a:r>
            <a:r>
              <a:rPr sz="1800" dirty="0">
                <a:latin typeface="Franklin Gothic Medium"/>
                <a:cs typeface="Franklin Gothic Medium"/>
              </a:rPr>
              <a:t> </a:t>
            </a:r>
            <a:r>
              <a:rPr sz="1800" spc="-5" dirty="0">
                <a:latin typeface="Franklin Gothic Medium"/>
                <a:cs typeface="Franklin Gothic Medium"/>
              </a:rPr>
              <a:t>Operators,</a:t>
            </a:r>
            <a:r>
              <a:rPr sz="1800" dirty="0">
                <a:latin typeface="Franklin Gothic Medium"/>
                <a:cs typeface="Franklin Gothic Medium"/>
              </a:rPr>
              <a:t> </a:t>
            </a:r>
            <a:r>
              <a:rPr sz="1800" spc="-25" dirty="0">
                <a:latin typeface="Franklin Gothic Medium"/>
                <a:cs typeface="Franklin Gothic Medium"/>
              </a:rPr>
              <a:t>Type</a:t>
            </a:r>
            <a:r>
              <a:rPr sz="1800" spc="-20" dirty="0">
                <a:latin typeface="Franklin Gothic Medium"/>
                <a:cs typeface="Franklin Gothic Medium"/>
              </a:rPr>
              <a:t> </a:t>
            </a:r>
            <a:r>
              <a:rPr sz="1800" spc="-10" dirty="0">
                <a:latin typeface="Franklin Gothic Medium"/>
                <a:cs typeface="Franklin Gothic Medium"/>
              </a:rPr>
              <a:t>Conversions</a:t>
            </a:r>
            <a:r>
              <a:rPr sz="1800" spc="-5" dirty="0">
                <a:latin typeface="Franklin Gothic Medium"/>
                <a:cs typeface="Franklin Gothic Medium"/>
              </a:rPr>
              <a:t> </a:t>
            </a:r>
            <a:r>
              <a:rPr sz="1800" dirty="0">
                <a:latin typeface="Franklin Gothic Medium"/>
                <a:cs typeface="Franklin Gothic Medium"/>
              </a:rPr>
              <a:t>in </a:t>
            </a:r>
            <a:r>
              <a:rPr sz="1800" spc="5" dirty="0">
                <a:latin typeface="Franklin Gothic Medium"/>
                <a:cs typeface="Franklin Gothic Medium"/>
              </a:rPr>
              <a:t> </a:t>
            </a:r>
            <a:r>
              <a:rPr sz="1800" spc="-5" dirty="0">
                <a:latin typeface="Franklin Gothic Medium"/>
                <a:cs typeface="Franklin Gothic Medium"/>
              </a:rPr>
              <a:t>Expressions,</a:t>
            </a:r>
            <a:r>
              <a:rPr sz="1800" spc="10" dirty="0">
                <a:latin typeface="Franklin Gothic Medium"/>
                <a:cs typeface="Franklin Gothic Medium"/>
              </a:rPr>
              <a:t> </a:t>
            </a:r>
            <a:r>
              <a:rPr sz="1800" spc="-10" dirty="0">
                <a:latin typeface="Franklin Gothic Medium"/>
                <a:cs typeface="Franklin Gothic Medium"/>
              </a:rPr>
              <a:t>Operator</a:t>
            </a:r>
            <a:r>
              <a:rPr sz="1800" spc="20" dirty="0">
                <a:latin typeface="Franklin Gothic Medium"/>
                <a:cs typeface="Franklin Gothic Medium"/>
              </a:rPr>
              <a:t> </a:t>
            </a:r>
            <a:r>
              <a:rPr sz="1800" dirty="0">
                <a:latin typeface="Franklin Gothic Medium"/>
                <a:cs typeface="Franklin Gothic Medium"/>
              </a:rPr>
              <a:t>Precedence</a:t>
            </a:r>
            <a:r>
              <a:rPr sz="1800" spc="10" dirty="0">
                <a:latin typeface="Franklin Gothic Medium"/>
                <a:cs typeface="Franklin Gothic Medium"/>
              </a:rPr>
              <a:t> </a:t>
            </a:r>
            <a:r>
              <a:rPr sz="1800" dirty="0">
                <a:latin typeface="Franklin Gothic Medium"/>
                <a:cs typeface="Franklin Gothic Medium"/>
              </a:rPr>
              <a:t>and </a:t>
            </a:r>
            <a:r>
              <a:rPr sz="1800" spc="-10" dirty="0">
                <a:latin typeface="Franklin Gothic Medium"/>
                <a:cs typeface="Franklin Gothic Medium"/>
              </a:rPr>
              <a:t>Associativity.</a:t>
            </a:r>
            <a:endParaRPr sz="1800" dirty="0">
              <a:latin typeface="Franklin Gothic Medium"/>
              <a:cs typeface="Franklin Gothic Medium"/>
            </a:endParaRPr>
          </a:p>
        </p:txBody>
      </p:sp>
      <p:grpSp>
        <p:nvGrpSpPr>
          <p:cNvPr id="4" name="object 4"/>
          <p:cNvGrpSpPr/>
          <p:nvPr/>
        </p:nvGrpSpPr>
        <p:grpSpPr>
          <a:xfrm>
            <a:off x="9648443" y="0"/>
            <a:ext cx="2470150" cy="798195"/>
            <a:chOff x="9648443" y="0"/>
            <a:chExt cx="2470150" cy="798195"/>
          </a:xfrm>
        </p:grpSpPr>
        <p:pic>
          <p:nvPicPr>
            <p:cNvPr id="5" name="object 5"/>
            <p:cNvPicPr/>
            <p:nvPr/>
          </p:nvPicPr>
          <p:blipFill>
            <a:blip r:embed="rId2" cstate="print"/>
            <a:stretch>
              <a:fillRect/>
            </a:stretch>
          </p:blipFill>
          <p:spPr>
            <a:xfrm>
              <a:off x="9890373" y="185932"/>
              <a:ext cx="2008648" cy="408143"/>
            </a:xfrm>
            <a:prstGeom prst="rect">
              <a:avLst/>
            </a:prstGeom>
          </p:spPr>
        </p:pic>
        <p:pic>
          <p:nvPicPr>
            <p:cNvPr id="6" name="object 6"/>
            <p:cNvPicPr/>
            <p:nvPr/>
          </p:nvPicPr>
          <p:blipFill>
            <a:blip r:embed="rId3" cstate="print"/>
            <a:stretch>
              <a:fillRect/>
            </a:stretch>
          </p:blipFill>
          <p:spPr>
            <a:xfrm>
              <a:off x="9648443" y="0"/>
              <a:ext cx="2469642" cy="797813"/>
            </a:xfrm>
            <a:prstGeom prst="rect">
              <a:avLst/>
            </a:prstGeom>
          </p:spPr>
        </p:pic>
      </p:grpSp>
      <p:sp>
        <p:nvSpPr>
          <p:cNvPr id="7" name="object 7"/>
          <p:cNvSpPr txBox="1">
            <a:spLocks noGrp="1"/>
          </p:cNvSpPr>
          <p:nvPr>
            <p:ph type="title"/>
          </p:nvPr>
        </p:nvSpPr>
        <p:spPr>
          <a:xfrm>
            <a:off x="9220200" y="232869"/>
            <a:ext cx="2659126" cy="44307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15" y="406653"/>
            <a:ext cx="4064000" cy="391160"/>
          </a:xfrm>
          <a:prstGeom prst="rect">
            <a:avLst/>
          </a:prstGeom>
        </p:spPr>
        <p:txBody>
          <a:bodyPr vert="horz" wrap="square" lIns="0" tIns="12700" rIns="0" bIns="0" rtlCol="0">
            <a:spAutoFit/>
          </a:bodyPr>
          <a:lstStyle/>
          <a:p>
            <a:pPr marL="12700">
              <a:lnSpc>
                <a:spcPct val="100000"/>
              </a:lnSpc>
              <a:spcBef>
                <a:spcPts val="100"/>
              </a:spcBef>
            </a:pPr>
            <a:r>
              <a:rPr sz="2400" dirty="0"/>
              <a:t>Introduction</a:t>
            </a:r>
            <a:r>
              <a:rPr sz="2400" spc="-55" dirty="0"/>
              <a:t> </a:t>
            </a:r>
            <a:r>
              <a:rPr sz="2400" spc="-25" dirty="0"/>
              <a:t>to</a:t>
            </a:r>
            <a:r>
              <a:rPr sz="2400" spc="-10" dirty="0"/>
              <a:t> </a:t>
            </a:r>
            <a:r>
              <a:rPr sz="2400" dirty="0"/>
              <a:t>C</a:t>
            </a:r>
            <a:r>
              <a:rPr sz="2400" spc="-30" dirty="0"/>
              <a:t> </a:t>
            </a:r>
            <a:r>
              <a:rPr sz="2400" dirty="0"/>
              <a:t>Programming</a:t>
            </a:r>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7" name="object 7"/>
          <p:cNvSpPr txBox="1"/>
          <p:nvPr/>
        </p:nvSpPr>
        <p:spPr>
          <a:xfrm>
            <a:off x="4874767" y="1280541"/>
            <a:ext cx="2233930" cy="819785"/>
          </a:xfrm>
          <a:prstGeom prst="rect">
            <a:avLst/>
          </a:prstGeom>
        </p:spPr>
        <p:txBody>
          <a:bodyPr vert="horz" wrap="square" lIns="0" tIns="12065" rIns="0" bIns="0" rtlCol="0">
            <a:spAutoFit/>
          </a:bodyPr>
          <a:lstStyle/>
          <a:p>
            <a:pPr algn="ctr">
              <a:lnSpc>
                <a:spcPct val="100000"/>
              </a:lnSpc>
              <a:spcBef>
                <a:spcPts val="95"/>
              </a:spcBef>
            </a:pPr>
            <a:r>
              <a:rPr sz="2800" dirty="0">
                <a:solidFill>
                  <a:srgbClr val="000099"/>
                </a:solidFill>
                <a:latin typeface="Franklin Gothic Medium"/>
                <a:cs typeface="Franklin Gothic Medium"/>
              </a:rPr>
              <a:t>Dennis</a:t>
            </a:r>
            <a:r>
              <a:rPr sz="2800" spc="-80" dirty="0">
                <a:solidFill>
                  <a:srgbClr val="000099"/>
                </a:solidFill>
                <a:latin typeface="Franklin Gothic Medium"/>
                <a:cs typeface="Franklin Gothic Medium"/>
              </a:rPr>
              <a:t> </a:t>
            </a:r>
            <a:r>
              <a:rPr sz="2800" dirty="0">
                <a:solidFill>
                  <a:srgbClr val="000099"/>
                </a:solidFill>
                <a:latin typeface="Franklin Gothic Medium"/>
                <a:cs typeface="Franklin Gothic Medium"/>
              </a:rPr>
              <a:t>Ritchie</a:t>
            </a:r>
            <a:endParaRPr sz="2800">
              <a:latin typeface="Franklin Gothic Medium"/>
              <a:cs typeface="Franklin Gothic Medium"/>
            </a:endParaRPr>
          </a:p>
          <a:p>
            <a:pPr algn="ctr">
              <a:lnSpc>
                <a:spcPct val="100000"/>
              </a:lnSpc>
              <a:spcBef>
                <a:spcPts val="15"/>
              </a:spcBef>
            </a:pPr>
            <a:r>
              <a:rPr sz="2400" spc="-10" dirty="0">
                <a:solidFill>
                  <a:srgbClr val="C00000"/>
                </a:solidFill>
                <a:latin typeface="Franklin Gothic Medium"/>
                <a:cs typeface="Franklin Gothic Medium"/>
              </a:rPr>
              <a:t>Father</a:t>
            </a:r>
            <a:r>
              <a:rPr sz="2400" spc="-60"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a:t>
            </a:r>
            <a:endParaRPr sz="2400">
              <a:latin typeface="Franklin Gothic Medium"/>
              <a:cs typeface="Franklin Gothic Medium"/>
            </a:endParaRPr>
          </a:p>
        </p:txBody>
      </p:sp>
      <p:grpSp>
        <p:nvGrpSpPr>
          <p:cNvPr id="8" name="object 8"/>
          <p:cNvGrpSpPr/>
          <p:nvPr/>
        </p:nvGrpSpPr>
        <p:grpSpPr>
          <a:xfrm>
            <a:off x="2086221" y="2186773"/>
            <a:ext cx="8199755" cy="3461385"/>
            <a:chOff x="2086221" y="2186773"/>
            <a:chExt cx="8199755" cy="3461385"/>
          </a:xfrm>
        </p:grpSpPr>
        <p:pic>
          <p:nvPicPr>
            <p:cNvPr id="9" name="object 9"/>
            <p:cNvPicPr/>
            <p:nvPr/>
          </p:nvPicPr>
          <p:blipFill>
            <a:blip r:embed="rId4" cstate="print"/>
            <a:stretch>
              <a:fillRect/>
            </a:stretch>
          </p:blipFill>
          <p:spPr>
            <a:xfrm>
              <a:off x="2086221" y="2186773"/>
              <a:ext cx="8199388" cy="3461286"/>
            </a:xfrm>
            <a:prstGeom prst="rect">
              <a:avLst/>
            </a:prstGeom>
          </p:spPr>
        </p:pic>
        <p:pic>
          <p:nvPicPr>
            <p:cNvPr id="10" name="object 10"/>
            <p:cNvPicPr/>
            <p:nvPr/>
          </p:nvPicPr>
          <p:blipFill>
            <a:blip r:embed="rId5" cstate="print"/>
            <a:stretch>
              <a:fillRect/>
            </a:stretch>
          </p:blipFill>
          <p:spPr>
            <a:xfrm>
              <a:off x="2244851" y="2345435"/>
              <a:ext cx="7702296" cy="296417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426468"/>
            <a:ext cx="4064000" cy="391160"/>
          </a:xfrm>
          <a:prstGeom prst="rect">
            <a:avLst/>
          </a:prstGeom>
        </p:spPr>
        <p:txBody>
          <a:bodyPr vert="horz" wrap="square" lIns="0" tIns="12700" rIns="0" bIns="0" rtlCol="0">
            <a:spAutoFit/>
          </a:bodyPr>
          <a:lstStyle/>
          <a:p>
            <a:pPr marL="12700">
              <a:lnSpc>
                <a:spcPct val="100000"/>
              </a:lnSpc>
              <a:spcBef>
                <a:spcPts val="100"/>
              </a:spcBef>
            </a:pPr>
            <a:r>
              <a:rPr sz="2400" dirty="0"/>
              <a:t>Introduction</a:t>
            </a:r>
            <a:r>
              <a:rPr sz="2400" spc="-55" dirty="0"/>
              <a:t> </a:t>
            </a:r>
            <a:r>
              <a:rPr sz="2400" spc="-25" dirty="0"/>
              <a:t>to</a:t>
            </a:r>
            <a:r>
              <a:rPr sz="2400" spc="-10" dirty="0"/>
              <a:t> </a:t>
            </a:r>
            <a:r>
              <a:rPr sz="2400" dirty="0"/>
              <a:t>C</a:t>
            </a:r>
            <a:r>
              <a:rPr sz="2400" spc="-30" dirty="0"/>
              <a:t> </a:t>
            </a:r>
            <a:r>
              <a:rPr sz="2400" dirty="0"/>
              <a:t>Programming</a:t>
            </a:r>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7" name="object 7"/>
          <p:cNvSpPr txBox="1"/>
          <p:nvPr/>
        </p:nvSpPr>
        <p:spPr>
          <a:xfrm>
            <a:off x="338734" y="1228603"/>
            <a:ext cx="11123930" cy="4049395"/>
          </a:xfrm>
          <a:prstGeom prst="rect">
            <a:avLst/>
          </a:prstGeom>
        </p:spPr>
        <p:txBody>
          <a:bodyPr vert="horz" wrap="square" lIns="0" tIns="179705" rIns="0" bIns="0" rtlCol="0">
            <a:spAutoFit/>
          </a:bodyPr>
          <a:lstStyle/>
          <a:p>
            <a:pPr marL="355600" indent="-342900">
              <a:lnSpc>
                <a:spcPct val="100000"/>
              </a:lnSpc>
              <a:spcBef>
                <a:spcPts val="1415"/>
              </a:spcBef>
              <a:buFont typeface="Arial MT"/>
              <a:buChar char="•"/>
              <a:tabLst>
                <a:tab pos="354965" algn="l"/>
                <a:tab pos="355600" algn="l"/>
              </a:tabLst>
            </a:pPr>
            <a:r>
              <a:rPr sz="2200" spc="-5" dirty="0">
                <a:latin typeface="Franklin Gothic Medium"/>
                <a:cs typeface="Franklin Gothic Medium"/>
              </a:rPr>
              <a:t>A</a:t>
            </a:r>
            <a:r>
              <a:rPr sz="2200" spc="409" dirty="0">
                <a:latin typeface="Franklin Gothic Medium"/>
                <a:cs typeface="Franklin Gothic Medium"/>
              </a:rPr>
              <a:t> </a:t>
            </a:r>
            <a:r>
              <a:rPr sz="2200" spc="-10" dirty="0">
                <a:solidFill>
                  <a:srgbClr val="006FC0"/>
                </a:solidFill>
                <a:latin typeface="Franklin Gothic Medium"/>
                <a:cs typeface="Franklin Gothic Medium"/>
              </a:rPr>
              <a:t>computer</a:t>
            </a:r>
            <a:r>
              <a:rPr sz="2200" spc="415" dirty="0">
                <a:solidFill>
                  <a:srgbClr val="006FC0"/>
                </a:solidFill>
                <a:latin typeface="Franklin Gothic Medium"/>
                <a:cs typeface="Franklin Gothic Medium"/>
              </a:rPr>
              <a:t> </a:t>
            </a:r>
            <a:r>
              <a:rPr sz="2200" spc="-5" dirty="0">
                <a:solidFill>
                  <a:srgbClr val="006FC0"/>
                </a:solidFill>
                <a:latin typeface="Franklin Gothic Medium"/>
                <a:cs typeface="Franklin Gothic Medium"/>
              </a:rPr>
              <a:t>program</a:t>
            </a:r>
            <a:r>
              <a:rPr sz="2200" spc="415" dirty="0">
                <a:solidFill>
                  <a:srgbClr val="006FC0"/>
                </a:solidFill>
                <a:latin typeface="Franklin Gothic Medium"/>
                <a:cs typeface="Franklin Gothic Medium"/>
              </a:rPr>
              <a:t> </a:t>
            </a:r>
            <a:r>
              <a:rPr sz="2200" spc="-5" dirty="0">
                <a:latin typeface="Franklin Gothic Medium"/>
                <a:cs typeface="Franklin Gothic Medium"/>
              </a:rPr>
              <a:t>is</a:t>
            </a:r>
            <a:r>
              <a:rPr sz="2200" spc="405" dirty="0">
                <a:latin typeface="Franklin Gothic Medium"/>
                <a:cs typeface="Franklin Gothic Medium"/>
              </a:rPr>
              <a:t> </a:t>
            </a:r>
            <a:r>
              <a:rPr sz="2200" spc="-5" dirty="0">
                <a:latin typeface="Franklin Gothic Medium"/>
                <a:cs typeface="Franklin Gothic Medium"/>
              </a:rPr>
              <a:t>a</a:t>
            </a:r>
            <a:r>
              <a:rPr sz="2200" spc="420" dirty="0">
                <a:latin typeface="Franklin Gothic Medium"/>
                <a:cs typeface="Franklin Gothic Medium"/>
              </a:rPr>
              <a:t> </a:t>
            </a:r>
            <a:r>
              <a:rPr sz="2200" spc="-10" dirty="0">
                <a:latin typeface="Franklin Gothic Medium"/>
                <a:cs typeface="Franklin Gothic Medium"/>
              </a:rPr>
              <a:t>sequence</a:t>
            </a:r>
            <a:r>
              <a:rPr sz="2200" spc="405" dirty="0">
                <a:latin typeface="Franklin Gothic Medium"/>
                <a:cs typeface="Franklin Gothic Medium"/>
              </a:rPr>
              <a:t> </a:t>
            </a:r>
            <a:r>
              <a:rPr sz="2200" spc="-5" dirty="0">
                <a:latin typeface="Franklin Gothic Medium"/>
                <a:cs typeface="Franklin Gothic Medium"/>
              </a:rPr>
              <a:t>of</a:t>
            </a:r>
            <a:r>
              <a:rPr sz="2200" spc="420" dirty="0">
                <a:latin typeface="Franklin Gothic Medium"/>
                <a:cs typeface="Franklin Gothic Medium"/>
              </a:rPr>
              <a:t> </a:t>
            </a:r>
            <a:r>
              <a:rPr sz="2200" spc="-5" dirty="0">
                <a:latin typeface="Franklin Gothic Medium"/>
                <a:cs typeface="Franklin Gothic Medium"/>
              </a:rPr>
              <a:t>instructions</a:t>
            </a:r>
            <a:r>
              <a:rPr sz="2200" spc="400" dirty="0">
                <a:latin typeface="Franklin Gothic Medium"/>
                <a:cs typeface="Franklin Gothic Medium"/>
              </a:rPr>
              <a:t> </a:t>
            </a:r>
            <a:r>
              <a:rPr sz="2200" spc="-25" dirty="0">
                <a:latin typeface="Franklin Gothic Medium"/>
                <a:cs typeface="Franklin Gothic Medium"/>
              </a:rPr>
              <a:t>to</a:t>
            </a:r>
            <a:r>
              <a:rPr sz="2200" spc="420" dirty="0">
                <a:latin typeface="Franklin Gothic Medium"/>
                <a:cs typeface="Franklin Gothic Medium"/>
              </a:rPr>
              <a:t> </a:t>
            </a:r>
            <a:r>
              <a:rPr sz="2200" spc="-5" dirty="0">
                <a:latin typeface="Franklin Gothic Medium"/>
                <a:cs typeface="Franklin Gothic Medium"/>
              </a:rPr>
              <a:t>perform</a:t>
            </a:r>
            <a:r>
              <a:rPr sz="2200" spc="420" dirty="0">
                <a:latin typeface="Franklin Gothic Medium"/>
                <a:cs typeface="Franklin Gothic Medium"/>
              </a:rPr>
              <a:t> </a:t>
            </a:r>
            <a:r>
              <a:rPr sz="2200" spc="-5" dirty="0">
                <a:latin typeface="Franklin Gothic Medium"/>
                <a:cs typeface="Franklin Gothic Medium"/>
              </a:rPr>
              <a:t>a</a:t>
            </a:r>
            <a:r>
              <a:rPr sz="2200" spc="420" dirty="0">
                <a:latin typeface="Franklin Gothic Medium"/>
                <a:cs typeface="Franklin Gothic Medium"/>
              </a:rPr>
              <a:t> </a:t>
            </a:r>
            <a:r>
              <a:rPr sz="2200" spc="-10" dirty="0">
                <a:latin typeface="Franklin Gothic Medium"/>
                <a:cs typeface="Franklin Gothic Medium"/>
              </a:rPr>
              <a:t>specified</a:t>
            </a:r>
            <a:r>
              <a:rPr sz="2200" spc="425" dirty="0">
                <a:latin typeface="Franklin Gothic Medium"/>
                <a:cs typeface="Franklin Gothic Medium"/>
              </a:rPr>
              <a:t> </a:t>
            </a:r>
            <a:r>
              <a:rPr sz="2200" spc="-10" dirty="0">
                <a:latin typeface="Franklin Gothic Medium"/>
                <a:cs typeface="Franklin Gothic Medium"/>
              </a:rPr>
              <a:t>task</a:t>
            </a:r>
            <a:r>
              <a:rPr sz="2200" spc="415" dirty="0">
                <a:latin typeface="Franklin Gothic Medium"/>
                <a:cs typeface="Franklin Gothic Medium"/>
              </a:rPr>
              <a:t> </a:t>
            </a:r>
            <a:r>
              <a:rPr sz="2200" spc="-15" dirty="0">
                <a:latin typeface="Franklin Gothic Medium"/>
                <a:cs typeface="Franklin Gothic Medium"/>
              </a:rPr>
              <a:t>by</a:t>
            </a:r>
            <a:r>
              <a:rPr sz="2200" spc="420" dirty="0">
                <a:latin typeface="Franklin Gothic Medium"/>
                <a:cs typeface="Franklin Gothic Medium"/>
              </a:rPr>
              <a:t> </a:t>
            </a:r>
            <a:r>
              <a:rPr sz="2200" spc="-10" dirty="0">
                <a:latin typeface="Franklin Gothic Medium"/>
                <a:cs typeface="Franklin Gothic Medium"/>
              </a:rPr>
              <a:t>the</a:t>
            </a:r>
            <a:endParaRPr sz="2200" dirty="0">
              <a:latin typeface="Franklin Gothic Medium"/>
              <a:cs typeface="Franklin Gothic Medium"/>
            </a:endParaRPr>
          </a:p>
          <a:p>
            <a:pPr marL="354965">
              <a:lnSpc>
                <a:spcPct val="100000"/>
              </a:lnSpc>
              <a:spcBef>
                <a:spcPts val="1320"/>
              </a:spcBef>
            </a:pPr>
            <a:r>
              <a:rPr sz="2200" spc="-20" dirty="0">
                <a:latin typeface="Franklin Gothic Medium"/>
                <a:cs typeface="Franklin Gothic Medium"/>
              </a:rPr>
              <a:t>computer.</a:t>
            </a:r>
            <a:endParaRPr sz="2200" dirty="0">
              <a:latin typeface="Franklin Gothic Medium"/>
              <a:cs typeface="Franklin Gothic Medium"/>
            </a:endParaRPr>
          </a:p>
          <a:p>
            <a:pPr marL="354965" marR="5715" indent="-342900">
              <a:lnSpc>
                <a:spcPct val="150000"/>
              </a:lnSpc>
              <a:spcBef>
                <a:spcPts val="5"/>
              </a:spcBef>
              <a:buFont typeface="Arial MT"/>
              <a:buChar char="•"/>
              <a:tabLst>
                <a:tab pos="354965" algn="l"/>
                <a:tab pos="355600" algn="l"/>
              </a:tabLst>
            </a:pPr>
            <a:r>
              <a:rPr sz="2200" spc="-5" dirty="0">
                <a:latin typeface="Franklin Gothic Medium"/>
                <a:cs typeface="Franklin Gothic Medium"/>
              </a:rPr>
              <a:t>A</a:t>
            </a:r>
            <a:r>
              <a:rPr sz="2200" spc="140" dirty="0">
                <a:latin typeface="Franklin Gothic Medium"/>
                <a:cs typeface="Franklin Gothic Medium"/>
              </a:rPr>
              <a:t> </a:t>
            </a:r>
            <a:r>
              <a:rPr sz="2200" spc="-10" dirty="0">
                <a:latin typeface="Franklin Gothic Medium"/>
                <a:cs typeface="Franklin Gothic Medium"/>
              </a:rPr>
              <a:t>computer</a:t>
            </a:r>
            <a:r>
              <a:rPr sz="2200" spc="155" dirty="0">
                <a:latin typeface="Franklin Gothic Medium"/>
                <a:cs typeface="Franklin Gothic Medium"/>
              </a:rPr>
              <a:t> </a:t>
            </a:r>
            <a:r>
              <a:rPr sz="2200" spc="-5" dirty="0">
                <a:latin typeface="Franklin Gothic Medium"/>
                <a:cs typeface="Franklin Gothic Medium"/>
              </a:rPr>
              <a:t>program</a:t>
            </a:r>
            <a:r>
              <a:rPr sz="2200" spc="145" dirty="0">
                <a:latin typeface="Franklin Gothic Medium"/>
                <a:cs typeface="Franklin Gothic Medium"/>
              </a:rPr>
              <a:t> </a:t>
            </a:r>
            <a:r>
              <a:rPr sz="2200" spc="-5" dirty="0">
                <a:latin typeface="Franklin Gothic Medium"/>
                <a:cs typeface="Franklin Gothic Medium"/>
              </a:rPr>
              <a:t>is</a:t>
            </a:r>
            <a:r>
              <a:rPr sz="2200" spc="150" dirty="0">
                <a:latin typeface="Franklin Gothic Medium"/>
                <a:cs typeface="Franklin Gothic Medium"/>
              </a:rPr>
              <a:t> </a:t>
            </a:r>
            <a:r>
              <a:rPr sz="2200" spc="-5" dirty="0">
                <a:latin typeface="Franklin Gothic Medium"/>
                <a:cs typeface="Franklin Gothic Medium"/>
              </a:rPr>
              <a:t>also</a:t>
            </a:r>
            <a:r>
              <a:rPr sz="2200" spc="150" dirty="0">
                <a:latin typeface="Franklin Gothic Medium"/>
                <a:cs typeface="Franklin Gothic Medium"/>
              </a:rPr>
              <a:t> </a:t>
            </a:r>
            <a:r>
              <a:rPr sz="2200" spc="-5" dirty="0">
                <a:latin typeface="Franklin Gothic Medium"/>
                <a:cs typeface="Franklin Gothic Medium"/>
              </a:rPr>
              <a:t>called</a:t>
            </a:r>
            <a:r>
              <a:rPr sz="2200" spc="155" dirty="0">
                <a:latin typeface="Franklin Gothic Medium"/>
                <a:cs typeface="Franklin Gothic Medium"/>
              </a:rPr>
              <a:t> </a:t>
            </a:r>
            <a:r>
              <a:rPr sz="2200" spc="-5" dirty="0">
                <a:latin typeface="Franklin Gothic Medium"/>
                <a:cs typeface="Franklin Gothic Medium"/>
              </a:rPr>
              <a:t>a</a:t>
            </a:r>
            <a:r>
              <a:rPr sz="2200" spc="140" dirty="0">
                <a:latin typeface="Franklin Gothic Medium"/>
                <a:cs typeface="Franklin Gothic Medium"/>
              </a:rPr>
              <a:t> </a:t>
            </a:r>
            <a:r>
              <a:rPr sz="2200" spc="-10" dirty="0">
                <a:solidFill>
                  <a:srgbClr val="006FC0"/>
                </a:solidFill>
                <a:latin typeface="Franklin Gothic Medium"/>
                <a:cs typeface="Franklin Gothic Medium"/>
              </a:rPr>
              <a:t>computer</a:t>
            </a:r>
            <a:r>
              <a:rPr sz="2200" spc="160" dirty="0">
                <a:solidFill>
                  <a:srgbClr val="006FC0"/>
                </a:solidFill>
                <a:latin typeface="Franklin Gothic Medium"/>
                <a:cs typeface="Franklin Gothic Medium"/>
              </a:rPr>
              <a:t> </a:t>
            </a:r>
            <a:r>
              <a:rPr sz="2200" dirty="0">
                <a:solidFill>
                  <a:srgbClr val="006FC0"/>
                </a:solidFill>
                <a:latin typeface="Franklin Gothic Medium"/>
                <a:cs typeface="Franklin Gothic Medium"/>
              </a:rPr>
              <a:t>software</a:t>
            </a:r>
            <a:r>
              <a:rPr sz="2200" dirty="0">
                <a:latin typeface="Franklin Gothic Medium"/>
                <a:cs typeface="Franklin Gothic Medium"/>
              </a:rPr>
              <a:t>,</a:t>
            </a:r>
            <a:r>
              <a:rPr sz="2200" spc="135" dirty="0">
                <a:latin typeface="Franklin Gothic Medium"/>
                <a:cs typeface="Franklin Gothic Medium"/>
              </a:rPr>
              <a:t> </a:t>
            </a:r>
            <a:r>
              <a:rPr sz="2200" dirty="0">
                <a:latin typeface="Franklin Gothic Medium"/>
                <a:cs typeface="Franklin Gothic Medium"/>
              </a:rPr>
              <a:t>which</a:t>
            </a:r>
            <a:r>
              <a:rPr sz="2200" spc="150" dirty="0">
                <a:latin typeface="Franklin Gothic Medium"/>
                <a:cs typeface="Franklin Gothic Medium"/>
              </a:rPr>
              <a:t> </a:t>
            </a:r>
            <a:r>
              <a:rPr sz="2200" spc="-5" dirty="0">
                <a:latin typeface="Franklin Gothic Medium"/>
                <a:cs typeface="Franklin Gothic Medium"/>
              </a:rPr>
              <a:t>can</a:t>
            </a:r>
            <a:r>
              <a:rPr sz="2200" spc="145" dirty="0">
                <a:latin typeface="Franklin Gothic Medium"/>
                <a:cs typeface="Franklin Gothic Medium"/>
              </a:rPr>
              <a:t> </a:t>
            </a:r>
            <a:r>
              <a:rPr sz="2200" spc="-5" dirty="0">
                <a:latin typeface="Franklin Gothic Medium"/>
                <a:cs typeface="Franklin Gothic Medium"/>
              </a:rPr>
              <a:t>range</a:t>
            </a:r>
            <a:r>
              <a:rPr sz="2200" spc="140" dirty="0">
                <a:latin typeface="Franklin Gothic Medium"/>
                <a:cs typeface="Franklin Gothic Medium"/>
              </a:rPr>
              <a:t> </a:t>
            </a:r>
            <a:r>
              <a:rPr sz="2200" spc="-5" dirty="0">
                <a:latin typeface="Franklin Gothic Medium"/>
                <a:cs typeface="Franklin Gothic Medium"/>
              </a:rPr>
              <a:t>from</a:t>
            </a:r>
            <a:r>
              <a:rPr sz="2200" spc="150" dirty="0">
                <a:latin typeface="Franklin Gothic Medium"/>
                <a:cs typeface="Franklin Gothic Medium"/>
              </a:rPr>
              <a:t> </a:t>
            </a:r>
            <a:r>
              <a:rPr sz="2200" spc="-10" dirty="0">
                <a:latin typeface="Franklin Gothic Medium"/>
                <a:cs typeface="Franklin Gothic Medium"/>
              </a:rPr>
              <a:t>two</a:t>
            </a:r>
            <a:r>
              <a:rPr sz="2200" spc="150" dirty="0">
                <a:latin typeface="Franklin Gothic Medium"/>
                <a:cs typeface="Franklin Gothic Medium"/>
              </a:rPr>
              <a:t> </a:t>
            </a:r>
            <a:r>
              <a:rPr sz="2200" spc="-10" dirty="0">
                <a:latin typeface="Franklin Gothic Medium"/>
                <a:cs typeface="Franklin Gothic Medium"/>
              </a:rPr>
              <a:t>lines </a:t>
            </a:r>
            <a:r>
              <a:rPr sz="2200" spc="-535" dirty="0">
                <a:latin typeface="Franklin Gothic Medium"/>
                <a:cs typeface="Franklin Gothic Medium"/>
              </a:rPr>
              <a:t> </a:t>
            </a:r>
            <a:r>
              <a:rPr sz="2200" spc="-25" dirty="0">
                <a:latin typeface="Franklin Gothic Medium"/>
                <a:cs typeface="Franklin Gothic Medium"/>
              </a:rPr>
              <a:t>to</a:t>
            </a:r>
            <a:r>
              <a:rPr sz="2200" dirty="0">
                <a:latin typeface="Franklin Gothic Medium"/>
                <a:cs typeface="Franklin Gothic Medium"/>
              </a:rPr>
              <a:t> </a:t>
            </a:r>
            <a:r>
              <a:rPr sz="2200" spc="-5" dirty="0">
                <a:latin typeface="Franklin Gothic Medium"/>
                <a:cs typeface="Franklin Gothic Medium"/>
              </a:rPr>
              <a:t>millions</a:t>
            </a:r>
            <a:r>
              <a:rPr sz="2200" spc="-1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lines</a:t>
            </a:r>
            <a:r>
              <a:rPr sz="220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instructions.</a:t>
            </a:r>
            <a:endParaRPr sz="2200" dirty="0">
              <a:latin typeface="Franklin Gothic Medium"/>
              <a:cs typeface="Franklin Gothic Medium"/>
            </a:endParaRPr>
          </a:p>
          <a:p>
            <a:pPr marL="355600" indent="-342900">
              <a:lnSpc>
                <a:spcPct val="100000"/>
              </a:lnSpc>
              <a:spcBef>
                <a:spcPts val="1320"/>
              </a:spcBef>
              <a:buFont typeface="Arial MT"/>
              <a:buChar char="•"/>
              <a:tabLst>
                <a:tab pos="354965" algn="l"/>
                <a:tab pos="355600" algn="l"/>
                <a:tab pos="1692275" algn="l"/>
                <a:tab pos="2870200" algn="l"/>
                <a:tab pos="4420235" algn="l"/>
                <a:tab pos="4967605" algn="l"/>
                <a:tab pos="5619750" algn="l"/>
                <a:tab pos="6491605" algn="l"/>
                <a:tab pos="7668259" algn="l"/>
                <a:tab pos="8619490" algn="l"/>
                <a:tab pos="9351010" algn="l"/>
                <a:tab pos="9962515" algn="l"/>
              </a:tabLst>
            </a:pPr>
            <a:r>
              <a:rPr sz="2200" spc="-10" dirty="0">
                <a:latin typeface="Franklin Gothic Medium"/>
                <a:cs typeface="Franklin Gothic Medium"/>
              </a:rPr>
              <a:t>Compu</a:t>
            </a:r>
            <a:r>
              <a:rPr sz="2200" spc="-40" dirty="0">
                <a:latin typeface="Franklin Gothic Medium"/>
                <a:cs typeface="Franklin Gothic Medium"/>
              </a:rPr>
              <a:t>t</a:t>
            </a:r>
            <a:r>
              <a:rPr sz="2200" spc="-10" dirty="0">
                <a:latin typeface="Franklin Gothic Medium"/>
                <a:cs typeface="Franklin Gothic Medium"/>
              </a:rPr>
              <a:t>e</a:t>
            </a:r>
            <a:r>
              <a:rPr sz="2200" spc="-5" dirty="0">
                <a:latin typeface="Franklin Gothic Medium"/>
                <a:cs typeface="Franklin Gothic Medium"/>
              </a:rPr>
              <a:t>r</a:t>
            </a:r>
            <a:r>
              <a:rPr sz="2200" dirty="0">
                <a:latin typeface="Franklin Gothic Medium"/>
                <a:cs typeface="Franklin Gothic Medium"/>
              </a:rPr>
              <a:t>	</a:t>
            </a:r>
            <a:r>
              <a:rPr sz="2200" spc="-5" dirty="0">
                <a:latin typeface="Franklin Gothic Medium"/>
                <a:cs typeface="Franklin Gothic Medium"/>
              </a:rPr>
              <a:t>p</a:t>
            </a:r>
            <a:r>
              <a:rPr sz="2200" spc="-15" dirty="0">
                <a:latin typeface="Franklin Gothic Medium"/>
                <a:cs typeface="Franklin Gothic Medium"/>
              </a:rPr>
              <a:t>r</a:t>
            </a:r>
            <a:r>
              <a:rPr sz="2200" spc="-5" dirty="0">
                <a:latin typeface="Franklin Gothic Medium"/>
                <a:cs typeface="Franklin Gothic Medium"/>
              </a:rPr>
              <a:t>o</a:t>
            </a:r>
            <a:r>
              <a:rPr sz="2200" spc="-15" dirty="0">
                <a:latin typeface="Franklin Gothic Medium"/>
                <a:cs typeface="Franklin Gothic Medium"/>
              </a:rPr>
              <a:t>g</a:t>
            </a:r>
            <a:r>
              <a:rPr sz="2200" spc="-5" dirty="0">
                <a:latin typeface="Franklin Gothic Medium"/>
                <a:cs typeface="Franklin Gothic Medium"/>
              </a:rPr>
              <a:t>ram</a:t>
            </a:r>
            <a:r>
              <a:rPr sz="2200" dirty="0">
                <a:latin typeface="Franklin Gothic Medium"/>
                <a:cs typeface="Franklin Gothic Medium"/>
              </a:rPr>
              <a:t>	</a:t>
            </a:r>
            <a:r>
              <a:rPr sz="2200" spc="-5" dirty="0">
                <a:latin typeface="Franklin Gothic Medium"/>
                <a:cs typeface="Franklin Gothic Medium"/>
              </a:rPr>
              <a:t>instructions</a:t>
            </a:r>
            <a:r>
              <a:rPr sz="2200" dirty="0">
                <a:latin typeface="Franklin Gothic Medium"/>
                <a:cs typeface="Franklin Gothic Medium"/>
              </a:rPr>
              <a:t>	</a:t>
            </a:r>
            <a:r>
              <a:rPr sz="2200" spc="-5" dirty="0">
                <a:latin typeface="Franklin Gothic Medium"/>
                <a:cs typeface="Franklin Gothic Medium"/>
              </a:rPr>
              <a:t>are</a:t>
            </a:r>
            <a:r>
              <a:rPr sz="2200" dirty="0">
                <a:latin typeface="Franklin Gothic Medium"/>
                <a:cs typeface="Franklin Gothic Medium"/>
              </a:rPr>
              <a:t>	</a:t>
            </a:r>
            <a:r>
              <a:rPr sz="2200" spc="-5" dirty="0">
                <a:latin typeface="Franklin Gothic Medium"/>
                <a:cs typeface="Franklin Gothic Medium"/>
              </a:rPr>
              <a:t>also</a:t>
            </a:r>
            <a:r>
              <a:rPr sz="2200" dirty="0">
                <a:latin typeface="Franklin Gothic Medium"/>
                <a:cs typeface="Franklin Gothic Medium"/>
              </a:rPr>
              <a:t>	</a:t>
            </a:r>
            <a:r>
              <a:rPr sz="2200" spc="-5" dirty="0">
                <a:latin typeface="Franklin Gothic Medium"/>
                <a:cs typeface="Franklin Gothic Medium"/>
              </a:rPr>
              <a:t>called</a:t>
            </a:r>
            <a:r>
              <a:rPr sz="2200" dirty="0">
                <a:latin typeface="Franklin Gothic Medium"/>
                <a:cs typeface="Franklin Gothic Medium"/>
              </a:rPr>
              <a:t>	</a:t>
            </a:r>
            <a:r>
              <a:rPr sz="2200" spc="-5" dirty="0">
                <a:latin typeface="Franklin Gothic Medium"/>
                <a:cs typeface="Franklin Gothic Medium"/>
              </a:rPr>
              <a:t>p</a:t>
            </a:r>
            <a:r>
              <a:rPr sz="2200" spc="-15" dirty="0">
                <a:latin typeface="Franklin Gothic Medium"/>
                <a:cs typeface="Franklin Gothic Medium"/>
              </a:rPr>
              <a:t>r</a:t>
            </a:r>
            <a:r>
              <a:rPr sz="2200" spc="-20" dirty="0">
                <a:latin typeface="Franklin Gothic Medium"/>
                <a:cs typeface="Franklin Gothic Medium"/>
              </a:rPr>
              <a:t>o</a:t>
            </a:r>
            <a:r>
              <a:rPr sz="2200" spc="-10" dirty="0">
                <a:latin typeface="Franklin Gothic Medium"/>
                <a:cs typeface="Franklin Gothic Medium"/>
              </a:rPr>
              <a:t>gra</a:t>
            </a:r>
            <a:r>
              <a:rPr sz="2200" spc="-5" dirty="0">
                <a:latin typeface="Franklin Gothic Medium"/>
                <a:cs typeface="Franklin Gothic Medium"/>
              </a:rPr>
              <a:t>m</a:t>
            </a:r>
            <a:r>
              <a:rPr sz="2200" dirty="0">
                <a:latin typeface="Franklin Gothic Medium"/>
                <a:cs typeface="Franklin Gothic Medium"/>
              </a:rPr>
              <a:t>	</a:t>
            </a:r>
            <a:r>
              <a:rPr sz="2200" spc="-10" dirty="0">
                <a:solidFill>
                  <a:srgbClr val="006FC0"/>
                </a:solidFill>
                <a:latin typeface="Franklin Gothic Medium"/>
                <a:cs typeface="Franklin Gothic Medium"/>
              </a:rPr>
              <a:t>so</a:t>
            </a:r>
            <a:r>
              <a:rPr sz="2200" spc="-5" dirty="0">
                <a:solidFill>
                  <a:srgbClr val="006FC0"/>
                </a:solidFill>
                <a:latin typeface="Franklin Gothic Medium"/>
                <a:cs typeface="Franklin Gothic Medium"/>
              </a:rPr>
              <a:t>u</a:t>
            </a:r>
            <a:r>
              <a:rPr sz="2200" spc="-15" dirty="0">
                <a:solidFill>
                  <a:srgbClr val="006FC0"/>
                </a:solidFill>
                <a:latin typeface="Franklin Gothic Medium"/>
                <a:cs typeface="Franklin Gothic Medium"/>
              </a:rPr>
              <a:t>r</a:t>
            </a:r>
            <a:r>
              <a:rPr sz="2200" spc="-5" dirty="0">
                <a:solidFill>
                  <a:srgbClr val="006FC0"/>
                </a:solidFill>
                <a:latin typeface="Franklin Gothic Medium"/>
                <a:cs typeface="Franklin Gothic Medium"/>
              </a:rPr>
              <a:t>ce</a:t>
            </a:r>
            <a:r>
              <a:rPr sz="2200" dirty="0">
                <a:solidFill>
                  <a:srgbClr val="006FC0"/>
                </a:solidFill>
                <a:latin typeface="Franklin Gothic Medium"/>
                <a:cs typeface="Franklin Gothic Medium"/>
              </a:rPr>
              <a:t>	</a:t>
            </a:r>
            <a:r>
              <a:rPr sz="2200" spc="-5" dirty="0">
                <a:solidFill>
                  <a:srgbClr val="006FC0"/>
                </a:solidFill>
                <a:latin typeface="Franklin Gothic Medium"/>
                <a:cs typeface="Franklin Gothic Medium"/>
              </a:rPr>
              <a:t>code</a:t>
            </a:r>
            <a:r>
              <a:rPr sz="2200" dirty="0">
                <a:solidFill>
                  <a:srgbClr val="006FC0"/>
                </a:solidFill>
                <a:latin typeface="Franklin Gothic Medium"/>
                <a:cs typeface="Franklin Gothic Medium"/>
              </a:rPr>
              <a:t>	</a:t>
            </a:r>
            <a:r>
              <a:rPr sz="2200" spc="-5" dirty="0">
                <a:latin typeface="Franklin Gothic Medium"/>
                <a:cs typeface="Franklin Gothic Medium"/>
              </a:rPr>
              <a:t>and</a:t>
            </a:r>
            <a:r>
              <a:rPr sz="2200" dirty="0">
                <a:latin typeface="Franklin Gothic Medium"/>
                <a:cs typeface="Franklin Gothic Medium"/>
              </a:rPr>
              <a:t>	</a:t>
            </a:r>
            <a:r>
              <a:rPr sz="2200" spc="-5" dirty="0">
                <a:latin typeface="Franklin Gothic Medium"/>
                <a:cs typeface="Franklin Gothic Medium"/>
              </a:rPr>
              <a:t>comp</a:t>
            </a:r>
            <a:r>
              <a:rPr sz="2200" dirty="0">
                <a:latin typeface="Franklin Gothic Medium"/>
                <a:cs typeface="Franklin Gothic Medium"/>
              </a:rPr>
              <a:t>u</a:t>
            </a:r>
            <a:r>
              <a:rPr sz="2200" spc="-30" dirty="0">
                <a:latin typeface="Franklin Gothic Medium"/>
                <a:cs typeface="Franklin Gothic Medium"/>
              </a:rPr>
              <a:t>t</a:t>
            </a:r>
            <a:r>
              <a:rPr sz="2200" spc="-10" dirty="0">
                <a:latin typeface="Franklin Gothic Medium"/>
                <a:cs typeface="Franklin Gothic Medium"/>
              </a:rPr>
              <a:t>er</a:t>
            </a:r>
            <a:endParaRPr sz="2200" dirty="0">
              <a:latin typeface="Franklin Gothic Medium"/>
              <a:cs typeface="Franklin Gothic Medium"/>
            </a:endParaRPr>
          </a:p>
          <a:p>
            <a:pPr marL="354965">
              <a:lnSpc>
                <a:spcPct val="100000"/>
              </a:lnSpc>
              <a:spcBef>
                <a:spcPts val="1320"/>
              </a:spcBef>
            </a:pPr>
            <a:r>
              <a:rPr sz="2200" spc="-5" dirty="0">
                <a:latin typeface="Franklin Gothic Medium"/>
                <a:cs typeface="Franklin Gothic Medium"/>
              </a:rPr>
              <a:t>programming</a:t>
            </a:r>
            <a:r>
              <a:rPr sz="2200" spc="-25"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5" dirty="0">
                <a:latin typeface="Franklin Gothic Medium"/>
                <a:cs typeface="Franklin Gothic Medium"/>
              </a:rPr>
              <a:t>also</a:t>
            </a:r>
            <a:r>
              <a:rPr sz="2200" spc="5" dirty="0">
                <a:latin typeface="Franklin Gothic Medium"/>
                <a:cs typeface="Franklin Gothic Medium"/>
              </a:rPr>
              <a:t> </a:t>
            </a:r>
            <a:r>
              <a:rPr sz="2200" spc="-5" dirty="0">
                <a:latin typeface="Franklin Gothic Medium"/>
                <a:cs typeface="Franklin Gothic Medium"/>
              </a:rPr>
              <a:t>called</a:t>
            </a:r>
            <a:r>
              <a:rPr sz="2200" spc="5" dirty="0">
                <a:latin typeface="Franklin Gothic Medium"/>
                <a:cs typeface="Franklin Gothic Medium"/>
              </a:rPr>
              <a:t> </a:t>
            </a:r>
            <a:r>
              <a:rPr sz="2200" spc="-5" dirty="0">
                <a:latin typeface="Franklin Gothic Medium"/>
                <a:cs typeface="Franklin Gothic Medium"/>
              </a:rPr>
              <a:t>program</a:t>
            </a:r>
            <a:r>
              <a:rPr sz="2200" spc="-25" dirty="0">
                <a:latin typeface="Franklin Gothic Medium"/>
                <a:cs typeface="Franklin Gothic Medium"/>
              </a:rPr>
              <a:t> </a:t>
            </a:r>
            <a:r>
              <a:rPr sz="2200" spc="-5" dirty="0">
                <a:latin typeface="Franklin Gothic Medium"/>
                <a:cs typeface="Franklin Gothic Medium"/>
              </a:rPr>
              <a:t>coding.</a:t>
            </a:r>
            <a:endParaRPr sz="2200" dirty="0">
              <a:latin typeface="Franklin Gothic Medium"/>
              <a:cs typeface="Franklin Gothic Medium"/>
            </a:endParaRPr>
          </a:p>
          <a:p>
            <a:pPr marL="354965" marR="7620" indent="-342900">
              <a:lnSpc>
                <a:spcPct val="150000"/>
              </a:lnSpc>
              <a:buFont typeface="Arial MT"/>
              <a:buChar char="•"/>
              <a:tabLst>
                <a:tab pos="354965" algn="l"/>
                <a:tab pos="355600" algn="l"/>
              </a:tabLst>
            </a:pPr>
            <a:r>
              <a:rPr sz="2200" spc="-5" dirty="0">
                <a:latin typeface="Franklin Gothic Medium"/>
                <a:cs typeface="Franklin Gothic Medium"/>
              </a:rPr>
              <a:t>A</a:t>
            </a:r>
            <a:r>
              <a:rPr sz="2200" spc="290" dirty="0">
                <a:latin typeface="Franklin Gothic Medium"/>
                <a:cs typeface="Franklin Gothic Medium"/>
              </a:rPr>
              <a:t> </a:t>
            </a:r>
            <a:r>
              <a:rPr sz="2200" spc="-10" dirty="0">
                <a:latin typeface="Franklin Gothic Medium"/>
                <a:cs typeface="Franklin Gothic Medium"/>
              </a:rPr>
              <a:t>computer</a:t>
            </a:r>
            <a:r>
              <a:rPr sz="2200" spc="300" dirty="0">
                <a:latin typeface="Franklin Gothic Medium"/>
                <a:cs typeface="Franklin Gothic Medium"/>
              </a:rPr>
              <a:t> </a:t>
            </a:r>
            <a:r>
              <a:rPr sz="2200" spc="-5" dirty="0">
                <a:latin typeface="Franklin Gothic Medium"/>
                <a:cs typeface="Franklin Gothic Medium"/>
              </a:rPr>
              <a:t>without</a:t>
            </a:r>
            <a:r>
              <a:rPr sz="2200" spc="300" dirty="0">
                <a:latin typeface="Franklin Gothic Medium"/>
                <a:cs typeface="Franklin Gothic Medium"/>
              </a:rPr>
              <a:t> </a:t>
            </a:r>
            <a:r>
              <a:rPr sz="2200" spc="-5" dirty="0">
                <a:latin typeface="Franklin Gothic Medium"/>
                <a:cs typeface="Franklin Gothic Medium"/>
              </a:rPr>
              <a:t>a</a:t>
            </a:r>
            <a:r>
              <a:rPr sz="2200" spc="295" dirty="0">
                <a:latin typeface="Franklin Gothic Medium"/>
                <a:cs typeface="Franklin Gothic Medium"/>
              </a:rPr>
              <a:t> </a:t>
            </a:r>
            <a:r>
              <a:rPr sz="2200" spc="-10" dirty="0">
                <a:latin typeface="Franklin Gothic Medium"/>
                <a:cs typeface="Franklin Gothic Medium"/>
              </a:rPr>
              <a:t>computer</a:t>
            </a:r>
            <a:r>
              <a:rPr sz="2200" spc="305" dirty="0">
                <a:latin typeface="Franklin Gothic Medium"/>
                <a:cs typeface="Franklin Gothic Medium"/>
              </a:rPr>
              <a:t> </a:t>
            </a:r>
            <a:r>
              <a:rPr sz="2200" spc="-5" dirty="0">
                <a:latin typeface="Franklin Gothic Medium"/>
                <a:cs typeface="Franklin Gothic Medium"/>
              </a:rPr>
              <a:t>program</a:t>
            </a:r>
            <a:r>
              <a:rPr sz="2200" spc="290" dirty="0">
                <a:latin typeface="Franklin Gothic Medium"/>
                <a:cs typeface="Franklin Gothic Medium"/>
              </a:rPr>
              <a:t> </a:t>
            </a:r>
            <a:r>
              <a:rPr sz="2200" spc="-5" dirty="0">
                <a:latin typeface="Franklin Gothic Medium"/>
                <a:cs typeface="Franklin Gothic Medium"/>
              </a:rPr>
              <a:t>is</a:t>
            </a:r>
            <a:r>
              <a:rPr sz="2200" spc="290" dirty="0">
                <a:latin typeface="Franklin Gothic Medium"/>
                <a:cs typeface="Franklin Gothic Medium"/>
              </a:rPr>
              <a:t> </a:t>
            </a:r>
            <a:r>
              <a:rPr sz="2200" spc="-5" dirty="0">
                <a:latin typeface="Franklin Gothic Medium"/>
                <a:cs typeface="Franklin Gothic Medium"/>
              </a:rPr>
              <a:t>just</a:t>
            </a:r>
            <a:r>
              <a:rPr sz="2200" spc="295" dirty="0">
                <a:latin typeface="Franklin Gothic Medium"/>
                <a:cs typeface="Franklin Gothic Medium"/>
              </a:rPr>
              <a:t> </a:t>
            </a:r>
            <a:r>
              <a:rPr sz="2200" spc="-5" dirty="0">
                <a:latin typeface="Franklin Gothic Medium"/>
                <a:cs typeface="Franklin Gothic Medium"/>
              </a:rPr>
              <a:t>a</a:t>
            </a:r>
            <a:r>
              <a:rPr sz="2200" spc="300" dirty="0">
                <a:latin typeface="Franklin Gothic Medium"/>
                <a:cs typeface="Franklin Gothic Medium"/>
              </a:rPr>
              <a:t> </a:t>
            </a:r>
            <a:r>
              <a:rPr sz="2200" spc="-5" dirty="0">
                <a:latin typeface="Franklin Gothic Medium"/>
                <a:cs typeface="Franklin Gothic Medium"/>
              </a:rPr>
              <a:t>dump</a:t>
            </a:r>
            <a:r>
              <a:rPr sz="2200" spc="300" dirty="0">
                <a:latin typeface="Franklin Gothic Medium"/>
                <a:cs typeface="Franklin Gothic Medium"/>
              </a:rPr>
              <a:t> </a:t>
            </a:r>
            <a:r>
              <a:rPr sz="2200" spc="-10" dirty="0">
                <a:latin typeface="Franklin Gothic Medium"/>
                <a:cs typeface="Franklin Gothic Medium"/>
              </a:rPr>
              <a:t>box;</a:t>
            </a:r>
            <a:r>
              <a:rPr sz="2200" spc="280" dirty="0">
                <a:latin typeface="Franklin Gothic Medium"/>
                <a:cs typeface="Franklin Gothic Medium"/>
              </a:rPr>
              <a:t> </a:t>
            </a:r>
            <a:r>
              <a:rPr sz="2200" spc="-5" dirty="0">
                <a:latin typeface="Franklin Gothic Medium"/>
                <a:cs typeface="Franklin Gothic Medium"/>
              </a:rPr>
              <a:t>it</a:t>
            </a:r>
            <a:r>
              <a:rPr sz="2200" spc="295" dirty="0">
                <a:latin typeface="Franklin Gothic Medium"/>
                <a:cs typeface="Franklin Gothic Medium"/>
              </a:rPr>
              <a:t> </a:t>
            </a:r>
            <a:r>
              <a:rPr sz="2200" spc="-5" dirty="0">
                <a:latin typeface="Franklin Gothic Medium"/>
                <a:cs typeface="Franklin Gothic Medium"/>
              </a:rPr>
              <a:t>is</a:t>
            </a:r>
            <a:r>
              <a:rPr sz="2200" spc="295" dirty="0">
                <a:latin typeface="Franklin Gothic Medium"/>
                <a:cs typeface="Franklin Gothic Medium"/>
              </a:rPr>
              <a:t> </a:t>
            </a:r>
            <a:r>
              <a:rPr sz="2200" spc="-10" dirty="0">
                <a:latin typeface="Franklin Gothic Medium"/>
                <a:cs typeface="Franklin Gothic Medium"/>
              </a:rPr>
              <a:t>programs</a:t>
            </a:r>
            <a:r>
              <a:rPr sz="2200" spc="285" dirty="0">
                <a:latin typeface="Franklin Gothic Medium"/>
                <a:cs typeface="Franklin Gothic Medium"/>
              </a:rPr>
              <a:t> </a:t>
            </a:r>
            <a:r>
              <a:rPr sz="2200" spc="-10" dirty="0">
                <a:latin typeface="Franklin Gothic Medium"/>
                <a:cs typeface="Franklin Gothic Medium"/>
              </a:rPr>
              <a:t>that</a:t>
            </a:r>
            <a:r>
              <a:rPr sz="2200" spc="295" dirty="0">
                <a:latin typeface="Franklin Gothic Medium"/>
                <a:cs typeface="Franklin Gothic Medium"/>
              </a:rPr>
              <a:t> </a:t>
            </a:r>
            <a:r>
              <a:rPr sz="2200" spc="-10" dirty="0">
                <a:latin typeface="Franklin Gothic Medium"/>
                <a:cs typeface="Franklin Gothic Medium"/>
              </a:rPr>
              <a:t>make </a:t>
            </a:r>
            <a:r>
              <a:rPr sz="2200" spc="-535" dirty="0">
                <a:latin typeface="Franklin Gothic Medium"/>
                <a:cs typeface="Franklin Gothic Medium"/>
              </a:rPr>
              <a:t> </a:t>
            </a:r>
            <a:r>
              <a:rPr sz="2200" spc="-5" dirty="0">
                <a:latin typeface="Franklin Gothic Medium"/>
                <a:cs typeface="Franklin Gothic Medium"/>
              </a:rPr>
              <a:t>computers</a:t>
            </a:r>
            <a:r>
              <a:rPr sz="2200" spc="10" dirty="0">
                <a:latin typeface="Franklin Gothic Medium"/>
                <a:cs typeface="Franklin Gothic Medium"/>
              </a:rPr>
              <a:t> </a:t>
            </a:r>
            <a:r>
              <a:rPr sz="2200" spc="-10" dirty="0">
                <a:latin typeface="Franklin Gothic Medium"/>
                <a:cs typeface="Franklin Gothic Medium"/>
              </a:rPr>
              <a:t>active.</a:t>
            </a:r>
            <a:endParaRPr sz="2200" dirty="0">
              <a:latin typeface="Franklin Gothic Medium"/>
              <a:cs typeface="Franklin Gothic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845" y="183007"/>
            <a:ext cx="7280909"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C00000"/>
                </a:solidFill>
                <a:latin typeface="Franklin Gothic Medium"/>
                <a:cs typeface="Franklin Gothic Medium"/>
              </a:rPr>
              <a:t>Art</a:t>
            </a:r>
            <a:r>
              <a:rPr sz="2400" spc="-2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Programming</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through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Algorithms</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and</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Flowcharts</a:t>
            </a:r>
            <a:endParaRPr sz="2400" dirty="0">
              <a:latin typeface="Franklin Gothic Medium"/>
              <a:cs typeface="Franklin Gothic Medium"/>
            </a:endParaRPr>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a:spLocks noGrp="1"/>
          </p:cNvSpPr>
          <p:nvPr>
            <p:ph type="title"/>
          </p:nvPr>
        </p:nvSpPr>
        <p:spPr>
          <a:xfrm>
            <a:off x="8763000" y="232869"/>
            <a:ext cx="3116326" cy="44307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7" name="object 7"/>
          <p:cNvSpPr txBox="1"/>
          <p:nvPr/>
        </p:nvSpPr>
        <p:spPr>
          <a:xfrm>
            <a:off x="609600" y="1524000"/>
            <a:ext cx="7823834" cy="2312035"/>
          </a:xfrm>
          <a:prstGeom prst="rect">
            <a:avLst/>
          </a:prstGeom>
        </p:spPr>
        <p:txBody>
          <a:bodyPr vert="horz" wrap="square" lIns="0" tIns="165100" rIns="0" bIns="0" rtlCol="0">
            <a:spAutoFit/>
          </a:bodyPr>
          <a:lstStyle/>
          <a:p>
            <a:pPr marL="12700">
              <a:lnSpc>
                <a:spcPct val="100000"/>
              </a:lnSpc>
              <a:spcBef>
                <a:spcPts val="1300"/>
              </a:spcBef>
            </a:pPr>
            <a:r>
              <a:rPr sz="2000" dirty="0">
                <a:solidFill>
                  <a:srgbClr val="000099"/>
                </a:solidFill>
                <a:latin typeface="Franklin Gothic Medium"/>
                <a:cs typeface="Franklin Gothic Medium"/>
              </a:rPr>
              <a:t>Algorithm</a:t>
            </a:r>
            <a:endParaRPr sz="2000" dirty="0">
              <a:latin typeface="Franklin Gothic Medium"/>
              <a:cs typeface="Franklin Gothic Medium"/>
            </a:endParaRPr>
          </a:p>
          <a:p>
            <a:pPr marL="12700">
              <a:lnSpc>
                <a:spcPct val="100000"/>
              </a:lnSpc>
              <a:spcBef>
                <a:spcPts val="1200"/>
              </a:spcBef>
            </a:pPr>
            <a:r>
              <a:rPr sz="2000" spc="-15" dirty="0">
                <a:latin typeface="Franklin Gothic Medium"/>
                <a:cs typeface="Franklin Gothic Medium"/>
              </a:rPr>
              <a:t>Step</a:t>
            </a:r>
            <a:r>
              <a:rPr sz="2000" spc="-5" dirty="0">
                <a:latin typeface="Franklin Gothic Medium"/>
                <a:cs typeface="Franklin Gothic Medium"/>
              </a:rPr>
              <a:t> </a:t>
            </a:r>
            <a:r>
              <a:rPr sz="2000" spc="-15" dirty="0">
                <a:latin typeface="Franklin Gothic Medium"/>
                <a:cs typeface="Franklin Gothic Medium"/>
              </a:rPr>
              <a:t>by</a:t>
            </a:r>
            <a:r>
              <a:rPr sz="2000" spc="-5" dirty="0">
                <a:latin typeface="Franklin Gothic Medium"/>
                <a:cs typeface="Franklin Gothic Medium"/>
              </a:rPr>
              <a:t> </a:t>
            </a:r>
            <a:r>
              <a:rPr sz="2000" spc="-10" dirty="0">
                <a:latin typeface="Franklin Gothic Medium"/>
                <a:cs typeface="Franklin Gothic Medium"/>
              </a:rPr>
              <a:t>step</a:t>
            </a:r>
            <a:r>
              <a:rPr sz="2000" spc="-15" dirty="0">
                <a:latin typeface="Franklin Gothic Medium"/>
                <a:cs typeface="Franklin Gothic Medium"/>
              </a:rPr>
              <a:t> </a:t>
            </a:r>
            <a:r>
              <a:rPr sz="2000" spc="-5" dirty="0">
                <a:latin typeface="Franklin Gothic Medium"/>
                <a:cs typeface="Franklin Gothic Medium"/>
              </a:rPr>
              <a:t>procedure</a:t>
            </a:r>
            <a:r>
              <a:rPr sz="2000" dirty="0">
                <a:latin typeface="Franklin Gothic Medium"/>
                <a:cs typeface="Franklin Gothic Medium"/>
              </a:rPr>
              <a:t> </a:t>
            </a:r>
            <a:r>
              <a:rPr sz="2000" spc="-20" dirty="0">
                <a:latin typeface="Franklin Gothic Medium"/>
                <a:cs typeface="Franklin Gothic Medium"/>
              </a:rPr>
              <a:t>to</a:t>
            </a:r>
            <a:r>
              <a:rPr sz="2000" dirty="0">
                <a:latin typeface="Franklin Gothic Medium"/>
                <a:cs typeface="Franklin Gothic Medium"/>
              </a:rPr>
              <a:t> </a:t>
            </a:r>
            <a:r>
              <a:rPr sz="2000" spc="-5" dirty="0">
                <a:latin typeface="Franklin Gothic Medium"/>
                <a:cs typeface="Franklin Gothic Medium"/>
              </a:rPr>
              <a:t>develop</a:t>
            </a:r>
            <a:r>
              <a:rPr sz="2000" spc="-20" dirty="0">
                <a:latin typeface="Franklin Gothic Medium"/>
                <a:cs typeface="Franklin Gothic Medium"/>
              </a:rPr>
              <a:t> </a:t>
            </a:r>
            <a:r>
              <a:rPr sz="2000" dirty="0">
                <a:latin typeface="Franklin Gothic Medium"/>
                <a:cs typeface="Franklin Gothic Medium"/>
              </a:rPr>
              <a:t>a</a:t>
            </a:r>
            <a:r>
              <a:rPr sz="2000" spc="-15" dirty="0">
                <a:latin typeface="Franklin Gothic Medium"/>
                <a:cs typeface="Franklin Gothic Medium"/>
              </a:rPr>
              <a:t> </a:t>
            </a:r>
            <a:r>
              <a:rPr sz="2000" spc="-5" dirty="0">
                <a:latin typeface="Franklin Gothic Medium"/>
                <a:cs typeface="Franklin Gothic Medium"/>
              </a:rPr>
              <a:t>program.</a:t>
            </a:r>
            <a:endParaRPr sz="2000" dirty="0">
              <a:latin typeface="Franklin Gothic Medium"/>
              <a:cs typeface="Franklin Gothic Medium"/>
            </a:endParaRPr>
          </a:p>
          <a:p>
            <a:pPr>
              <a:lnSpc>
                <a:spcPct val="100000"/>
              </a:lnSpc>
            </a:pPr>
            <a:endParaRPr sz="2200" dirty="0">
              <a:latin typeface="Franklin Gothic Medium"/>
              <a:cs typeface="Franklin Gothic Medium"/>
            </a:endParaRPr>
          </a:p>
          <a:p>
            <a:pPr>
              <a:lnSpc>
                <a:spcPct val="100000"/>
              </a:lnSpc>
              <a:spcBef>
                <a:spcPts val="35"/>
              </a:spcBef>
            </a:pPr>
            <a:endParaRPr sz="2000" dirty="0">
              <a:latin typeface="Franklin Gothic Medium"/>
              <a:cs typeface="Franklin Gothic Medium"/>
            </a:endParaRPr>
          </a:p>
          <a:p>
            <a:pPr marL="12700">
              <a:lnSpc>
                <a:spcPct val="100000"/>
              </a:lnSpc>
            </a:pPr>
            <a:r>
              <a:rPr sz="2000" spc="5" dirty="0">
                <a:solidFill>
                  <a:srgbClr val="000099"/>
                </a:solidFill>
                <a:latin typeface="Franklin Gothic Medium"/>
                <a:cs typeface="Franklin Gothic Medium"/>
              </a:rPr>
              <a:t>Flowchart</a:t>
            </a:r>
            <a:endParaRPr sz="2000" dirty="0">
              <a:latin typeface="Franklin Gothic Medium"/>
              <a:cs typeface="Franklin Gothic Medium"/>
            </a:endParaRPr>
          </a:p>
          <a:p>
            <a:pPr marL="12700">
              <a:lnSpc>
                <a:spcPct val="100000"/>
              </a:lnSpc>
              <a:spcBef>
                <a:spcPts val="1205"/>
              </a:spcBef>
            </a:pPr>
            <a:r>
              <a:rPr sz="2000" spc="-10" dirty="0">
                <a:latin typeface="Franklin Gothic Medium"/>
                <a:cs typeface="Franklin Gothic Medium"/>
              </a:rPr>
              <a:t>Pictorial</a:t>
            </a:r>
            <a:r>
              <a:rPr sz="2000" spc="-5" dirty="0">
                <a:latin typeface="Franklin Gothic Medium"/>
                <a:cs typeface="Franklin Gothic Medium"/>
              </a:rPr>
              <a:t> </a:t>
            </a:r>
            <a:r>
              <a:rPr sz="2000" dirty="0">
                <a:latin typeface="Franklin Gothic Medium"/>
                <a:cs typeface="Franklin Gothic Medium"/>
              </a:rPr>
              <a:t>representation </a:t>
            </a:r>
            <a:r>
              <a:rPr sz="2000" spc="-5" dirty="0">
                <a:latin typeface="Franklin Gothic Medium"/>
                <a:cs typeface="Franklin Gothic Medium"/>
              </a:rPr>
              <a:t>of</a:t>
            </a:r>
            <a:r>
              <a:rPr sz="2000" spc="10" dirty="0">
                <a:latin typeface="Franklin Gothic Medium"/>
                <a:cs typeface="Franklin Gothic Medium"/>
              </a:rPr>
              <a:t> </a:t>
            </a:r>
            <a:r>
              <a:rPr sz="2000" spc="-10" dirty="0">
                <a:latin typeface="Franklin Gothic Medium"/>
                <a:cs typeface="Franklin Gothic Medium"/>
              </a:rPr>
              <a:t>flow </a:t>
            </a:r>
            <a:r>
              <a:rPr sz="2000" spc="-5" dirty="0">
                <a:latin typeface="Franklin Gothic Medium"/>
                <a:cs typeface="Franklin Gothic Medium"/>
              </a:rPr>
              <a:t>of</a:t>
            </a:r>
            <a:r>
              <a:rPr sz="2000" spc="20" dirty="0">
                <a:latin typeface="Franklin Gothic Medium"/>
                <a:cs typeface="Franklin Gothic Medium"/>
              </a:rPr>
              <a:t> </a:t>
            </a:r>
            <a:r>
              <a:rPr sz="2000" dirty="0">
                <a:latin typeface="Franklin Gothic Medium"/>
                <a:cs typeface="Franklin Gothic Medium"/>
              </a:rPr>
              <a:t>logical</a:t>
            </a:r>
            <a:r>
              <a:rPr sz="2000" spc="-15" dirty="0">
                <a:latin typeface="Franklin Gothic Medium"/>
                <a:cs typeface="Franklin Gothic Medium"/>
              </a:rPr>
              <a:t> </a:t>
            </a:r>
            <a:r>
              <a:rPr sz="2000" spc="-10" dirty="0">
                <a:latin typeface="Franklin Gothic Medium"/>
                <a:cs typeface="Franklin Gothic Medium"/>
              </a:rPr>
              <a:t>steps</a:t>
            </a:r>
            <a:r>
              <a:rPr sz="2000" spc="-5" dirty="0">
                <a:latin typeface="Franklin Gothic Medium"/>
                <a:cs typeface="Franklin Gothic Medium"/>
              </a:rPr>
              <a:t> </a:t>
            </a:r>
            <a:r>
              <a:rPr sz="2000" spc="-10" dirty="0">
                <a:latin typeface="Franklin Gothic Medium"/>
                <a:cs typeface="Franklin Gothic Medium"/>
              </a:rPr>
              <a:t>followed</a:t>
            </a:r>
            <a:r>
              <a:rPr sz="2000" dirty="0">
                <a:latin typeface="Franklin Gothic Medium"/>
                <a:cs typeface="Franklin Gothic Medium"/>
              </a:rPr>
              <a:t> in </a:t>
            </a:r>
            <a:r>
              <a:rPr sz="2000" spc="-5" dirty="0">
                <a:latin typeface="Franklin Gothic Medium"/>
                <a:cs typeface="Franklin Gothic Medium"/>
              </a:rPr>
              <a:t>an</a:t>
            </a:r>
            <a:r>
              <a:rPr sz="2000" spc="5" dirty="0">
                <a:latin typeface="Franklin Gothic Medium"/>
                <a:cs typeface="Franklin Gothic Medium"/>
              </a:rPr>
              <a:t> </a:t>
            </a:r>
            <a:r>
              <a:rPr sz="2000" dirty="0">
                <a:latin typeface="Franklin Gothic Medium"/>
                <a:cs typeface="Franklin Gothic Medium"/>
              </a:rPr>
              <a:t>algorithm.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092C-DC86-AB69-9AC0-99ACA56FC592}"/>
              </a:ext>
            </a:extLst>
          </p:cNvPr>
          <p:cNvSpPr>
            <a:spLocks noGrp="1"/>
          </p:cNvSpPr>
          <p:nvPr>
            <p:ph type="title"/>
          </p:nvPr>
        </p:nvSpPr>
        <p:spPr>
          <a:xfrm>
            <a:off x="913775" y="618517"/>
            <a:ext cx="10364451" cy="219683"/>
          </a:xfrm>
        </p:spPr>
        <p:txBody>
          <a:bodyPr>
            <a:normAutofit fontScale="90000"/>
          </a:bodyPr>
          <a:lstStyle/>
          <a:p>
            <a:pPr algn="l"/>
            <a:r>
              <a:rPr lang="en-IN" dirty="0">
                <a:latin typeface="Times New Roman" panose="02020603050405020304" pitchFamily="18" charset="0"/>
                <a:cs typeface="Times New Roman" panose="02020603050405020304" pitchFamily="18" charset="0"/>
              </a:rPr>
              <a:t>Algorithm</a:t>
            </a:r>
          </a:p>
        </p:txBody>
      </p:sp>
      <p:sp>
        <p:nvSpPr>
          <p:cNvPr id="3" name="Text Placeholder 2">
            <a:extLst>
              <a:ext uri="{FF2B5EF4-FFF2-40B4-BE49-F238E27FC236}">
                <a16:creationId xmlns:a16="http://schemas.microsoft.com/office/drawing/2014/main" id="{A00BF61B-4E8D-CBE2-17B3-A66925D8EF96}"/>
              </a:ext>
            </a:extLst>
          </p:cNvPr>
          <p:cNvSpPr>
            <a:spLocks noGrp="1"/>
          </p:cNvSpPr>
          <p:nvPr>
            <p:ph type="body" idx="1"/>
          </p:nvPr>
        </p:nvSpPr>
        <p:spPr>
          <a:xfrm>
            <a:off x="913775" y="1295400"/>
            <a:ext cx="10364452" cy="4490907"/>
          </a:xfrm>
        </p:spPr>
        <p:txBody>
          <a:bodyPr>
            <a:noAutofit/>
          </a:bodyPr>
          <a:lstStyle/>
          <a:p>
            <a:pPr algn="just"/>
            <a:r>
              <a:rPr lang="en-IN" sz="2800" cap="none" dirty="0">
                <a:latin typeface="Times New Roman" panose="02020603050405020304" pitchFamily="18" charset="0"/>
                <a:cs typeface="Times New Roman" panose="02020603050405020304" pitchFamily="18" charset="0"/>
              </a:rPr>
              <a:t>An algorithm is a sequence of instructions that are carried out in a predetermined sequence in order to solve a problem or complete a work. </a:t>
            </a:r>
          </a:p>
          <a:p>
            <a:pPr algn="just"/>
            <a:r>
              <a:rPr lang="en-IN" sz="2800" cap="none" dirty="0">
                <a:latin typeface="Times New Roman" panose="02020603050405020304" pitchFamily="18" charset="0"/>
                <a:cs typeface="Times New Roman" panose="02020603050405020304" pitchFamily="18" charset="0"/>
              </a:rPr>
              <a:t>A set of instructions for resolving an issue or carrying out a certain activity.</a:t>
            </a:r>
          </a:p>
          <a:p>
            <a:pPr algn="just"/>
            <a:r>
              <a:rPr lang="en-IN" sz="2800" cap="none" dirty="0">
                <a:latin typeface="Times New Roman" panose="02020603050405020304" pitchFamily="18" charset="0"/>
                <a:cs typeface="Times New Roman" panose="02020603050405020304" pitchFamily="18" charset="0"/>
              </a:rPr>
              <a:t>In computer science, algorithms are used for a wide range of operations, from fundamental math to intricate data processing.</a:t>
            </a:r>
          </a:p>
        </p:txBody>
      </p:sp>
    </p:spTree>
    <p:extLst>
      <p:ext uri="{BB962C8B-B14F-4D97-AF65-F5344CB8AC3E}">
        <p14:creationId xmlns:p14="http://schemas.microsoft.com/office/powerpoint/2010/main" val="363627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C0960-008A-45E2-7E4F-9A5354F4ED7E}"/>
              </a:ext>
            </a:extLst>
          </p:cNvPr>
          <p:cNvSpPr>
            <a:spLocks noGrp="1"/>
          </p:cNvSpPr>
          <p:nvPr>
            <p:ph type="title"/>
          </p:nvPr>
        </p:nvSpPr>
        <p:spPr>
          <a:xfrm>
            <a:off x="533400" y="228600"/>
            <a:ext cx="10364451" cy="676883"/>
          </a:xfrm>
        </p:spPr>
        <p:txBody>
          <a:bodyPr/>
          <a:lstStyle/>
          <a:p>
            <a:pPr algn="l"/>
            <a:r>
              <a:rPr lang="en-IN" cap="none" dirty="0">
                <a:latin typeface="Times New Roman" panose="02020603050405020304" pitchFamily="18" charset="0"/>
                <a:cs typeface="Times New Roman" panose="02020603050405020304" pitchFamily="18" charset="0"/>
              </a:rPr>
              <a:t>Features of the Algorithm</a:t>
            </a:r>
          </a:p>
        </p:txBody>
      </p:sp>
      <p:sp>
        <p:nvSpPr>
          <p:cNvPr id="3" name="Text Placeholder 2">
            <a:extLst>
              <a:ext uri="{FF2B5EF4-FFF2-40B4-BE49-F238E27FC236}">
                <a16:creationId xmlns:a16="http://schemas.microsoft.com/office/drawing/2014/main" id="{59063DAE-4608-2FCA-D5D9-136C5A9B07DB}"/>
              </a:ext>
            </a:extLst>
          </p:cNvPr>
          <p:cNvSpPr>
            <a:spLocks noGrp="1"/>
          </p:cNvSpPr>
          <p:nvPr>
            <p:ph type="body" idx="1"/>
          </p:nvPr>
        </p:nvSpPr>
        <p:spPr>
          <a:xfrm>
            <a:off x="270387" y="905483"/>
            <a:ext cx="11651225" cy="5333999"/>
          </a:xfrm>
        </p:spPr>
        <p:txBody>
          <a:bodyPr>
            <a:normAutofit/>
          </a:bodyPr>
          <a:lstStyle/>
          <a:p>
            <a:pPr algn="just"/>
            <a:r>
              <a:rPr lang="en-IN" cap="none" dirty="0">
                <a:latin typeface="Times New Roman" panose="02020603050405020304" pitchFamily="18" charset="0"/>
                <a:cs typeface="Times New Roman" panose="02020603050405020304" pitchFamily="18" charset="0"/>
              </a:rPr>
              <a:t>It defines several important features of the algorithm, including:</a:t>
            </a:r>
          </a:p>
          <a:p>
            <a:pPr marL="457200" indent="-457200" algn="just">
              <a:buAutoNum type="arabicPeriod"/>
            </a:pPr>
            <a:r>
              <a:rPr lang="en-IN" b="1" cap="none" dirty="0">
                <a:latin typeface="Times New Roman" panose="02020603050405020304" pitchFamily="18" charset="0"/>
                <a:cs typeface="Times New Roman" panose="02020603050405020304" pitchFamily="18" charset="0"/>
              </a:rPr>
              <a:t>Input: </a:t>
            </a:r>
            <a:r>
              <a:rPr lang="en-IN" cap="none" dirty="0">
                <a:latin typeface="Times New Roman" panose="02020603050405020304" pitchFamily="18" charset="0"/>
                <a:cs typeface="Times New Roman" panose="02020603050405020304" pitchFamily="18" charset="0"/>
              </a:rPr>
              <a:t>An algorithm has zero or more inputs. Each that contains a fundamental operator must accept zero or more inputs.</a:t>
            </a:r>
          </a:p>
          <a:p>
            <a:pPr marL="457200" indent="-457200" algn="just">
              <a:buAutoNum type="arabicPeriod"/>
            </a:pPr>
            <a:r>
              <a:rPr lang="en-IN" b="1" cap="none" dirty="0">
                <a:latin typeface="Times New Roman" panose="02020603050405020304" pitchFamily="18" charset="0"/>
                <a:cs typeface="Times New Roman" panose="02020603050405020304" pitchFamily="18" charset="0"/>
              </a:rPr>
              <a:t>Output: </a:t>
            </a:r>
            <a:r>
              <a:rPr lang="en-IN" cap="none" dirty="0">
                <a:latin typeface="Times New Roman" panose="02020603050405020304" pitchFamily="18" charset="0"/>
                <a:cs typeface="Times New Roman" panose="02020603050405020304" pitchFamily="18" charset="0"/>
              </a:rPr>
              <a:t>An algorithm produces at least one output. Every instruction that contains a fundamental operator must accept zero or more inputs.</a:t>
            </a:r>
          </a:p>
          <a:p>
            <a:pPr marL="457200" indent="-457200" algn="just">
              <a:buAutoNum type="arabicPeriod"/>
            </a:pPr>
            <a:r>
              <a:rPr lang="en-IN" b="1" cap="none" dirty="0">
                <a:latin typeface="Times New Roman" panose="02020603050405020304" pitchFamily="18" charset="0"/>
                <a:cs typeface="Times New Roman" panose="02020603050405020304" pitchFamily="18" charset="0"/>
              </a:rPr>
              <a:t>Clear and Unambiguous: </a:t>
            </a:r>
            <a:r>
              <a:rPr lang="en-IN" cap="none" dirty="0">
                <a:latin typeface="Times New Roman" panose="02020603050405020304" pitchFamily="18" charset="0"/>
                <a:cs typeface="Times New Roman" panose="02020603050405020304" pitchFamily="18" charset="0"/>
              </a:rPr>
              <a:t>The algorithm should be clear and unambiguous. Each of its steps should be clear in all aspects and must lead to only one meaning..</a:t>
            </a:r>
          </a:p>
          <a:p>
            <a:pPr marL="457200" indent="-457200" algn="just">
              <a:buAutoNum type="arabicPeriod"/>
            </a:pPr>
            <a:r>
              <a:rPr lang="en-IN" b="1" cap="none" dirty="0">
                <a:latin typeface="Times New Roman" panose="02020603050405020304" pitchFamily="18" charset="0"/>
                <a:cs typeface="Times New Roman" panose="02020603050405020304" pitchFamily="18" charset="0"/>
              </a:rPr>
              <a:t>Finiteness: </a:t>
            </a:r>
            <a:r>
              <a:rPr lang="en-IN" cap="none" dirty="0">
                <a:latin typeface="Times New Roman" panose="02020603050405020304" pitchFamily="18" charset="0"/>
                <a:cs typeface="Times New Roman" panose="02020603050405020304" pitchFamily="18" charset="0"/>
              </a:rPr>
              <a:t>The algorithm must be finite, i.e., it should terminate after a finite time.</a:t>
            </a:r>
          </a:p>
          <a:p>
            <a:pPr marL="457200" indent="-457200" algn="just">
              <a:buAutoNum type="arabicPeriod"/>
            </a:pPr>
            <a:r>
              <a:rPr lang="en-IN" b="1" cap="none" dirty="0">
                <a:latin typeface="Times New Roman" panose="02020603050405020304" pitchFamily="18" charset="0"/>
                <a:cs typeface="Times New Roman" panose="02020603050405020304" pitchFamily="18" charset="0"/>
              </a:rPr>
              <a:t>Feasible: </a:t>
            </a:r>
            <a:r>
              <a:rPr lang="en-IN" cap="none" dirty="0">
                <a:latin typeface="Times New Roman" panose="02020603050405020304" pitchFamily="18" charset="0"/>
                <a:cs typeface="Times New Roman" panose="02020603050405020304" pitchFamily="18" charset="0"/>
              </a:rPr>
              <a:t>The algorithm must be simple, generic, and practical, such that it can be executed with the available resources. It must not contain some future technology or anything.</a:t>
            </a:r>
          </a:p>
          <a:p>
            <a:pPr marL="457200" indent="-457200" algn="just">
              <a:buAutoNum type="arabicPeriod"/>
            </a:pPr>
            <a:endParaRPr lang="en-IN" cap="none" dirty="0">
              <a:latin typeface="Times New Roman" panose="02020603050405020304" pitchFamily="18" charset="0"/>
              <a:cs typeface="Times New Roman" panose="02020603050405020304" pitchFamily="18" charset="0"/>
            </a:endParaRPr>
          </a:p>
          <a:p>
            <a:pPr marL="457200" indent="-457200" algn="just">
              <a:buAutoNum type="arabicPeriod"/>
            </a:pP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402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D4CE68-ECF5-FA52-51A4-6DA240A79592}"/>
              </a:ext>
            </a:extLst>
          </p:cNvPr>
          <p:cNvSpPr>
            <a:spLocks noGrp="1"/>
          </p:cNvSpPr>
          <p:nvPr>
            <p:ph type="body" idx="1"/>
          </p:nvPr>
        </p:nvSpPr>
        <p:spPr>
          <a:xfrm>
            <a:off x="762000" y="381000"/>
            <a:ext cx="10364452" cy="3424107"/>
          </a:xfrm>
        </p:spPr>
        <p:txBody>
          <a:bodyPr>
            <a:normAutofit fontScale="92500" lnSpcReduction="20000"/>
          </a:bodyPr>
          <a:lstStyle/>
          <a:p>
            <a:pPr marL="0" indent="0">
              <a:buNone/>
            </a:pPr>
            <a:r>
              <a:rPr lang="en-IN" sz="2400" cap="none" dirty="0">
                <a:latin typeface="Times New Roman" panose="02020603050405020304" pitchFamily="18" charset="0"/>
                <a:cs typeface="Times New Roman" panose="02020603050405020304" pitchFamily="18" charset="0"/>
              </a:rPr>
              <a:t>6.  </a:t>
            </a:r>
            <a:r>
              <a:rPr lang="en-IN" sz="2400" b="1" cap="none" dirty="0">
                <a:latin typeface="Times New Roman" panose="02020603050405020304" pitchFamily="18" charset="0"/>
                <a:cs typeface="Times New Roman" panose="02020603050405020304" pitchFamily="18" charset="0"/>
              </a:rPr>
              <a:t>Effectiveness: </a:t>
            </a:r>
            <a:r>
              <a:rPr lang="en-IN" sz="2400" cap="none" dirty="0">
                <a:latin typeface="Times New Roman" panose="02020603050405020304" pitchFamily="18" charset="0"/>
                <a:cs typeface="Times New Roman" panose="02020603050405020304" pitchFamily="18" charset="0"/>
              </a:rPr>
              <a:t>An algorithm must be developed by using very basic, simple, and feasible operations so that one can trace it out by using just paper and pencil.</a:t>
            </a:r>
          </a:p>
          <a:p>
            <a:pPr marL="0" indent="0">
              <a:buNone/>
            </a:pPr>
            <a:r>
              <a:rPr lang="en-IN" sz="2400" cap="none" dirty="0">
                <a:latin typeface="Times New Roman" panose="02020603050405020304" pitchFamily="18" charset="0"/>
                <a:cs typeface="Times New Roman" panose="02020603050405020304" pitchFamily="18" charset="0"/>
              </a:rPr>
              <a:t>7.  </a:t>
            </a:r>
            <a:r>
              <a:rPr lang="en-IN" sz="2400" b="1" cap="none" dirty="0">
                <a:latin typeface="Times New Roman" panose="02020603050405020304" pitchFamily="18" charset="0"/>
                <a:cs typeface="Times New Roman" panose="02020603050405020304" pitchFamily="18" charset="0"/>
              </a:rPr>
              <a:t>Language Independent: </a:t>
            </a:r>
            <a:r>
              <a:rPr lang="en-IN" sz="2400" cap="none" dirty="0">
                <a:latin typeface="Times New Roman" panose="02020603050405020304" pitchFamily="18" charset="0"/>
                <a:cs typeface="Times New Roman" panose="02020603050405020304" pitchFamily="18" charset="0"/>
              </a:rPr>
              <a:t>The algorithm designed must be language-independent, i.e., it must be just plain instructions that can be implemented in any language, and yet the output will be the same, as expected.</a:t>
            </a:r>
          </a:p>
          <a:p>
            <a:pPr marL="0" indent="0">
              <a:buNone/>
            </a:pPr>
            <a:r>
              <a:rPr lang="en-IN" sz="2400" cap="none" dirty="0">
                <a:latin typeface="Times New Roman" panose="02020603050405020304" pitchFamily="18" charset="0"/>
                <a:cs typeface="Times New Roman" panose="02020603050405020304" pitchFamily="18" charset="0"/>
              </a:rPr>
              <a:t>8. </a:t>
            </a:r>
            <a:r>
              <a:rPr lang="en-IN" sz="2400" b="1" cap="none" dirty="0">
                <a:latin typeface="Times New Roman" panose="02020603050405020304" pitchFamily="18" charset="0"/>
                <a:cs typeface="Times New Roman" panose="02020603050405020304" pitchFamily="18" charset="0"/>
              </a:rPr>
              <a:t>Definiteness: </a:t>
            </a:r>
            <a:r>
              <a:rPr lang="en-IN" sz="2400" cap="none" dirty="0">
                <a:latin typeface="Times New Roman" panose="02020603050405020304" pitchFamily="18" charset="0"/>
                <a:cs typeface="Times New Roman" panose="02020603050405020304" pitchFamily="18" charset="0"/>
              </a:rPr>
              <a:t>All instructions in an algorithm must be unambiguous, precise, and easy to interpret. By referring to any of the instructions in an algorithm one can clearly understand what is to be done. Every fundamental operator in instruction must be defined without nay ambiguity.</a:t>
            </a:r>
            <a:endParaRPr lang="en-IN" sz="2400" b="1" cap="none" dirty="0">
              <a:latin typeface="Times New Roman" panose="02020603050405020304" pitchFamily="18" charset="0"/>
              <a:cs typeface="Times New Roman" panose="02020603050405020304" pitchFamily="18" charset="0"/>
            </a:endParaRPr>
          </a:p>
          <a:p>
            <a:pPr marL="0" indent="0">
              <a:buNone/>
            </a:pPr>
            <a:endParaRPr lang="en-IN" sz="2400" cap="none" dirty="0">
              <a:latin typeface="Times New Roman" panose="02020603050405020304" pitchFamily="18" charset="0"/>
              <a:cs typeface="Times New Roman" panose="02020603050405020304" pitchFamily="18" charset="0"/>
            </a:endParaRPr>
          </a:p>
          <a:p>
            <a:pPr marL="0" indent="0">
              <a:buNone/>
            </a:pPr>
            <a:endParaRPr lang="en-IN" b="1" dirty="0"/>
          </a:p>
        </p:txBody>
      </p:sp>
    </p:spTree>
    <p:extLst>
      <p:ext uri="{BB962C8B-B14F-4D97-AF65-F5344CB8AC3E}">
        <p14:creationId xmlns:p14="http://schemas.microsoft.com/office/powerpoint/2010/main" val="3375569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5F2087-1F20-11F9-22A1-FFBEC55DA017}"/>
              </a:ext>
            </a:extLst>
          </p:cNvPr>
          <p:cNvSpPr>
            <a:spLocks noGrp="1"/>
          </p:cNvSpPr>
          <p:nvPr>
            <p:ph type="body" idx="1"/>
          </p:nvPr>
        </p:nvSpPr>
        <p:spPr>
          <a:xfrm>
            <a:off x="913775" y="533400"/>
            <a:ext cx="10364452" cy="6172199"/>
          </a:xfrm>
        </p:spPr>
        <p:txBody>
          <a:bodyPr>
            <a:normAutofit fontScale="92500" lnSpcReduction="10000"/>
          </a:bodyPr>
          <a:lstStyle/>
          <a:p>
            <a:pPr marL="0" indent="0">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Properties of Algorithm: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It should terminate after a finite time.</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It should produce at least one output.</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It should take zero or more input.</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It should be deterministic means giving the same output for the same input case.</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Every step in the algorithm must be effective i.e. Every step should do some work.</a:t>
            </a:r>
          </a:p>
          <a:p>
            <a:pPr marL="228600">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 of Algorithms: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It is easy to understand.</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An algorithm is a step-wise representation of a solution to a given problem.</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In algorithm the problem is broken down into smaller pieces or steps hence, it is easier for the programmer to convert it into an actual program.</a:t>
            </a:r>
          </a:p>
          <a:p>
            <a:pPr marL="228600" algn="just">
              <a:lnSpc>
                <a:spcPct val="107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 of Algorithms: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Writing an algorithm takes a long time so it is time-consuming.</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Understanding complex logic through algorithms can be very difficult.</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Branching and looping statements are difficult to show in algorithms.</a:t>
            </a: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07000"/>
              </a:lnSpc>
              <a:spcAft>
                <a:spcPts val="800"/>
              </a:spcAft>
              <a:buNone/>
            </a:pPr>
            <a:endParaRPr lang="en-IN" sz="18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pPr>
            <a:endParaRPr lang="en-IN" sz="2000" kern="1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0731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37CB-244D-F951-20D7-C9C0F2B9749F}"/>
              </a:ext>
            </a:extLst>
          </p:cNvPr>
          <p:cNvSpPr>
            <a:spLocks noGrp="1"/>
          </p:cNvSpPr>
          <p:nvPr>
            <p:ph type="title"/>
          </p:nvPr>
        </p:nvSpPr>
        <p:spPr>
          <a:xfrm>
            <a:off x="838200" y="389917"/>
            <a:ext cx="10364451" cy="676883"/>
          </a:xfrm>
        </p:spPr>
        <p:txBody>
          <a:bodyPr>
            <a:normAutofit/>
          </a:bodyPr>
          <a:lstStyle/>
          <a:p>
            <a:pPr algn="l"/>
            <a:r>
              <a:rPr lang="en-IN" sz="4800" cap="none" dirty="0">
                <a:latin typeface="Times New Roman" panose="02020603050405020304" pitchFamily="18" charset="0"/>
                <a:cs typeface="Times New Roman" panose="02020603050405020304" pitchFamily="18" charset="0"/>
              </a:rPr>
              <a:t>Flowcharts</a:t>
            </a:r>
          </a:p>
        </p:txBody>
      </p:sp>
      <p:sp>
        <p:nvSpPr>
          <p:cNvPr id="3" name="Text Placeholder 2">
            <a:extLst>
              <a:ext uri="{FF2B5EF4-FFF2-40B4-BE49-F238E27FC236}">
                <a16:creationId xmlns:a16="http://schemas.microsoft.com/office/drawing/2014/main" id="{6B0F75D6-41A1-8B1C-34E8-0A948887E603}"/>
              </a:ext>
            </a:extLst>
          </p:cNvPr>
          <p:cNvSpPr>
            <a:spLocks noGrp="1"/>
          </p:cNvSpPr>
          <p:nvPr>
            <p:ph type="body" idx="1"/>
          </p:nvPr>
        </p:nvSpPr>
        <p:spPr>
          <a:xfrm>
            <a:off x="913773" y="1447800"/>
            <a:ext cx="10845607" cy="4724400"/>
          </a:xfrm>
        </p:spPr>
        <p:txBody>
          <a:bodyPr>
            <a:normAutofit/>
          </a:bodyPr>
          <a:lstStyle/>
          <a:p>
            <a:pPr algn="just"/>
            <a:r>
              <a:rPr lang="en-IN" sz="2800" cap="none" dirty="0">
                <a:latin typeface="Times New Roman" panose="02020603050405020304" pitchFamily="18" charset="0"/>
                <a:cs typeface="Times New Roman" panose="02020603050405020304" pitchFamily="18" charset="0"/>
              </a:rPr>
              <a:t>Flowcharts is a graph used to depict or show a step by step solution using symbols which represent a task.</a:t>
            </a:r>
          </a:p>
          <a:p>
            <a:pPr algn="just"/>
            <a:r>
              <a:rPr lang="en-IN" sz="2800" cap="none" dirty="0">
                <a:latin typeface="Times New Roman" panose="02020603050405020304" pitchFamily="18" charset="0"/>
                <a:cs typeface="Times New Roman" panose="02020603050405020304" pitchFamily="18" charset="0"/>
              </a:rPr>
              <a:t>The symbols used consist of geometrical shapes that are connected by flow lines.</a:t>
            </a:r>
          </a:p>
          <a:p>
            <a:pPr marL="0" indent="0" algn="just">
              <a:buNone/>
            </a:pPr>
            <a:endParaRPr lang="en-IN" sz="2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112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68B2-596E-1DD9-4D32-84519B7DD7E7}"/>
              </a:ext>
            </a:extLst>
          </p:cNvPr>
          <p:cNvSpPr>
            <a:spLocks noGrp="1"/>
          </p:cNvSpPr>
          <p:nvPr>
            <p:ph type="title"/>
          </p:nvPr>
        </p:nvSpPr>
        <p:spPr>
          <a:xfrm>
            <a:off x="913774" y="304800"/>
            <a:ext cx="10364451" cy="762000"/>
          </a:xfrm>
        </p:spPr>
        <p:txBody>
          <a:bodyPr>
            <a:normAutofit/>
          </a:bodyPr>
          <a:lstStyle/>
          <a:p>
            <a:pPr algn="l"/>
            <a:r>
              <a:rPr lang="en-IN" cap="none" dirty="0">
                <a:latin typeface="Times New Roman" panose="02020603050405020304" pitchFamily="18" charset="0"/>
                <a:cs typeface="Times New Roman" panose="02020603050405020304" pitchFamily="18" charset="0"/>
              </a:rPr>
              <a:t>Flow Chart Symbols</a:t>
            </a:r>
          </a:p>
        </p:txBody>
      </p:sp>
      <p:graphicFrame>
        <p:nvGraphicFramePr>
          <p:cNvPr id="4" name="Table 4">
            <a:extLst>
              <a:ext uri="{FF2B5EF4-FFF2-40B4-BE49-F238E27FC236}">
                <a16:creationId xmlns:a16="http://schemas.microsoft.com/office/drawing/2014/main" id="{1B107173-3480-48A0-F288-1FCE979A0498}"/>
              </a:ext>
            </a:extLst>
          </p:cNvPr>
          <p:cNvGraphicFramePr>
            <a:graphicFrameLocks noGrp="1"/>
          </p:cNvGraphicFramePr>
          <p:nvPr>
            <p:extLst>
              <p:ext uri="{D42A27DB-BD31-4B8C-83A1-F6EECF244321}">
                <p14:modId xmlns:p14="http://schemas.microsoft.com/office/powerpoint/2010/main" val="3728397757"/>
              </p:ext>
            </p:extLst>
          </p:nvPr>
        </p:nvGraphicFramePr>
        <p:xfrm>
          <a:off x="2031999" y="1096297"/>
          <a:ext cx="8128000" cy="56794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451241148"/>
                    </a:ext>
                  </a:extLst>
                </a:gridCol>
                <a:gridCol w="4927600">
                  <a:extLst>
                    <a:ext uri="{9D8B030D-6E8A-4147-A177-3AD203B41FA5}">
                      <a16:colId xmlns:a16="http://schemas.microsoft.com/office/drawing/2014/main" val="151715464"/>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Symbols</a:t>
                      </a:r>
                    </a:p>
                  </a:txBody>
                  <a:tcPr/>
                </a:tc>
                <a:tc>
                  <a:txBody>
                    <a:bodyPr/>
                    <a:lstStyle/>
                    <a:p>
                      <a:pPr algn="ctr"/>
                      <a:r>
                        <a:rPr lang="en-IN"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2917927425"/>
                  </a:ext>
                </a:extLst>
              </a:tr>
              <a:tr h="0">
                <a:tc>
                  <a:txBody>
                    <a:bodyPr/>
                    <a:lstStyle/>
                    <a:p>
                      <a:endParaRPr lang="en-IN" dirty="0"/>
                    </a:p>
                    <a:p>
                      <a:endParaRPr lang="en-IN" dirty="0"/>
                    </a:p>
                    <a:p>
                      <a:endParaRPr lang="en-IN" dirty="0"/>
                    </a:p>
                  </a:txBody>
                  <a:tcPr/>
                </a:tc>
                <a:tc>
                  <a:txBody>
                    <a:bodyPr/>
                    <a:lstStyle/>
                    <a:p>
                      <a:r>
                        <a:rPr lang="en-IN" dirty="0"/>
                        <a:t>Terminal Symbol: Indicates the beginning and end points of an algorithm</a:t>
                      </a:r>
                    </a:p>
                  </a:txBody>
                  <a:tcPr/>
                </a:tc>
                <a:extLst>
                  <a:ext uri="{0D108BD9-81ED-4DB2-BD59-A6C34878D82A}">
                    <a16:rowId xmlns:a16="http://schemas.microsoft.com/office/drawing/2014/main" val="3755234798"/>
                  </a:ext>
                </a:extLst>
              </a:tr>
              <a:tr h="370840">
                <a:tc>
                  <a:txBody>
                    <a:bodyPr/>
                    <a:lstStyle/>
                    <a:p>
                      <a:endParaRPr lang="en-IN" dirty="0"/>
                    </a:p>
                    <a:p>
                      <a:endParaRPr lang="en-IN" dirty="0"/>
                    </a:p>
                    <a:p>
                      <a:endParaRPr lang="en-IN" dirty="0"/>
                    </a:p>
                  </a:txBody>
                  <a:tcPr/>
                </a:tc>
                <a:tc>
                  <a:txBody>
                    <a:bodyPr/>
                    <a:lstStyle/>
                    <a:p>
                      <a:r>
                        <a:rPr lang="en-IN" dirty="0"/>
                        <a:t>Process Symbol: shows an instruction other than input, output or selection.</a:t>
                      </a:r>
                    </a:p>
                  </a:txBody>
                  <a:tcPr/>
                </a:tc>
                <a:extLst>
                  <a:ext uri="{0D108BD9-81ED-4DB2-BD59-A6C34878D82A}">
                    <a16:rowId xmlns:a16="http://schemas.microsoft.com/office/drawing/2014/main" val="3972785139"/>
                  </a:ext>
                </a:extLst>
              </a:tr>
              <a:tr h="370840">
                <a:tc>
                  <a:txBody>
                    <a:bodyPr/>
                    <a:lstStyle/>
                    <a:p>
                      <a:endParaRPr lang="en-IN" dirty="0"/>
                    </a:p>
                    <a:p>
                      <a:endParaRPr lang="en-IN" dirty="0"/>
                    </a:p>
                    <a:p>
                      <a:endParaRPr lang="en-IN" dirty="0"/>
                    </a:p>
                  </a:txBody>
                  <a:tcPr/>
                </a:tc>
                <a:tc>
                  <a:txBody>
                    <a:bodyPr/>
                    <a:lstStyle/>
                    <a:p>
                      <a:r>
                        <a:rPr lang="en-IN" dirty="0"/>
                        <a:t>Input-Output Symbol : shows an input or output operation</a:t>
                      </a:r>
                    </a:p>
                  </a:txBody>
                  <a:tcPr/>
                </a:tc>
                <a:extLst>
                  <a:ext uri="{0D108BD9-81ED-4DB2-BD59-A6C34878D82A}">
                    <a16:rowId xmlns:a16="http://schemas.microsoft.com/office/drawing/2014/main" val="247814522"/>
                  </a:ext>
                </a:extLst>
              </a:tr>
              <a:tr h="370840">
                <a:tc>
                  <a:txBody>
                    <a:bodyPr/>
                    <a:lstStyle/>
                    <a:p>
                      <a:endParaRPr lang="en-IN" dirty="0"/>
                    </a:p>
                    <a:p>
                      <a:endParaRPr lang="en-IN" dirty="0"/>
                    </a:p>
                    <a:p>
                      <a:endParaRPr lang="en-IN" dirty="0"/>
                    </a:p>
                    <a:p>
                      <a:endParaRPr lang="en-IN" dirty="0"/>
                    </a:p>
                  </a:txBody>
                  <a:tcPr/>
                </a:tc>
                <a:tc>
                  <a:txBody>
                    <a:bodyPr/>
                    <a:lstStyle/>
                    <a:p>
                      <a:r>
                        <a:rPr lang="en-IN" dirty="0"/>
                        <a:t>Selection Symbol: shows a selection process for two-way selection</a:t>
                      </a:r>
                    </a:p>
                  </a:txBody>
                  <a:tcPr/>
                </a:tc>
                <a:extLst>
                  <a:ext uri="{0D108BD9-81ED-4DB2-BD59-A6C34878D82A}">
                    <a16:rowId xmlns:a16="http://schemas.microsoft.com/office/drawing/2014/main" val="2884170136"/>
                  </a:ext>
                </a:extLst>
              </a:tr>
              <a:tr h="370840">
                <a:tc>
                  <a:txBody>
                    <a:bodyPr/>
                    <a:lstStyle/>
                    <a:p>
                      <a:endParaRPr lang="en-IN" dirty="0"/>
                    </a:p>
                    <a:p>
                      <a:endParaRPr lang="en-IN" dirty="0"/>
                    </a:p>
                  </a:txBody>
                  <a:tcPr/>
                </a:tc>
                <a:tc>
                  <a:txBody>
                    <a:bodyPr/>
                    <a:lstStyle/>
                    <a:p>
                      <a:r>
                        <a:rPr lang="en-IN" dirty="0"/>
                        <a:t>On-page connector: provides continuation of logical path at another point in the same page.</a:t>
                      </a:r>
                    </a:p>
                  </a:txBody>
                  <a:tcPr/>
                </a:tc>
                <a:extLst>
                  <a:ext uri="{0D108BD9-81ED-4DB2-BD59-A6C34878D82A}">
                    <a16:rowId xmlns:a16="http://schemas.microsoft.com/office/drawing/2014/main" val="4126545736"/>
                  </a:ext>
                </a:extLst>
              </a:tr>
              <a:tr h="370840">
                <a:tc>
                  <a:txBody>
                    <a:bodyPr/>
                    <a:lstStyle/>
                    <a:p>
                      <a:endParaRPr lang="en-IN" dirty="0"/>
                    </a:p>
                  </a:txBody>
                  <a:tcPr/>
                </a:tc>
                <a:tc>
                  <a:txBody>
                    <a:bodyPr/>
                    <a:lstStyle/>
                    <a:p>
                      <a:r>
                        <a:rPr lang="en-IN" dirty="0"/>
                        <a:t>Looping statement</a:t>
                      </a:r>
                    </a:p>
                  </a:txBody>
                  <a:tcPr/>
                </a:tc>
                <a:extLst>
                  <a:ext uri="{0D108BD9-81ED-4DB2-BD59-A6C34878D82A}">
                    <a16:rowId xmlns:a16="http://schemas.microsoft.com/office/drawing/2014/main" val="3173772976"/>
                  </a:ext>
                </a:extLst>
              </a:tr>
              <a:tr h="331614">
                <a:tc>
                  <a:txBody>
                    <a:bodyPr/>
                    <a:lstStyle/>
                    <a:p>
                      <a:endParaRPr lang="en-IN"/>
                    </a:p>
                  </a:txBody>
                  <a:tcPr/>
                </a:tc>
                <a:tc>
                  <a:txBody>
                    <a:bodyPr/>
                    <a:lstStyle/>
                    <a:p>
                      <a:endParaRPr lang="en-IN" dirty="0"/>
                    </a:p>
                  </a:txBody>
                  <a:tcPr/>
                </a:tc>
                <a:extLst>
                  <a:ext uri="{0D108BD9-81ED-4DB2-BD59-A6C34878D82A}">
                    <a16:rowId xmlns:a16="http://schemas.microsoft.com/office/drawing/2014/main" val="2601966330"/>
                  </a:ext>
                </a:extLst>
              </a:tr>
            </a:tbl>
          </a:graphicData>
        </a:graphic>
      </p:graphicFrame>
      <p:sp>
        <p:nvSpPr>
          <p:cNvPr id="5" name="object 8">
            <a:extLst>
              <a:ext uri="{FF2B5EF4-FFF2-40B4-BE49-F238E27FC236}">
                <a16:creationId xmlns:a16="http://schemas.microsoft.com/office/drawing/2014/main" id="{77C27730-3B6B-3EDA-C16F-EC52DCD6B1C4}"/>
              </a:ext>
            </a:extLst>
          </p:cNvPr>
          <p:cNvSpPr/>
          <p:nvPr/>
        </p:nvSpPr>
        <p:spPr>
          <a:xfrm>
            <a:off x="2610599" y="1672662"/>
            <a:ext cx="1981200" cy="414655"/>
          </a:xfrm>
          <a:custGeom>
            <a:avLst/>
            <a:gdLst/>
            <a:ahLst/>
            <a:cxnLst/>
            <a:rect l="l" t="t" r="r" b="b"/>
            <a:pathLst>
              <a:path w="1981200" h="414655">
                <a:moveTo>
                  <a:pt x="318769" y="0"/>
                </a:moveTo>
                <a:lnTo>
                  <a:pt x="1662429" y="0"/>
                </a:lnTo>
                <a:lnTo>
                  <a:pt x="1719721" y="3340"/>
                </a:lnTo>
                <a:lnTo>
                  <a:pt x="1773647" y="12971"/>
                </a:lnTo>
                <a:lnTo>
                  <a:pt x="1823306" y="28306"/>
                </a:lnTo>
                <a:lnTo>
                  <a:pt x="1867797" y="48759"/>
                </a:lnTo>
                <a:lnTo>
                  <a:pt x="1906219" y="73743"/>
                </a:lnTo>
                <a:lnTo>
                  <a:pt x="1937671" y="102672"/>
                </a:lnTo>
                <a:lnTo>
                  <a:pt x="1961253" y="134959"/>
                </a:lnTo>
                <a:lnTo>
                  <a:pt x="1981200" y="207263"/>
                </a:lnTo>
                <a:lnTo>
                  <a:pt x="1976063" y="244508"/>
                </a:lnTo>
                <a:lnTo>
                  <a:pt x="1937671" y="311855"/>
                </a:lnTo>
                <a:lnTo>
                  <a:pt x="1906219" y="340784"/>
                </a:lnTo>
                <a:lnTo>
                  <a:pt x="1867797" y="365768"/>
                </a:lnTo>
                <a:lnTo>
                  <a:pt x="1823306" y="386221"/>
                </a:lnTo>
                <a:lnTo>
                  <a:pt x="1773647" y="401556"/>
                </a:lnTo>
                <a:lnTo>
                  <a:pt x="1719721" y="411187"/>
                </a:lnTo>
                <a:lnTo>
                  <a:pt x="1662429" y="414528"/>
                </a:lnTo>
                <a:lnTo>
                  <a:pt x="318769" y="414528"/>
                </a:lnTo>
                <a:lnTo>
                  <a:pt x="261478" y="411187"/>
                </a:lnTo>
                <a:lnTo>
                  <a:pt x="207552" y="401556"/>
                </a:lnTo>
                <a:lnTo>
                  <a:pt x="157893" y="386221"/>
                </a:lnTo>
                <a:lnTo>
                  <a:pt x="113402" y="365768"/>
                </a:lnTo>
                <a:lnTo>
                  <a:pt x="74980" y="340784"/>
                </a:lnTo>
                <a:lnTo>
                  <a:pt x="43528" y="311855"/>
                </a:lnTo>
                <a:lnTo>
                  <a:pt x="19946" y="279568"/>
                </a:lnTo>
                <a:lnTo>
                  <a:pt x="0" y="207263"/>
                </a:lnTo>
                <a:lnTo>
                  <a:pt x="5136" y="170019"/>
                </a:lnTo>
                <a:lnTo>
                  <a:pt x="43528" y="102672"/>
                </a:lnTo>
                <a:lnTo>
                  <a:pt x="74980" y="73743"/>
                </a:lnTo>
                <a:lnTo>
                  <a:pt x="113402" y="48759"/>
                </a:lnTo>
                <a:lnTo>
                  <a:pt x="157893" y="28306"/>
                </a:lnTo>
                <a:lnTo>
                  <a:pt x="207552" y="12971"/>
                </a:lnTo>
                <a:lnTo>
                  <a:pt x="261478" y="3340"/>
                </a:lnTo>
                <a:lnTo>
                  <a:pt x="318769" y="0"/>
                </a:lnTo>
                <a:close/>
              </a:path>
            </a:pathLst>
          </a:custGeom>
          <a:ln w="15875">
            <a:solidFill>
              <a:srgbClr val="000000"/>
            </a:solidFill>
          </a:ln>
        </p:spPr>
        <p:txBody>
          <a:bodyPr wrap="square" lIns="0" tIns="0" rIns="0" bIns="0" rtlCol="0"/>
          <a:lstStyle/>
          <a:p>
            <a:endParaRPr/>
          </a:p>
        </p:txBody>
      </p:sp>
      <p:sp>
        <p:nvSpPr>
          <p:cNvPr id="6" name="object 10">
            <a:extLst>
              <a:ext uri="{FF2B5EF4-FFF2-40B4-BE49-F238E27FC236}">
                <a16:creationId xmlns:a16="http://schemas.microsoft.com/office/drawing/2014/main" id="{83B785CD-9357-7D3D-75BB-02CD2C003EE0}"/>
              </a:ext>
            </a:extLst>
          </p:cNvPr>
          <p:cNvSpPr/>
          <p:nvPr/>
        </p:nvSpPr>
        <p:spPr>
          <a:xfrm>
            <a:off x="2581592" y="2465070"/>
            <a:ext cx="2052955" cy="680085"/>
          </a:xfrm>
          <a:custGeom>
            <a:avLst/>
            <a:gdLst/>
            <a:ahLst/>
            <a:cxnLst/>
            <a:rect l="l" t="t" r="r" b="b"/>
            <a:pathLst>
              <a:path w="2052954" h="680085">
                <a:moveTo>
                  <a:pt x="0" y="679704"/>
                </a:moveTo>
                <a:lnTo>
                  <a:pt x="2052827" y="679704"/>
                </a:lnTo>
                <a:lnTo>
                  <a:pt x="2052827" y="0"/>
                </a:lnTo>
                <a:lnTo>
                  <a:pt x="0" y="0"/>
                </a:lnTo>
                <a:lnTo>
                  <a:pt x="0" y="679704"/>
                </a:lnTo>
                <a:close/>
              </a:path>
            </a:pathLst>
          </a:custGeom>
          <a:ln w="15875">
            <a:solidFill>
              <a:srgbClr val="000000"/>
            </a:solidFill>
          </a:ln>
        </p:spPr>
        <p:txBody>
          <a:bodyPr wrap="square" lIns="0" tIns="0" rIns="0" bIns="0" rtlCol="0"/>
          <a:lstStyle/>
          <a:p>
            <a:endParaRPr/>
          </a:p>
        </p:txBody>
      </p:sp>
      <p:sp>
        <p:nvSpPr>
          <p:cNvPr id="7" name="object 9">
            <a:extLst>
              <a:ext uri="{FF2B5EF4-FFF2-40B4-BE49-F238E27FC236}">
                <a16:creationId xmlns:a16="http://schemas.microsoft.com/office/drawing/2014/main" id="{900ED23B-4E3D-E608-27A8-E1027CF0B53C}"/>
              </a:ext>
            </a:extLst>
          </p:cNvPr>
          <p:cNvSpPr/>
          <p:nvPr/>
        </p:nvSpPr>
        <p:spPr>
          <a:xfrm>
            <a:off x="2538844" y="3406385"/>
            <a:ext cx="2052955" cy="612775"/>
          </a:xfrm>
          <a:custGeom>
            <a:avLst/>
            <a:gdLst/>
            <a:ahLst/>
            <a:cxnLst/>
            <a:rect l="l" t="t" r="r" b="b"/>
            <a:pathLst>
              <a:path w="2052954" h="612775">
                <a:moveTo>
                  <a:pt x="0" y="612647"/>
                </a:moveTo>
                <a:lnTo>
                  <a:pt x="410591" y="0"/>
                </a:lnTo>
                <a:lnTo>
                  <a:pt x="2052828" y="0"/>
                </a:lnTo>
                <a:lnTo>
                  <a:pt x="1642237" y="612647"/>
                </a:lnTo>
                <a:lnTo>
                  <a:pt x="0" y="612647"/>
                </a:lnTo>
                <a:close/>
              </a:path>
            </a:pathLst>
          </a:custGeom>
          <a:ln w="15875">
            <a:solidFill>
              <a:srgbClr val="000000"/>
            </a:solidFill>
          </a:ln>
        </p:spPr>
        <p:txBody>
          <a:bodyPr wrap="square" lIns="0" tIns="0" rIns="0" bIns="0" rtlCol="0"/>
          <a:lstStyle/>
          <a:p>
            <a:endParaRPr/>
          </a:p>
        </p:txBody>
      </p:sp>
      <p:sp>
        <p:nvSpPr>
          <p:cNvPr id="8" name="object 11">
            <a:extLst>
              <a:ext uri="{FF2B5EF4-FFF2-40B4-BE49-F238E27FC236}">
                <a16:creationId xmlns:a16="http://schemas.microsoft.com/office/drawing/2014/main" id="{08DFD329-FC3E-9B3E-F6B5-24577F63F065}"/>
              </a:ext>
            </a:extLst>
          </p:cNvPr>
          <p:cNvSpPr/>
          <p:nvPr/>
        </p:nvSpPr>
        <p:spPr>
          <a:xfrm>
            <a:off x="2895600" y="4206817"/>
            <a:ext cx="1614170" cy="905510"/>
          </a:xfrm>
          <a:custGeom>
            <a:avLst/>
            <a:gdLst/>
            <a:ahLst/>
            <a:cxnLst/>
            <a:rect l="l" t="t" r="r" b="b"/>
            <a:pathLst>
              <a:path w="1614170" h="1115695">
                <a:moveTo>
                  <a:pt x="0" y="557784"/>
                </a:moveTo>
                <a:lnTo>
                  <a:pt x="806958" y="0"/>
                </a:lnTo>
                <a:lnTo>
                  <a:pt x="1613915" y="557784"/>
                </a:lnTo>
                <a:lnTo>
                  <a:pt x="806958" y="1115568"/>
                </a:lnTo>
                <a:lnTo>
                  <a:pt x="0" y="557784"/>
                </a:lnTo>
                <a:close/>
              </a:path>
            </a:pathLst>
          </a:custGeom>
          <a:ln w="15875">
            <a:solidFill>
              <a:srgbClr val="000000"/>
            </a:solidFill>
          </a:ln>
        </p:spPr>
        <p:txBody>
          <a:bodyPr wrap="square" lIns="0" tIns="0" rIns="0" bIns="0" rtlCol="0"/>
          <a:lstStyle/>
          <a:p>
            <a:endParaRPr/>
          </a:p>
        </p:txBody>
      </p:sp>
      <p:sp>
        <p:nvSpPr>
          <p:cNvPr id="9" name="object 17">
            <a:extLst>
              <a:ext uri="{FF2B5EF4-FFF2-40B4-BE49-F238E27FC236}">
                <a16:creationId xmlns:a16="http://schemas.microsoft.com/office/drawing/2014/main" id="{0600F957-0665-5392-CCA9-CFFD590D9D43}"/>
              </a:ext>
            </a:extLst>
          </p:cNvPr>
          <p:cNvSpPr/>
          <p:nvPr/>
        </p:nvSpPr>
        <p:spPr>
          <a:xfrm>
            <a:off x="3408362" y="5475821"/>
            <a:ext cx="588645" cy="452755"/>
          </a:xfrm>
          <a:custGeom>
            <a:avLst/>
            <a:gdLst/>
            <a:ahLst/>
            <a:cxnLst/>
            <a:rect l="l" t="t" r="r" b="b"/>
            <a:pathLst>
              <a:path w="588645" h="452754">
                <a:moveTo>
                  <a:pt x="0" y="226313"/>
                </a:moveTo>
                <a:lnTo>
                  <a:pt x="4739" y="185639"/>
                </a:lnTo>
                <a:lnTo>
                  <a:pt x="18402" y="147354"/>
                </a:lnTo>
                <a:lnTo>
                  <a:pt x="40160" y="112098"/>
                </a:lnTo>
                <a:lnTo>
                  <a:pt x="69179" y="80511"/>
                </a:lnTo>
                <a:lnTo>
                  <a:pt x="104631" y="53233"/>
                </a:lnTo>
                <a:lnTo>
                  <a:pt x="145683" y="30903"/>
                </a:lnTo>
                <a:lnTo>
                  <a:pt x="191504" y="14161"/>
                </a:lnTo>
                <a:lnTo>
                  <a:pt x="241264" y="3646"/>
                </a:lnTo>
                <a:lnTo>
                  <a:pt x="294131" y="0"/>
                </a:lnTo>
                <a:lnTo>
                  <a:pt x="346999" y="3646"/>
                </a:lnTo>
                <a:lnTo>
                  <a:pt x="396759" y="14161"/>
                </a:lnTo>
                <a:lnTo>
                  <a:pt x="442580" y="30903"/>
                </a:lnTo>
                <a:lnTo>
                  <a:pt x="483632" y="53233"/>
                </a:lnTo>
                <a:lnTo>
                  <a:pt x="519084" y="80511"/>
                </a:lnTo>
                <a:lnTo>
                  <a:pt x="548103" y="112098"/>
                </a:lnTo>
                <a:lnTo>
                  <a:pt x="569861" y="147354"/>
                </a:lnTo>
                <a:lnTo>
                  <a:pt x="583524" y="185639"/>
                </a:lnTo>
                <a:lnTo>
                  <a:pt x="588263" y="226313"/>
                </a:lnTo>
                <a:lnTo>
                  <a:pt x="583524" y="266988"/>
                </a:lnTo>
                <a:lnTo>
                  <a:pt x="569861" y="305273"/>
                </a:lnTo>
                <a:lnTo>
                  <a:pt x="548103" y="340529"/>
                </a:lnTo>
                <a:lnTo>
                  <a:pt x="519084" y="372116"/>
                </a:lnTo>
                <a:lnTo>
                  <a:pt x="483632" y="399394"/>
                </a:lnTo>
                <a:lnTo>
                  <a:pt x="442580" y="421724"/>
                </a:lnTo>
                <a:lnTo>
                  <a:pt x="396759" y="438466"/>
                </a:lnTo>
                <a:lnTo>
                  <a:pt x="346999" y="448981"/>
                </a:lnTo>
                <a:lnTo>
                  <a:pt x="294131" y="452627"/>
                </a:lnTo>
                <a:lnTo>
                  <a:pt x="241264" y="448981"/>
                </a:lnTo>
                <a:lnTo>
                  <a:pt x="191504" y="438466"/>
                </a:lnTo>
                <a:lnTo>
                  <a:pt x="145683" y="421724"/>
                </a:lnTo>
                <a:lnTo>
                  <a:pt x="104631" y="399394"/>
                </a:lnTo>
                <a:lnTo>
                  <a:pt x="69179" y="372116"/>
                </a:lnTo>
                <a:lnTo>
                  <a:pt x="40160" y="340529"/>
                </a:lnTo>
                <a:lnTo>
                  <a:pt x="18402" y="305273"/>
                </a:lnTo>
                <a:lnTo>
                  <a:pt x="4739" y="266988"/>
                </a:lnTo>
                <a:lnTo>
                  <a:pt x="0" y="226313"/>
                </a:lnTo>
                <a:close/>
              </a:path>
            </a:pathLst>
          </a:custGeom>
          <a:ln w="15875">
            <a:solidFill>
              <a:srgbClr val="525252"/>
            </a:solidFill>
          </a:ln>
        </p:spPr>
        <p:txBody>
          <a:bodyPr wrap="square" lIns="0" tIns="0" rIns="0" bIns="0" rtlCol="0"/>
          <a:lstStyle/>
          <a:p>
            <a:endParaRPr/>
          </a:p>
        </p:txBody>
      </p:sp>
      <p:sp>
        <p:nvSpPr>
          <p:cNvPr id="10" name="object 18">
            <a:extLst>
              <a:ext uri="{FF2B5EF4-FFF2-40B4-BE49-F238E27FC236}">
                <a16:creationId xmlns:a16="http://schemas.microsoft.com/office/drawing/2014/main" id="{9838D310-8D4C-CA85-1900-7E167CF49925}"/>
              </a:ext>
            </a:extLst>
          </p:cNvPr>
          <p:cNvSpPr/>
          <p:nvPr/>
        </p:nvSpPr>
        <p:spPr>
          <a:xfrm>
            <a:off x="2895600" y="6108578"/>
            <a:ext cx="1981200" cy="680085"/>
          </a:xfrm>
          <a:custGeom>
            <a:avLst/>
            <a:gdLst/>
            <a:ahLst/>
            <a:cxnLst/>
            <a:rect l="l" t="t" r="r" b="b"/>
            <a:pathLst>
              <a:path w="1981200" h="680085">
                <a:moveTo>
                  <a:pt x="0" y="339852"/>
                </a:moveTo>
                <a:lnTo>
                  <a:pt x="169925" y="0"/>
                </a:lnTo>
                <a:lnTo>
                  <a:pt x="1811274" y="0"/>
                </a:lnTo>
                <a:lnTo>
                  <a:pt x="1981200" y="339852"/>
                </a:lnTo>
                <a:lnTo>
                  <a:pt x="1811274" y="679704"/>
                </a:lnTo>
                <a:lnTo>
                  <a:pt x="169925" y="679704"/>
                </a:lnTo>
                <a:lnTo>
                  <a:pt x="0" y="339852"/>
                </a:lnTo>
                <a:close/>
              </a:path>
            </a:pathLst>
          </a:custGeom>
          <a:ln w="15875">
            <a:solidFill>
              <a:srgbClr val="525252"/>
            </a:solidFill>
          </a:ln>
        </p:spPr>
        <p:txBody>
          <a:bodyPr wrap="square" lIns="0" tIns="0" rIns="0" bIns="0" rtlCol="0"/>
          <a:lstStyle/>
          <a:p>
            <a:endParaRPr/>
          </a:p>
        </p:txBody>
      </p:sp>
    </p:spTree>
    <p:extLst>
      <p:ext uri="{BB962C8B-B14F-4D97-AF65-F5344CB8AC3E}">
        <p14:creationId xmlns:p14="http://schemas.microsoft.com/office/powerpoint/2010/main" val="3129084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419C07D0-C771-198F-AB75-B3EA3A4F430A}"/>
              </a:ext>
            </a:extLst>
          </p:cNvPr>
          <p:cNvGraphicFramePr>
            <a:graphicFrameLocks noGrp="1"/>
          </p:cNvGraphicFramePr>
          <p:nvPr>
            <p:extLst>
              <p:ext uri="{D42A27DB-BD31-4B8C-83A1-F6EECF244321}">
                <p14:modId xmlns:p14="http://schemas.microsoft.com/office/powerpoint/2010/main" val="3278188228"/>
              </p:ext>
            </p:extLst>
          </p:nvPr>
        </p:nvGraphicFramePr>
        <p:xfrm>
          <a:off x="1494503" y="530942"/>
          <a:ext cx="10087898" cy="4900042"/>
        </p:xfrm>
        <a:graphic>
          <a:graphicData uri="http://schemas.openxmlformats.org/drawingml/2006/table">
            <a:tbl>
              <a:tblPr firstRow="1" bandRow="1">
                <a:tableStyleId>{5C22544A-7EE6-4342-B048-85BDC9FD1C3A}</a:tableStyleId>
              </a:tblPr>
              <a:tblGrid>
                <a:gridCol w="5043949">
                  <a:extLst>
                    <a:ext uri="{9D8B030D-6E8A-4147-A177-3AD203B41FA5}">
                      <a16:colId xmlns:a16="http://schemas.microsoft.com/office/drawing/2014/main" val="2155699202"/>
                    </a:ext>
                  </a:extLst>
                </a:gridCol>
                <a:gridCol w="5043949">
                  <a:extLst>
                    <a:ext uri="{9D8B030D-6E8A-4147-A177-3AD203B41FA5}">
                      <a16:colId xmlns:a16="http://schemas.microsoft.com/office/drawing/2014/main" val="1327937784"/>
                    </a:ext>
                  </a:extLst>
                </a:gridCol>
              </a:tblGrid>
              <a:tr h="496121">
                <a:tc>
                  <a:txBody>
                    <a:bodyPr/>
                    <a:lstStyle/>
                    <a:p>
                      <a:endParaRPr lang="en-IN"/>
                    </a:p>
                  </a:txBody>
                  <a:tcPr/>
                </a:tc>
                <a:tc>
                  <a:txBody>
                    <a:bodyPr/>
                    <a:lstStyle/>
                    <a:p>
                      <a:endParaRPr lang="en-IN"/>
                    </a:p>
                  </a:txBody>
                  <a:tcPr/>
                </a:tc>
                <a:extLst>
                  <a:ext uri="{0D108BD9-81ED-4DB2-BD59-A6C34878D82A}">
                    <a16:rowId xmlns:a16="http://schemas.microsoft.com/office/drawing/2014/main" val="763558495"/>
                  </a:ext>
                </a:extLst>
              </a:tr>
              <a:tr h="1223311">
                <a:tc>
                  <a:txBody>
                    <a:bodyPr/>
                    <a:lstStyle/>
                    <a:p>
                      <a:endParaRPr lang="en-IN" dirty="0"/>
                    </a:p>
                    <a:p>
                      <a:endParaRPr lang="en-IN" dirty="0"/>
                    </a:p>
                    <a:p>
                      <a:endParaRPr lang="en-IN" dirty="0"/>
                    </a:p>
                  </a:txBody>
                  <a:tcPr/>
                </a:tc>
                <a:tc>
                  <a:txBody>
                    <a:bodyPr/>
                    <a:lstStyle/>
                    <a:p>
                      <a:pPr algn="just"/>
                      <a:r>
                        <a:rPr lang="en-IN" sz="2000" dirty="0">
                          <a:latin typeface="Times New Roman" panose="02020603050405020304" pitchFamily="18" charset="0"/>
                          <a:cs typeface="Times New Roman" panose="02020603050405020304" pitchFamily="18" charset="0"/>
                        </a:rPr>
                        <a:t>Flow Lines: indicates the logical sequence of execution steps in the algorithm</a:t>
                      </a:r>
                    </a:p>
                  </a:txBody>
                  <a:tcPr/>
                </a:tc>
                <a:extLst>
                  <a:ext uri="{0D108BD9-81ED-4DB2-BD59-A6C34878D82A}">
                    <a16:rowId xmlns:a16="http://schemas.microsoft.com/office/drawing/2014/main" val="1827656202"/>
                  </a:ext>
                </a:extLst>
              </a:tr>
              <a:tr h="1590305">
                <a:tc>
                  <a:txBody>
                    <a:bodyPr/>
                    <a:lstStyle/>
                    <a:p>
                      <a:endParaRPr lang="en-IN" dirty="0"/>
                    </a:p>
                    <a:p>
                      <a:endParaRPr lang="en-IN" dirty="0"/>
                    </a:p>
                    <a:p>
                      <a:endParaRPr lang="en-IN" dirty="0"/>
                    </a:p>
                    <a:p>
                      <a:endParaRPr lang="en-IN" dirty="0"/>
                    </a:p>
                  </a:txBody>
                  <a:tcPr/>
                </a:tc>
                <a:tc>
                  <a:txBody>
                    <a:bodyPr/>
                    <a:lstStyle/>
                    <a:p>
                      <a:pPr algn="just"/>
                      <a:r>
                        <a:rPr lang="en-IN" sz="2000" dirty="0">
                          <a:latin typeface="Times New Roman" panose="02020603050405020304" pitchFamily="18" charset="0"/>
                          <a:cs typeface="Times New Roman" panose="02020603050405020304" pitchFamily="18" charset="0"/>
                        </a:rPr>
                        <a:t>Disk storage I/O Symbol : indicates input from or output to disk storage</a:t>
                      </a:r>
                    </a:p>
                  </a:txBody>
                  <a:tcPr/>
                </a:tc>
                <a:extLst>
                  <a:ext uri="{0D108BD9-81ED-4DB2-BD59-A6C34878D82A}">
                    <a16:rowId xmlns:a16="http://schemas.microsoft.com/office/drawing/2014/main" val="3880992025"/>
                  </a:ext>
                </a:extLst>
              </a:tr>
              <a:tr h="1590305">
                <a:tc>
                  <a:txBody>
                    <a:bodyPr/>
                    <a:lstStyle/>
                    <a:p>
                      <a:endParaRPr lang="en-IN" dirty="0"/>
                    </a:p>
                    <a:p>
                      <a:endParaRPr lang="en-IN" dirty="0"/>
                    </a:p>
                    <a:p>
                      <a:endParaRPr lang="en-IN" dirty="0"/>
                    </a:p>
                    <a:p>
                      <a:endParaRPr lang="en-IN" dirty="0"/>
                    </a:p>
                  </a:txBody>
                  <a:tcPr/>
                </a:tc>
                <a:tc>
                  <a:txBody>
                    <a:bodyPr/>
                    <a:lstStyle/>
                    <a:p>
                      <a:pPr algn="just"/>
                      <a:r>
                        <a:rPr lang="en-IN" sz="2000" dirty="0">
                          <a:latin typeface="Times New Roman" panose="02020603050405020304" pitchFamily="18" charset="0"/>
                          <a:cs typeface="Times New Roman" panose="02020603050405020304" pitchFamily="18" charset="0"/>
                        </a:rPr>
                        <a:t>Printer Output Symbol: Shows hardcopy printer output</a:t>
                      </a:r>
                    </a:p>
                  </a:txBody>
                  <a:tcPr/>
                </a:tc>
                <a:extLst>
                  <a:ext uri="{0D108BD9-81ED-4DB2-BD59-A6C34878D82A}">
                    <a16:rowId xmlns:a16="http://schemas.microsoft.com/office/drawing/2014/main" val="2867472223"/>
                  </a:ext>
                </a:extLst>
              </a:tr>
            </a:tbl>
          </a:graphicData>
        </a:graphic>
      </p:graphicFrame>
      <p:sp>
        <p:nvSpPr>
          <p:cNvPr id="7" name="object 16">
            <a:extLst>
              <a:ext uri="{FF2B5EF4-FFF2-40B4-BE49-F238E27FC236}">
                <a16:creationId xmlns:a16="http://schemas.microsoft.com/office/drawing/2014/main" id="{06079E7A-EEB5-6AF1-8CA3-CD5C17F5E9A9}"/>
              </a:ext>
            </a:extLst>
          </p:cNvPr>
          <p:cNvSpPr/>
          <p:nvPr/>
        </p:nvSpPr>
        <p:spPr>
          <a:xfrm>
            <a:off x="4100945" y="1530928"/>
            <a:ext cx="76200" cy="304800"/>
          </a:xfrm>
          <a:custGeom>
            <a:avLst/>
            <a:gdLst/>
            <a:ahLst/>
            <a:cxnLst/>
            <a:rect l="l" t="t" r="r" b="b"/>
            <a:pathLst>
              <a:path w="132715" h="726439">
                <a:moveTo>
                  <a:pt x="15875" y="595502"/>
                </a:moveTo>
                <a:lnTo>
                  <a:pt x="9143" y="599567"/>
                </a:lnTo>
                <a:lnTo>
                  <a:pt x="2285" y="603504"/>
                </a:lnTo>
                <a:lnTo>
                  <a:pt x="0" y="612267"/>
                </a:lnTo>
                <a:lnTo>
                  <a:pt x="66293" y="725932"/>
                </a:lnTo>
                <a:lnTo>
                  <a:pt x="82808" y="697611"/>
                </a:lnTo>
                <a:lnTo>
                  <a:pt x="51942" y="697611"/>
                </a:lnTo>
                <a:lnTo>
                  <a:pt x="51942" y="644681"/>
                </a:lnTo>
                <a:lnTo>
                  <a:pt x="28575" y="604647"/>
                </a:lnTo>
                <a:lnTo>
                  <a:pt x="24637" y="597788"/>
                </a:lnTo>
                <a:lnTo>
                  <a:pt x="15875" y="595502"/>
                </a:lnTo>
                <a:close/>
              </a:path>
              <a:path w="132715" h="726439">
                <a:moveTo>
                  <a:pt x="51942" y="644681"/>
                </a:moveTo>
                <a:lnTo>
                  <a:pt x="51942" y="697611"/>
                </a:lnTo>
                <a:lnTo>
                  <a:pt x="80517" y="697611"/>
                </a:lnTo>
                <a:lnTo>
                  <a:pt x="80517" y="690372"/>
                </a:lnTo>
                <a:lnTo>
                  <a:pt x="53975" y="690372"/>
                </a:lnTo>
                <a:lnTo>
                  <a:pt x="66294" y="669267"/>
                </a:lnTo>
                <a:lnTo>
                  <a:pt x="51942" y="644681"/>
                </a:lnTo>
                <a:close/>
              </a:path>
              <a:path w="132715" h="726439">
                <a:moveTo>
                  <a:pt x="116712" y="595502"/>
                </a:moveTo>
                <a:lnTo>
                  <a:pt x="107950" y="597788"/>
                </a:lnTo>
                <a:lnTo>
                  <a:pt x="104012" y="604647"/>
                </a:lnTo>
                <a:lnTo>
                  <a:pt x="80517" y="644898"/>
                </a:lnTo>
                <a:lnTo>
                  <a:pt x="80517" y="697611"/>
                </a:lnTo>
                <a:lnTo>
                  <a:pt x="82808" y="697611"/>
                </a:lnTo>
                <a:lnTo>
                  <a:pt x="132587" y="612267"/>
                </a:lnTo>
                <a:lnTo>
                  <a:pt x="130301" y="603504"/>
                </a:lnTo>
                <a:lnTo>
                  <a:pt x="123443" y="599567"/>
                </a:lnTo>
                <a:lnTo>
                  <a:pt x="116712" y="595502"/>
                </a:lnTo>
                <a:close/>
              </a:path>
              <a:path w="132715" h="726439">
                <a:moveTo>
                  <a:pt x="66294" y="669267"/>
                </a:moveTo>
                <a:lnTo>
                  <a:pt x="53975" y="690372"/>
                </a:lnTo>
                <a:lnTo>
                  <a:pt x="78612" y="690372"/>
                </a:lnTo>
                <a:lnTo>
                  <a:pt x="66294" y="669267"/>
                </a:lnTo>
                <a:close/>
              </a:path>
              <a:path w="132715" h="726439">
                <a:moveTo>
                  <a:pt x="80517" y="644898"/>
                </a:moveTo>
                <a:lnTo>
                  <a:pt x="66294" y="669267"/>
                </a:lnTo>
                <a:lnTo>
                  <a:pt x="78612" y="690372"/>
                </a:lnTo>
                <a:lnTo>
                  <a:pt x="80517" y="690372"/>
                </a:lnTo>
                <a:lnTo>
                  <a:pt x="80517" y="644898"/>
                </a:lnTo>
                <a:close/>
              </a:path>
              <a:path w="132715" h="726439">
                <a:moveTo>
                  <a:pt x="80517" y="0"/>
                </a:moveTo>
                <a:lnTo>
                  <a:pt x="51942" y="0"/>
                </a:lnTo>
                <a:lnTo>
                  <a:pt x="51942" y="644681"/>
                </a:lnTo>
                <a:lnTo>
                  <a:pt x="66294" y="669267"/>
                </a:lnTo>
                <a:lnTo>
                  <a:pt x="80517" y="644898"/>
                </a:lnTo>
                <a:lnTo>
                  <a:pt x="80517" y="0"/>
                </a:lnTo>
                <a:close/>
              </a:path>
            </a:pathLst>
          </a:custGeom>
          <a:solidFill>
            <a:srgbClr val="525252"/>
          </a:solidFill>
          <a:ln>
            <a:solidFill>
              <a:schemeClr val="tx1"/>
            </a:solidFill>
          </a:ln>
        </p:spPr>
        <p:txBody>
          <a:bodyPr wrap="square" lIns="0" tIns="0" rIns="0" bIns="0" rtlCol="0"/>
          <a:lstStyle/>
          <a:p>
            <a:endParaRPr/>
          </a:p>
        </p:txBody>
      </p:sp>
      <p:sp>
        <p:nvSpPr>
          <p:cNvPr id="13" name="object 16">
            <a:extLst>
              <a:ext uri="{FF2B5EF4-FFF2-40B4-BE49-F238E27FC236}">
                <a16:creationId xmlns:a16="http://schemas.microsoft.com/office/drawing/2014/main" id="{2616D7FA-21A7-789D-A5B3-1503B8D5F317}"/>
              </a:ext>
            </a:extLst>
          </p:cNvPr>
          <p:cNvSpPr/>
          <p:nvPr/>
        </p:nvSpPr>
        <p:spPr>
          <a:xfrm rot="5400000">
            <a:off x="3910445" y="1302212"/>
            <a:ext cx="76200" cy="304800"/>
          </a:xfrm>
          <a:custGeom>
            <a:avLst/>
            <a:gdLst/>
            <a:ahLst/>
            <a:cxnLst/>
            <a:rect l="l" t="t" r="r" b="b"/>
            <a:pathLst>
              <a:path w="132715" h="726439">
                <a:moveTo>
                  <a:pt x="15875" y="595502"/>
                </a:moveTo>
                <a:lnTo>
                  <a:pt x="9143" y="599567"/>
                </a:lnTo>
                <a:lnTo>
                  <a:pt x="2285" y="603504"/>
                </a:lnTo>
                <a:lnTo>
                  <a:pt x="0" y="612267"/>
                </a:lnTo>
                <a:lnTo>
                  <a:pt x="66293" y="725932"/>
                </a:lnTo>
                <a:lnTo>
                  <a:pt x="82808" y="697611"/>
                </a:lnTo>
                <a:lnTo>
                  <a:pt x="51942" y="697611"/>
                </a:lnTo>
                <a:lnTo>
                  <a:pt x="51942" y="644681"/>
                </a:lnTo>
                <a:lnTo>
                  <a:pt x="28575" y="604647"/>
                </a:lnTo>
                <a:lnTo>
                  <a:pt x="24637" y="597788"/>
                </a:lnTo>
                <a:lnTo>
                  <a:pt x="15875" y="595502"/>
                </a:lnTo>
                <a:close/>
              </a:path>
              <a:path w="132715" h="726439">
                <a:moveTo>
                  <a:pt x="51942" y="644681"/>
                </a:moveTo>
                <a:lnTo>
                  <a:pt x="51942" y="697611"/>
                </a:lnTo>
                <a:lnTo>
                  <a:pt x="80517" y="697611"/>
                </a:lnTo>
                <a:lnTo>
                  <a:pt x="80517" y="690372"/>
                </a:lnTo>
                <a:lnTo>
                  <a:pt x="53975" y="690372"/>
                </a:lnTo>
                <a:lnTo>
                  <a:pt x="66294" y="669267"/>
                </a:lnTo>
                <a:lnTo>
                  <a:pt x="51942" y="644681"/>
                </a:lnTo>
                <a:close/>
              </a:path>
              <a:path w="132715" h="726439">
                <a:moveTo>
                  <a:pt x="116712" y="595502"/>
                </a:moveTo>
                <a:lnTo>
                  <a:pt x="107950" y="597788"/>
                </a:lnTo>
                <a:lnTo>
                  <a:pt x="104012" y="604647"/>
                </a:lnTo>
                <a:lnTo>
                  <a:pt x="80517" y="644898"/>
                </a:lnTo>
                <a:lnTo>
                  <a:pt x="80517" y="697611"/>
                </a:lnTo>
                <a:lnTo>
                  <a:pt x="82808" y="697611"/>
                </a:lnTo>
                <a:lnTo>
                  <a:pt x="132587" y="612267"/>
                </a:lnTo>
                <a:lnTo>
                  <a:pt x="130301" y="603504"/>
                </a:lnTo>
                <a:lnTo>
                  <a:pt x="123443" y="599567"/>
                </a:lnTo>
                <a:lnTo>
                  <a:pt x="116712" y="595502"/>
                </a:lnTo>
                <a:close/>
              </a:path>
              <a:path w="132715" h="726439">
                <a:moveTo>
                  <a:pt x="66294" y="669267"/>
                </a:moveTo>
                <a:lnTo>
                  <a:pt x="53975" y="690372"/>
                </a:lnTo>
                <a:lnTo>
                  <a:pt x="78612" y="690372"/>
                </a:lnTo>
                <a:lnTo>
                  <a:pt x="66294" y="669267"/>
                </a:lnTo>
                <a:close/>
              </a:path>
              <a:path w="132715" h="726439">
                <a:moveTo>
                  <a:pt x="80517" y="644898"/>
                </a:moveTo>
                <a:lnTo>
                  <a:pt x="66294" y="669267"/>
                </a:lnTo>
                <a:lnTo>
                  <a:pt x="78612" y="690372"/>
                </a:lnTo>
                <a:lnTo>
                  <a:pt x="80517" y="690372"/>
                </a:lnTo>
                <a:lnTo>
                  <a:pt x="80517" y="644898"/>
                </a:lnTo>
                <a:close/>
              </a:path>
              <a:path w="132715" h="726439">
                <a:moveTo>
                  <a:pt x="80517" y="0"/>
                </a:moveTo>
                <a:lnTo>
                  <a:pt x="51942" y="0"/>
                </a:lnTo>
                <a:lnTo>
                  <a:pt x="51942" y="644681"/>
                </a:lnTo>
                <a:lnTo>
                  <a:pt x="66294" y="669267"/>
                </a:lnTo>
                <a:lnTo>
                  <a:pt x="80517" y="644898"/>
                </a:lnTo>
                <a:lnTo>
                  <a:pt x="80517" y="0"/>
                </a:lnTo>
                <a:close/>
              </a:path>
            </a:pathLst>
          </a:custGeom>
          <a:solidFill>
            <a:srgbClr val="525252"/>
          </a:solidFill>
          <a:ln>
            <a:solidFill>
              <a:schemeClr val="tx1"/>
            </a:solidFill>
          </a:ln>
        </p:spPr>
        <p:txBody>
          <a:bodyPr wrap="square" lIns="0" tIns="0" rIns="0" bIns="0" rtlCol="0"/>
          <a:lstStyle/>
          <a:p>
            <a:endParaRPr/>
          </a:p>
        </p:txBody>
      </p:sp>
      <p:sp>
        <p:nvSpPr>
          <p:cNvPr id="14" name="object 16">
            <a:extLst>
              <a:ext uri="{FF2B5EF4-FFF2-40B4-BE49-F238E27FC236}">
                <a16:creationId xmlns:a16="http://schemas.microsoft.com/office/drawing/2014/main" id="{64424C4A-CB5C-0F29-8AFB-44CE3A83069D}"/>
              </a:ext>
            </a:extLst>
          </p:cNvPr>
          <p:cNvSpPr/>
          <p:nvPr/>
        </p:nvSpPr>
        <p:spPr>
          <a:xfrm rot="16200000">
            <a:off x="4305300" y="1305789"/>
            <a:ext cx="76200" cy="304800"/>
          </a:xfrm>
          <a:custGeom>
            <a:avLst/>
            <a:gdLst/>
            <a:ahLst/>
            <a:cxnLst/>
            <a:rect l="l" t="t" r="r" b="b"/>
            <a:pathLst>
              <a:path w="132715" h="726439">
                <a:moveTo>
                  <a:pt x="15875" y="595502"/>
                </a:moveTo>
                <a:lnTo>
                  <a:pt x="9143" y="599567"/>
                </a:lnTo>
                <a:lnTo>
                  <a:pt x="2285" y="603504"/>
                </a:lnTo>
                <a:lnTo>
                  <a:pt x="0" y="612267"/>
                </a:lnTo>
                <a:lnTo>
                  <a:pt x="66293" y="725932"/>
                </a:lnTo>
                <a:lnTo>
                  <a:pt x="82808" y="697611"/>
                </a:lnTo>
                <a:lnTo>
                  <a:pt x="51942" y="697611"/>
                </a:lnTo>
                <a:lnTo>
                  <a:pt x="51942" y="644681"/>
                </a:lnTo>
                <a:lnTo>
                  <a:pt x="28575" y="604647"/>
                </a:lnTo>
                <a:lnTo>
                  <a:pt x="24637" y="597788"/>
                </a:lnTo>
                <a:lnTo>
                  <a:pt x="15875" y="595502"/>
                </a:lnTo>
                <a:close/>
              </a:path>
              <a:path w="132715" h="726439">
                <a:moveTo>
                  <a:pt x="51942" y="644681"/>
                </a:moveTo>
                <a:lnTo>
                  <a:pt x="51942" y="697611"/>
                </a:lnTo>
                <a:lnTo>
                  <a:pt x="80517" y="697611"/>
                </a:lnTo>
                <a:lnTo>
                  <a:pt x="80517" y="690372"/>
                </a:lnTo>
                <a:lnTo>
                  <a:pt x="53975" y="690372"/>
                </a:lnTo>
                <a:lnTo>
                  <a:pt x="66294" y="669267"/>
                </a:lnTo>
                <a:lnTo>
                  <a:pt x="51942" y="644681"/>
                </a:lnTo>
                <a:close/>
              </a:path>
              <a:path w="132715" h="726439">
                <a:moveTo>
                  <a:pt x="116712" y="595502"/>
                </a:moveTo>
                <a:lnTo>
                  <a:pt x="107950" y="597788"/>
                </a:lnTo>
                <a:lnTo>
                  <a:pt x="104012" y="604647"/>
                </a:lnTo>
                <a:lnTo>
                  <a:pt x="80517" y="644898"/>
                </a:lnTo>
                <a:lnTo>
                  <a:pt x="80517" y="697611"/>
                </a:lnTo>
                <a:lnTo>
                  <a:pt x="82808" y="697611"/>
                </a:lnTo>
                <a:lnTo>
                  <a:pt x="132587" y="612267"/>
                </a:lnTo>
                <a:lnTo>
                  <a:pt x="130301" y="603504"/>
                </a:lnTo>
                <a:lnTo>
                  <a:pt x="123443" y="599567"/>
                </a:lnTo>
                <a:lnTo>
                  <a:pt x="116712" y="595502"/>
                </a:lnTo>
                <a:close/>
              </a:path>
              <a:path w="132715" h="726439">
                <a:moveTo>
                  <a:pt x="66294" y="669267"/>
                </a:moveTo>
                <a:lnTo>
                  <a:pt x="53975" y="690372"/>
                </a:lnTo>
                <a:lnTo>
                  <a:pt x="78612" y="690372"/>
                </a:lnTo>
                <a:lnTo>
                  <a:pt x="66294" y="669267"/>
                </a:lnTo>
                <a:close/>
              </a:path>
              <a:path w="132715" h="726439">
                <a:moveTo>
                  <a:pt x="80517" y="644898"/>
                </a:moveTo>
                <a:lnTo>
                  <a:pt x="66294" y="669267"/>
                </a:lnTo>
                <a:lnTo>
                  <a:pt x="78612" y="690372"/>
                </a:lnTo>
                <a:lnTo>
                  <a:pt x="80517" y="690372"/>
                </a:lnTo>
                <a:lnTo>
                  <a:pt x="80517" y="644898"/>
                </a:lnTo>
                <a:close/>
              </a:path>
              <a:path w="132715" h="726439">
                <a:moveTo>
                  <a:pt x="80517" y="0"/>
                </a:moveTo>
                <a:lnTo>
                  <a:pt x="51942" y="0"/>
                </a:lnTo>
                <a:lnTo>
                  <a:pt x="51942" y="644681"/>
                </a:lnTo>
                <a:lnTo>
                  <a:pt x="66294" y="669267"/>
                </a:lnTo>
                <a:lnTo>
                  <a:pt x="80517" y="644898"/>
                </a:lnTo>
                <a:lnTo>
                  <a:pt x="80517" y="0"/>
                </a:lnTo>
                <a:close/>
              </a:path>
            </a:pathLst>
          </a:custGeom>
          <a:solidFill>
            <a:srgbClr val="525252"/>
          </a:solidFill>
          <a:ln>
            <a:solidFill>
              <a:schemeClr val="tx1"/>
            </a:solidFill>
          </a:ln>
        </p:spPr>
        <p:txBody>
          <a:bodyPr wrap="square" lIns="0" tIns="0" rIns="0" bIns="0" rtlCol="0"/>
          <a:lstStyle/>
          <a:p>
            <a:endParaRPr/>
          </a:p>
        </p:txBody>
      </p:sp>
      <p:sp>
        <p:nvSpPr>
          <p:cNvPr id="15" name="object 16">
            <a:extLst>
              <a:ext uri="{FF2B5EF4-FFF2-40B4-BE49-F238E27FC236}">
                <a16:creationId xmlns:a16="http://schemas.microsoft.com/office/drawing/2014/main" id="{D214C835-A21C-A249-AFE0-543BE4177D63}"/>
              </a:ext>
            </a:extLst>
          </p:cNvPr>
          <p:cNvSpPr/>
          <p:nvPr/>
        </p:nvSpPr>
        <p:spPr>
          <a:xfrm flipV="1">
            <a:off x="4107872" y="1096181"/>
            <a:ext cx="76200" cy="304800"/>
          </a:xfrm>
          <a:custGeom>
            <a:avLst/>
            <a:gdLst/>
            <a:ahLst/>
            <a:cxnLst/>
            <a:rect l="l" t="t" r="r" b="b"/>
            <a:pathLst>
              <a:path w="132715" h="726439">
                <a:moveTo>
                  <a:pt x="15875" y="595502"/>
                </a:moveTo>
                <a:lnTo>
                  <a:pt x="9143" y="599567"/>
                </a:lnTo>
                <a:lnTo>
                  <a:pt x="2285" y="603504"/>
                </a:lnTo>
                <a:lnTo>
                  <a:pt x="0" y="612267"/>
                </a:lnTo>
                <a:lnTo>
                  <a:pt x="66293" y="725932"/>
                </a:lnTo>
                <a:lnTo>
                  <a:pt x="82808" y="697611"/>
                </a:lnTo>
                <a:lnTo>
                  <a:pt x="51942" y="697611"/>
                </a:lnTo>
                <a:lnTo>
                  <a:pt x="51942" y="644681"/>
                </a:lnTo>
                <a:lnTo>
                  <a:pt x="28575" y="604647"/>
                </a:lnTo>
                <a:lnTo>
                  <a:pt x="24637" y="597788"/>
                </a:lnTo>
                <a:lnTo>
                  <a:pt x="15875" y="595502"/>
                </a:lnTo>
                <a:close/>
              </a:path>
              <a:path w="132715" h="726439">
                <a:moveTo>
                  <a:pt x="51942" y="644681"/>
                </a:moveTo>
                <a:lnTo>
                  <a:pt x="51942" y="697611"/>
                </a:lnTo>
                <a:lnTo>
                  <a:pt x="80517" y="697611"/>
                </a:lnTo>
                <a:lnTo>
                  <a:pt x="80517" y="690372"/>
                </a:lnTo>
                <a:lnTo>
                  <a:pt x="53975" y="690372"/>
                </a:lnTo>
                <a:lnTo>
                  <a:pt x="66294" y="669267"/>
                </a:lnTo>
                <a:lnTo>
                  <a:pt x="51942" y="644681"/>
                </a:lnTo>
                <a:close/>
              </a:path>
              <a:path w="132715" h="726439">
                <a:moveTo>
                  <a:pt x="116712" y="595502"/>
                </a:moveTo>
                <a:lnTo>
                  <a:pt x="107950" y="597788"/>
                </a:lnTo>
                <a:lnTo>
                  <a:pt x="104012" y="604647"/>
                </a:lnTo>
                <a:lnTo>
                  <a:pt x="80517" y="644898"/>
                </a:lnTo>
                <a:lnTo>
                  <a:pt x="80517" y="697611"/>
                </a:lnTo>
                <a:lnTo>
                  <a:pt x="82808" y="697611"/>
                </a:lnTo>
                <a:lnTo>
                  <a:pt x="132587" y="612267"/>
                </a:lnTo>
                <a:lnTo>
                  <a:pt x="130301" y="603504"/>
                </a:lnTo>
                <a:lnTo>
                  <a:pt x="123443" y="599567"/>
                </a:lnTo>
                <a:lnTo>
                  <a:pt x="116712" y="595502"/>
                </a:lnTo>
                <a:close/>
              </a:path>
              <a:path w="132715" h="726439">
                <a:moveTo>
                  <a:pt x="66294" y="669267"/>
                </a:moveTo>
                <a:lnTo>
                  <a:pt x="53975" y="690372"/>
                </a:lnTo>
                <a:lnTo>
                  <a:pt x="78612" y="690372"/>
                </a:lnTo>
                <a:lnTo>
                  <a:pt x="66294" y="669267"/>
                </a:lnTo>
                <a:close/>
              </a:path>
              <a:path w="132715" h="726439">
                <a:moveTo>
                  <a:pt x="80517" y="644898"/>
                </a:moveTo>
                <a:lnTo>
                  <a:pt x="66294" y="669267"/>
                </a:lnTo>
                <a:lnTo>
                  <a:pt x="78612" y="690372"/>
                </a:lnTo>
                <a:lnTo>
                  <a:pt x="80517" y="690372"/>
                </a:lnTo>
                <a:lnTo>
                  <a:pt x="80517" y="644898"/>
                </a:lnTo>
                <a:close/>
              </a:path>
              <a:path w="132715" h="726439">
                <a:moveTo>
                  <a:pt x="80517" y="0"/>
                </a:moveTo>
                <a:lnTo>
                  <a:pt x="51942" y="0"/>
                </a:lnTo>
                <a:lnTo>
                  <a:pt x="51942" y="644681"/>
                </a:lnTo>
                <a:lnTo>
                  <a:pt x="66294" y="669267"/>
                </a:lnTo>
                <a:lnTo>
                  <a:pt x="80517" y="644898"/>
                </a:lnTo>
                <a:lnTo>
                  <a:pt x="80517" y="0"/>
                </a:lnTo>
                <a:close/>
              </a:path>
            </a:pathLst>
          </a:custGeom>
          <a:solidFill>
            <a:srgbClr val="525252"/>
          </a:solidFill>
          <a:ln>
            <a:solidFill>
              <a:schemeClr val="tx1"/>
            </a:solidFill>
          </a:ln>
        </p:spPr>
        <p:txBody>
          <a:bodyPr wrap="square" lIns="0" tIns="0" rIns="0" bIns="0" rtlCol="0"/>
          <a:lstStyle/>
          <a:p>
            <a:endParaRPr/>
          </a:p>
        </p:txBody>
      </p:sp>
      <p:sp>
        <p:nvSpPr>
          <p:cNvPr id="16" name="Flowchart: Magnetic Disk 15">
            <a:extLst>
              <a:ext uri="{FF2B5EF4-FFF2-40B4-BE49-F238E27FC236}">
                <a16:creationId xmlns:a16="http://schemas.microsoft.com/office/drawing/2014/main" id="{0094F73F-873A-4F47-A60E-813F02D66A89}"/>
              </a:ext>
            </a:extLst>
          </p:cNvPr>
          <p:cNvSpPr/>
          <p:nvPr/>
        </p:nvSpPr>
        <p:spPr>
          <a:xfrm>
            <a:off x="3089564" y="2902528"/>
            <a:ext cx="1600200" cy="761999"/>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Document 16">
            <a:extLst>
              <a:ext uri="{FF2B5EF4-FFF2-40B4-BE49-F238E27FC236}">
                <a16:creationId xmlns:a16="http://schemas.microsoft.com/office/drawing/2014/main" id="{1652B38B-A808-82DE-FA62-2542B339F652}"/>
              </a:ext>
            </a:extLst>
          </p:cNvPr>
          <p:cNvSpPr/>
          <p:nvPr/>
        </p:nvSpPr>
        <p:spPr>
          <a:xfrm>
            <a:off x="2993923" y="4491999"/>
            <a:ext cx="2019300" cy="838202"/>
          </a:xfrm>
          <a:prstGeom prst="flowChartDocumen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18279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CF3F7-5D52-17C2-357F-4E73939F129E}"/>
              </a:ext>
            </a:extLst>
          </p:cNvPr>
          <p:cNvSpPr>
            <a:spLocks noGrp="1"/>
          </p:cNvSpPr>
          <p:nvPr>
            <p:ph type="title"/>
          </p:nvPr>
        </p:nvSpPr>
        <p:spPr>
          <a:xfrm>
            <a:off x="913775" y="618517"/>
            <a:ext cx="10364451" cy="524483"/>
          </a:xfrm>
        </p:spPr>
        <p:txBody>
          <a:bodyPr/>
          <a:lstStyle/>
          <a:p>
            <a:pPr algn="l"/>
            <a:r>
              <a:rPr lang="en-IN" dirty="0">
                <a:latin typeface="Times New Roman" panose="02020603050405020304" pitchFamily="18" charset="0"/>
                <a:cs typeface="Times New Roman" panose="02020603050405020304" pitchFamily="18" charset="0"/>
              </a:rPr>
              <a:t>Examples</a:t>
            </a:r>
          </a:p>
        </p:txBody>
      </p:sp>
      <p:sp>
        <p:nvSpPr>
          <p:cNvPr id="3" name="Text Placeholder 2">
            <a:extLst>
              <a:ext uri="{FF2B5EF4-FFF2-40B4-BE49-F238E27FC236}">
                <a16:creationId xmlns:a16="http://schemas.microsoft.com/office/drawing/2014/main" id="{4115FA1B-3AFA-122F-8D09-FA8DE1CA5305}"/>
              </a:ext>
            </a:extLst>
          </p:cNvPr>
          <p:cNvSpPr>
            <a:spLocks noGrp="1"/>
          </p:cNvSpPr>
          <p:nvPr>
            <p:ph type="body" idx="1"/>
          </p:nvPr>
        </p:nvSpPr>
        <p:spPr>
          <a:xfrm>
            <a:off x="913774" y="1295400"/>
            <a:ext cx="10364452" cy="3424107"/>
          </a:xfrm>
        </p:spPr>
        <p:txBody>
          <a:bodyPr>
            <a:normAutofit/>
          </a:bodyPr>
          <a:lstStyle/>
          <a:p>
            <a:pPr marL="0" indent="0">
              <a:buNone/>
            </a:pPr>
            <a:r>
              <a:rPr lang="en-IN" sz="2000" b="1" u="sng" dirty="0">
                <a:latin typeface="Times New Roman" panose="02020603050405020304" pitchFamily="18" charset="0"/>
                <a:cs typeface="Times New Roman" panose="02020603050405020304" pitchFamily="18" charset="0"/>
              </a:rPr>
              <a:t>To find sum of two numbers</a:t>
            </a:r>
          </a:p>
        </p:txBody>
      </p:sp>
      <p:sp>
        <p:nvSpPr>
          <p:cNvPr id="4" name="TextBox 3">
            <a:extLst>
              <a:ext uri="{FF2B5EF4-FFF2-40B4-BE49-F238E27FC236}">
                <a16:creationId xmlns:a16="http://schemas.microsoft.com/office/drawing/2014/main" id="{92FEB6FF-2322-5422-5F56-D0E7D96F4B98}"/>
              </a:ext>
            </a:extLst>
          </p:cNvPr>
          <p:cNvSpPr txBox="1"/>
          <p:nvPr/>
        </p:nvSpPr>
        <p:spPr>
          <a:xfrm>
            <a:off x="1295400" y="2057400"/>
            <a:ext cx="4572000" cy="224676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Algorithm: sum of two numbers</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Step1: </a:t>
            </a:r>
            <a:r>
              <a:rPr lang="en-IN" sz="2000" dirty="0">
                <a:latin typeface="Times New Roman" panose="02020603050405020304" pitchFamily="18" charset="0"/>
                <a:cs typeface="Times New Roman" panose="02020603050405020304" pitchFamily="18" charset="0"/>
              </a:rPr>
              <a:t>Start</a:t>
            </a:r>
          </a:p>
          <a:p>
            <a:r>
              <a:rPr lang="en-IN" sz="2000" b="1" dirty="0">
                <a:latin typeface="Times New Roman" panose="02020603050405020304" pitchFamily="18" charset="0"/>
                <a:cs typeface="Times New Roman" panose="02020603050405020304" pitchFamily="18" charset="0"/>
              </a:rPr>
              <a:t>Step2: </a:t>
            </a:r>
            <a:r>
              <a:rPr lang="en-IN" sz="2000" dirty="0">
                <a:latin typeface="Times New Roman" panose="02020603050405020304" pitchFamily="18" charset="0"/>
                <a:cs typeface="Times New Roman" panose="02020603050405020304" pitchFamily="18" charset="0"/>
              </a:rPr>
              <a:t>Read a , b</a:t>
            </a:r>
          </a:p>
          <a:p>
            <a:r>
              <a:rPr lang="en-IN" sz="2000" b="1" dirty="0">
                <a:latin typeface="Times New Roman" panose="02020603050405020304" pitchFamily="18" charset="0"/>
                <a:cs typeface="Times New Roman" panose="02020603050405020304" pitchFamily="18" charset="0"/>
              </a:rPr>
              <a:t>Step3: </a:t>
            </a:r>
            <a:r>
              <a:rPr lang="en-IN" sz="2000" dirty="0">
                <a:latin typeface="Times New Roman" panose="02020603050405020304" pitchFamily="18" charset="0"/>
                <a:cs typeface="Times New Roman" panose="02020603050405020304" pitchFamily="18" charset="0"/>
              </a:rPr>
              <a:t> c=a + b</a:t>
            </a:r>
          </a:p>
          <a:p>
            <a:r>
              <a:rPr lang="en-IN" sz="2000" b="1" dirty="0">
                <a:latin typeface="Times New Roman" panose="02020603050405020304" pitchFamily="18" charset="0"/>
                <a:cs typeface="Times New Roman" panose="02020603050405020304" pitchFamily="18" charset="0"/>
              </a:rPr>
              <a:t>Step4: </a:t>
            </a:r>
            <a:r>
              <a:rPr lang="en-IN" sz="2000" dirty="0">
                <a:latin typeface="Times New Roman" panose="02020603050405020304" pitchFamily="18" charset="0"/>
                <a:cs typeface="Times New Roman" panose="02020603050405020304" pitchFamily="18" charset="0"/>
              </a:rPr>
              <a:t>Print or display c</a:t>
            </a:r>
          </a:p>
          <a:p>
            <a:r>
              <a:rPr lang="en-IN" sz="2000" b="1" dirty="0">
                <a:latin typeface="Times New Roman" panose="02020603050405020304" pitchFamily="18" charset="0"/>
                <a:cs typeface="Times New Roman" panose="02020603050405020304" pitchFamily="18" charset="0"/>
              </a:rPr>
              <a:t>Step5: </a:t>
            </a:r>
            <a:r>
              <a:rPr lang="en-IN" sz="2000" dirty="0">
                <a:latin typeface="Times New Roman" panose="02020603050405020304" pitchFamily="18" charset="0"/>
                <a:cs typeface="Times New Roman" panose="02020603050405020304" pitchFamily="18" charset="0"/>
              </a:rPr>
              <a:t>Stop</a:t>
            </a:r>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CAB57B4-812A-A6D9-3C58-BD203D1D3D86}"/>
              </a:ext>
            </a:extLst>
          </p:cNvPr>
          <p:cNvSpPr txBox="1"/>
          <p:nvPr/>
        </p:nvSpPr>
        <p:spPr>
          <a:xfrm>
            <a:off x="7315200" y="312047"/>
            <a:ext cx="41910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Flow chart to find sum of two numbers</a:t>
            </a:r>
          </a:p>
        </p:txBody>
      </p:sp>
      <p:sp>
        <p:nvSpPr>
          <p:cNvPr id="6" name="object 8">
            <a:extLst>
              <a:ext uri="{FF2B5EF4-FFF2-40B4-BE49-F238E27FC236}">
                <a16:creationId xmlns:a16="http://schemas.microsoft.com/office/drawing/2014/main" id="{6F6CA3DE-FE5E-8C5C-82A6-CD1BD3F6C36A}"/>
              </a:ext>
            </a:extLst>
          </p:cNvPr>
          <p:cNvSpPr/>
          <p:nvPr/>
        </p:nvSpPr>
        <p:spPr>
          <a:xfrm>
            <a:off x="8351519" y="847784"/>
            <a:ext cx="1981200" cy="601686"/>
          </a:xfrm>
          <a:custGeom>
            <a:avLst/>
            <a:gdLst/>
            <a:ahLst/>
            <a:cxnLst/>
            <a:rect l="l" t="t" r="r" b="b"/>
            <a:pathLst>
              <a:path w="1981200" h="414655">
                <a:moveTo>
                  <a:pt x="318769" y="0"/>
                </a:moveTo>
                <a:lnTo>
                  <a:pt x="1662429" y="0"/>
                </a:lnTo>
                <a:lnTo>
                  <a:pt x="1719721" y="3340"/>
                </a:lnTo>
                <a:lnTo>
                  <a:pt x="1773647" y="12971"/>
                </a:lnTo>
                <a:lnTo>
                  <a:pt x="1823306" y="28306"/>
                </a:lnTo>
                <a:lnTo>
                  <a:pt x="1867797" y="48759"/>
                </a:lnTo>
                <a:lnTo>
                  <a:pt x="1906219" y="73743"/>
                </a:lnTo>
                <a:lnTo>
                  <a:pt x="1937671" y="102672"/>
                </a:lnTo>
                <a:lnTo>
                  <a:pt x="1961253" y="134959"/>
                </a:lnTo>
                <a:lnTo>
                  <a:pt x="1981200" y="207263"/>
                </a:lnTo>
                <a:lnTo>
                  <a:pt x="1976063" y="244508"/>
                </a:lnTo>
                <a:lnTo>
                  <a:pt x="1937671" y="311855"/>
                </a:lnTo>
                <a:lnTo>
                  <a:pt x="1906219" y="340784"/>
                </a:lnTo>
                <a:lnTo>
                  <a:pt x="1867797" y="365768"/>
                </a:lnTo>
                <a:lnTo>
                  <a:pt x="1823306" y="386221"/>
                </a:lnTo>
                <a:lnTo>
                  <a:pt x="1773647" y="401556"/>
                </a:lnTo>
                <a:lnTo>
                  <a:pt x="1719721" y="411187"/>
                </a:lnTo>
                <a:lnTo>
                  <a:pt x="1662429" y="414528"/>
                </a:lnTo>
                <a:lnTo>
                  <a:pt x="318769" y="414528"/>
                </a:lnTo>
                <a:lnTo>
                  <a:pt x="261478" y="411187"/>
                </a:lnTo>
                <a:lnTo>
                  <a:pt x="207552" y="401556"/>
                </a:lnTo>
                <a:lnTo>
                  <a:pt x="157893" y="386221"/>
                </a:lnTo>
                <a:lnTo>
                  <a:pt x="113402" y="365768"/>
                </a:lnTo>
                <a:lnTo>
                  <a:pt x="74980" y="340784"/>
                </a:lnTo>
                <a:lnTo>
                  <a:pt x="43528" y="311855"/>
                </a:lnTo>
                <a:lnTo>
                  <a:pt x="19946" y="279568"/>
                </a:lnTo>
                <a:lnTo>
                  <a:pt x="0" y="207263"/>
                </a:lnTo>
                <a:lnTo>
                  <a:pt x="5136" y="170019"/>
                </a:lnTo>
                <a:lnTo>
                  <a:pt x="43528" y="102672"/>
                </a:lnTo>
                <a:lnTo>
                  <a:pt x="74980" y="73743"/>
                </a:lnTo>
                <a:lnTo>
                  <a:pt x="113402" y="48759"/>
                </a:lnTo>
                <a:lnTo>
                  <a:pt x="157893" y="28306"/>
                </a:lnTo>
                <a:lnTo>
                  <a:pt x="207552" y="12971"/>
                </a:lnTo>
                <a:lnTo>
                  <a:pt x="261478" y="3340"/>
                </a:lnTo>
                <a:lnTo>
                  <a:pt x="318769" y="0"/>
                </a:lnTo>
                <a:close/>
              </a:path>
            </a:pathLst>
          </a:custGeom>
          <a:solidFill>
            <a:schemeClr val="accent4"/>
          </a:solidFill>
          <a:ln w="1587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lstStyle/>
          <a:p>
            <a:endParaRPr/>
          </a:p>
        </p:txBody>
      </p:sp>
      <p:sp>
        <p:nvSpPr>
          <p:cNvPr id="7" name="TextBox 6">
            <a:extLst>
              <a:ext uri="{FF2B5EF4-FFF2-40B4-BE49-F238E27FC236}">
                <a16:creationId xmlns:a16="http://schemas.microsoft.com/office/drawing/2014/main" id="{89E20CC3-158A-6153-EC66-7AA0D9F273CB}"/>
              </a:ext>
            </a:extLst>
          </p:cNvPr>
          <p:cNvSpPr txBox="1"/>
          <p:nvPr/>
        </p:nvSpPr>
        <p:spPr>
          <a:xfrm>
            <a:off x="9067800" y="924239"/>
            <a:ext cx="126491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Start</a:t>
            </a:r>
          </a:p>
        </p:txBody>
      </p:sp>
      <p:sp>
        <p:nvSpPr>
          <p:cNvPr id="8" name="Flowchart: Data 7">
            <a:extLst>
              <a:ext uri="{FF2B5EF4-FFF2-40B4-BE49-F238E27FC236}">
                <a16:creationId xmlns:a16="http://schemas.microsoft.com/office/drawing/2014/main" id="{7D07DE71-30D2-26DD-C404-A572925D6BB3}"/>
              </a:ext>
            </a:extLst>
          </p:cNvPr>
          <p:cNvSpPr/>
          <p:nvPr/>
        </p:nvSpPr>
        <p:spPr>
          <a:xfrm>
            <a:off x="8010027" y="1859692"/>
            <a:ext cx="2619449" cy="785796"/>
          </a:xfrm>
          <a:prstGeom prst="flowChartInputOutpu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49E9219-8E43-34B0-9288-9AFE01B26857}"/>
              </a:ext>
            </a:extLst>
          </p:cNvPr>
          <p:cNvSpPr txBox="1"/>
          <p:nvPr/>
        </p:nvSpPr>
        <p:spPr>
          <a:xfrm>
            <a:off x="8686800" y="1992011"/>
            <a:ext cx="144780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Read a, b</a:t>
            </a:r>
          </a:p>
        </p:txBody>
      </p:sp>
      <p:sp>
        <p:nvSpPr>
          <p:cNvPr id="10" name="Rectangle 9">
            <a:extLst>
              <a:ext uri="{FF2B5EF4-FFF2-40B4-BE49-F238E27FC236}">
                <a16:creationId xmlns:a16="http://schemas.microsoft.com/office/drawing/2014/main" id="{AFBC00F6-D23B-36E7-048E-A4ACF24E1BD1}"/>
              </a:ext>
            </a:extLst>
          </p:cNvPr>
          <p:cNvSpPr/>
          <p:nvPr/>
        </p:nvSpPr>
        <p:spPr>
          <a:xfrm>
            <a:off x="8214851" y="3007453"/>
            <a:ext cx="2209800" cy="711064"/>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A8F434C-ED2A-63EA-B684-0DDE01A07398}"/>
              </a:ext>
            </a:extLst>
          </p:cNvPr>
          <p:cNvSpPr txBox="1"/>
          <p:nvPr/>
        </p:nvSpPr>
        <p:spPr>
          <a:xfrm>
            <a:off x="8361910" y="3173857"/>
            <a:ext cx="1714500"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C=a+ b</a:t>
            </a:r>
          </a:p>
        </p:txBody>
      </p:sp>
      <p:sp>
        <p:nvSpPr>
          <p:cNvPr id="12" name="Flowchart: Data 11">
            <a:extLst>
              <a:ext uri="{FF2B5EF4-FFF2-40B4-BE49-F238E27FC236}">
                <a16:creationId xmlns:a16="http://schemas.microsoft.com/office/drawing/2014/main" id="{89638937-187E-B93A-8A12-DC21B2158D62}"/>
              </a:ext>
            </a:extLst>
          </p:cNvPr>
          <p:cNvSpPr/>
          <p:nvPr/>
        </p:nvSpPr>
        <p:spPr>
          <a:xfrm>
            <a:off x="7805202" y="4174313"/>
            <a:ext cx="2619449" cy="785796"/>
          </a:xfrm>
          <a:prstGeom prst="flowChartInputOutpu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D028820-5DDD-437C-96C6-887A58426BC7}"/>
              </a:ext>
            </a:extLst>
          </p:cNvPr>
          <p:cNvSpPr txBox="1"/>
          <p:nvPr/>
        </p:nvSpPr>
        <p:spPr>
          <a:xfrm>
            <a:off x="8652164" y="4393407"/>
            <a:ext cx="171346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Write C</a:t>
            </a:r>
          </a:p>
        </p:txBody>
      </p:sp>
      <p:sp>
        <p:nvSpPr>
          <p:cNvPr id="14" name="object 8">
            <a:extLst>
              <a:ext uri="{FF2B5EF4-FFF2-40B4-BE49-F238E27FC236}">
                <a16:creationId xmlns:a16="http://schemas.microsoft.com/office/drawing/2014/main" id="{2BA70DF8-AEFD-BF44-A6A1-8F3CC79F3096}"/>
              </a:ext>
            </a:extLst>
          </p:cNvPr>
          <p:cNvSpPr/>
          <p:nvPr/>
        </p:nvSpPr>
        <p:spPr>
          <a:xfrm>
            <a:off x="8124326" y="5492105"/>
            <a:ext cx="1981200" cy="756295"/>
          </a:xfrm>
          <a:custGeom>
            <a:avLst/>
            <a:gdLst/>
            <a:ahLst/>
            <a:cxnLst/>
            <a:rect l="l" t="t" r="r" b="b"/>
            <a:pathLst>
              <a:path w="1981200" h="414655">
                <a:moveTo>
                  <a:pt x="318769" y="0"/>
                </a:moveTo>
                <a:lnTo>
                  <a:pt x="1662429" y="0"/>
                </a:lnTo>
                <a:lnTo>
                  <a:pt x="1719721" y="3340"/>
                </a:lnTo>
                <a:lnTo>
                  <a:pt x="1773647" y="12971"/>
                </a:lnTo>
                <a:lnTo>
                  <a:pt x="1823306" y="28306"/>
                </a:lnTo>
                <a:lnTo>
                  <a:pt x="1867797" y="48759"/>
                </a:lnTo>
                <a:lnTo>
                  <a:pt x="1906219" y="73743"/>
                </a:lnTo>
                <a:lnTo>
                  <a:pt x="1937671" y="102672"/>
                </a:lnTo>
                <a:lnTo>
                  <a:pt x="1961253" y="134959"/>
                </a:lnTo>
                <a:lnTo>
                  <a:pt x="1981200" y="207263"/>
                </a:lnTo>
                <a:lnTo>
                  <a:pt x="1976063" y="244508"/>
                </a:lnTo>
                <a:lnTo>
                  <a:pt x="1937671" y="311855"/>
                </a:lnTo>
                <a:lnTo>
                  <a:pt x="1906219" y="340784"/>
                </a:lnTo>
                <a:lnTo>
                  <a:pt x="1867797" y="365768"/>
                </a:lnTo>
                <a:lnTo>
                  <a:pt x="1823306" y="386221"/>
                </a:lnTo>
                <a:lnTo>
                  <a:pt x="1773647" y="401556"/>
                </a:lnTo>
                <a:lnTo>
                  <a:pt x="1719721" y="411187"/>
                </a:lnTo>
                <a:lnTo>
                  <a:pt x="1662429" y="414528"/>
                </a:lnTo>
                <a:lnTo>
                  <a:pt x="318769" y="414528"/>
                </a:lnTo>
                <a:lnTo>
                  <a:pt x="261478" y="411187"/>
                </a:lnTo>
                <a:lnTo>
                  <a:pt x="207552" y="401556"/>
                </a:lnTo>
                <a:lnTo>
                  <a:pt x="157893" y="386221"/>
                </a:lnTo>
                <a:lnTo>
                  <a:pt x="113402" y="365768"/>
                </a:lnTo>
                <a:lnTo>
                  <a:pt x="74980" y="340784"/>
                </a:lnTo>
                <a:lnTo>
                  <a:pt x="43528" y="311855"/>
                </a:lnTo>
                <a:lnTo>
                  <a:pt x="19946" y="279568"/>
                </a:lnTo>
                <a:lnTo>
                  <a:pt x="0" y="207263"/>
                </a:lnTo>
                <a:lnTo>
                  <a:pt x="5136" y="170019"/>
                </a:lnTo>
                <a:lnTo>
                  <a:pt x="43528" y="102672"/>
                </a:lnTo>
                <a:lnTo>
                  <a:pt x="74980" y="73743"/>
                </a:lnTo>
                <a:lnTo>
                  <a:pt x="113402" y="48759"/>
                </a:lnTo>
                <a:lnTo>
                  <a:pt x="157893" y="28306"/>
                </a:lnTo>
                <a:lnTo>
                  <a:pt x="207552" y="12971"/>
                </a:lnTo>
                <a:lnTo>
                  <a:pt x="261478" y="3340"/>
                </a:lnTo>
                <a:lnTo>
                  <a:pt x="318769" y="0"/>
                </a:lnTo>
                <a:close/>
              </a:path>
            </a:pathLst>
          </a:custGeom>
          <a:solidFill>
            <a:schemeClr val="accent4"/>
          </a:solidFill>
          <a:ln w="1587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lstStyle/>
          <a:p>
            <a:endParaRPr/>
          </a:p>
        </p:txBody>
      </p:sp>
      <p:sp>
        <p:nvSpPr>
          <p:cNvPr id="15" name="TextBox 14">
            <a:extLst>
              <a:ext uri="{FF2B5EF4-FFF2-40B4-BE49-F238E27FC236}">
                <a16:creationId xmlns:a16="http://schemas.microsoft.com/office/drawing/2014/main" id="{3CE98581-7411-E2E2-B522-87959B1B03B2}"/>
              </a:ext>
            </a:extLst>
          </p:cNvPr>
          <p:cNvSpPr txBox="1"/>
          <p:nvPr/>
        </p:nvSpPr>
        <p:spPr>
          <a:xfrm>
            <a:off x="8824451" y="5651656"/>
            <a:ext cx="9906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Stop</a:t>
            </a:r>
          </a:p>
        </p:txBody>
      </p:sp>
      <p:cxnSp>
        <p:nvCxnSpPr>
          <p:cNvPr id="17" name="Straight Arrow Connector 16">
            <a:extLst>
              <a:ext uri="{FF2B5EF4-FFF2-40B4-BE49-F238E27FC236}">
                <a16:creationId xmlns:a16="http://schemas.microsoft.com/office/drawing/2014/main" id="{2A94FD1E-5C57-F242-F077-97354BD3D043}"/>
              </a:ext>
            </a:extLst>
          </p:cNvPr>
          <p:cNvCxnSpPr>
            <a:endCxn id="8" idx="1"/>
          </p:cNvCxnSpPr>
          <p:nvPr/>
        </p:nvCxnSpPr>
        <p:spPr>
          <a:xfrm>
            <a:off x="9319751" y="1445787"/>
            <a:ext cx="1" cy="413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6CCF496-679B-D8E7-6BEF-2C74F8E61AC0}"/>
              </a:ext>
            </a:extLst>
          </p:cNvPr>
          <p:cNvCxnSpPr/>
          <p:nvPr/>
        </p:nvCxnSpPr>
        <p:spPr>
          <a:xfrm>
            <a:off x="9249757" y="2630172"/>
            <a:ext cx="1" cy="413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128013-7A0B-A9A6-DA78-87B5557D8576}"/>
              </a:ext>
            </a:extLst>
          </p:cNvPr>
          <p:cNvCxnSpPr/>
          <p:nvPr/>
        </p:nvCxnSpPr>
        <p:spPr>
          <a:xfrm>
            <a:off x="9204410" y="3738900"/>
            <a:ext cx="1" cy="413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ED3567A-1B85-43E7-036D-C020E8A00DCD}"/>
              </a:ext>
            </a:extLst>
          </p:cNvPr>
          <p:cNvCxnSpPr/>
          <p:nvPr/>
        </p:nvCxnSpPr>
        <p:spPr>
          <a:xfrm>
            <a:off x="9117349" y="5009853"/>
            <a:ext cx="1" cy="413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410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567308" y="1437195"/>
            <a:ext cx="4622800" cy="3729354"/>
          </a:xfrm>
          <a:prstGeom prst="rect">
            <a:avLst/>
          </a:prstGeom>
          <a:ln w="9525">
            <a:solidFill>
              <a:srgbClr val="000000"/>
            </a:solidFill>
          </a:ln>
        </p:spPr>
        <p:txBody>
          <a:bodyPr vert="horz" wrap="square" lIns="0" tIns="134620" rIns="0" bIns="0" rtlCol="0">
            <a:spAutoFit/>
          </a:bodyPr>
          <a:lstStyle/>
          <a:p>
            <a:pPr marL="91440">
              <a:lnSpc>
                <a:spcPct val="100000"/>
              </a:lnSpc>
              <a:spcBef>
                <a:spcPts val="1060"/>
              </a:spcBef>
            </a:pPr>
            <a:r>
              <a:rPr sz="2000" dirty="0">
                <a:solidFill>
                  <a:srgbClr val="000099"/>
                </a:solidFill>
                <a:latin typeface="Franklin Gothic Medium"/>
                <a:cs typeface="Franklin Gothic Medium"/>
              </a:rPr>
              <a:t>Algorithm</a:t>
            </a:r>
            <a:r>
              <a:rPr sz="2000" spc="-3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to</a:t>
            </a:r>
            <a:r>
              <a:rPr sz="2000" spc="-2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calculate</a:t>
            </a:r>
            <a:r>
              <a:rPr sz="2000" spc="-4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Simple</a:t>
            </a:r>
            <a:r>
              <a:rPr sz="2000" spc="-4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Interest.</a:t>
            </a:r>
            <a:endParaRPr sz="2000" dirty="0">
              <a:latin typeface="Franklin Gothic Medium"/>
              <a:cs typeface="Franklin Gothic Medium"/>
            </a:endParaRPr>
          </a:p>
          <a:p>
            <a:pPr>
              <a:lnSpc>
                <a:spcPct val="100000"/>
              </a:lnSpc>
              <a:spcBef>
                <a:spcPts val="30"/>
              </a:spcBef>
            </a:pPr>
            <a:endParaRPr sz="3150" dirty="0">
              <a:latin typeface="Franklin Gothic Medium"/>
              <a:cs typeface="Franklin Gothic Medium"/>
            </a:endParaRPr>
          </a:p>
          <a:p>
            <a:pPr marL="91440" marR="1429385">
              <a:lnSpc>
                <a:spcPct val="150000"/>
              </a:lnSpc>
              <a:tabLst>
                <a:tab pos="1005840" algn="l"/>
              </a:tabLst>
            </a:pPr>
            <a:r>
              <a:rPr sz="2000" dirty="0">
                <a:solidFill>
                  <a:srgbClr val="C00000"/>
                </a:solidFill>
                <a:latin typeface="Franklin Gothic Medium"/>
                <a:cs typeface="Franklin Gothic Medium"/>
              </a:rPr>
              <a:t>Algorithm</a:t>
            </a:r>
            <a:r>
              <a:rPr sz="2000" spc="-40" dirty="0">
                <a:solidFill>
                  <a:srgbClr val="C00000"/>
                </a:solidFill>
                <a:latin typeface="Franklin Gothic Medium"/>
                <a:cs typeface="Franklin Gothic Medium"/>
              </a:rPr>
              <a:t> </a:t>
            </a:r>
            <a:r>
              <a:rPr sz="2000" dirty="0">
                <a:solidFill>
                  <a:srgbClr val="000099"/>
                </a:solidFill>
                <a:latin typeface="Franklin Gothic Medium"/>
                <a:cs typeface="Franklin Gothic Medium"/>
              </a:rPr>
              <a:t>SIMPLE</a:t>
            </a:r>
            <a:r>
              <a:rPr sz="2000" spc="-5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INTEREST </a:t>
            </a:r>
            <a:r>
              <a:rPr sz="2000" spc="-484" dirty="0">
                <a:solidFill>
                  <a:srgbClr val="000099"/>
                </a:solidFill>
                <a:latin typeface="Franklin Gothic Medium"/>
                <a:cs typeface="Franklin Gothic Medium"/>
              </a:rPr>
              <a:t> </a:t>
            </a:r>
            <a:r>
              <a:rPr sz="2000" spc="-15"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0	</a:t>
            </a:r>
            <a:r>
              <a:rPr sz="2000" spc="-25" dirty="0">
                <a:latin typeface="Franklin Gothic Medium"/>
                <a:cs typeface="Franklin Gothic Medium"/>
              </a:rPr>
              <a:t>START</a:t>
            </a:r>
            <a:endParaRPr sz="2000" dirty="0">
              <a:latin typeface="Franklin Gothic Medium"/>
              <a:cs typeface="Franklin Gothic Medium"/>
            </a:endParaRPr>
          </a:p>
          <a:p>
            <a:pPr marL="91440">
              <a:lnSpc>
                <a:spcPct val="100000"/>
              </a:lnSpc>
              <a:spcBef>
                <a:spcPts val="1200"/>
              </a:spcBef>
              <a:tabLst>
                <a:tab pos="1005840" algn="l"/>
              </a:tabLst>
            </a:pPr>
            <a:r>
              <a:rPr sz="2000" spc="-10"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1	Input</a:t>
            </a:r>
            <a:r>
              <a:rPr sz="2000" spc="-30" dirty="0">
                <a:latin typeface="Franklin Gothic Medium"/>
                <a:cs typeface="Franklin Gothic Medium"/>
              </a:rPr>
              <a:t> </a:t>
            </a:r>
            <a:r>
              <a:rPr sz="2000" spc="-90" dirty="0">
                <a:latin typeface="Franklin Gothic Medium"/>
                <a:cs typeface="Franklin Gothic Medium"/>
              </a:rPr>
              <a:t>P,</a:t>
            </a:r>
            <a:r>
              <a:rPr sz="2000" spc="-10" dirty="0">
                <a:latin typeface="Franklin Gothic Medium"/>
                <a:cs typeface="Franklin Gothic Medium"/>
              </a:rPr>
              <a:t> </a:t>
            </a:r>
            <a:r>
              <a:rPr sz="2000" spc="-50" dirty="0">
                <a:latin typeface="Franklin Gothic Medium"/>
                <a:cs typeface="Franklin Gothic Medium"/>
              </a:rPr>
              <a:t>T,</a:t>
            </a:r>
            <a:r>
              <a:rPr sz="2000" spc="-30" dirty="0">
                <a:latin typeface="Franklin Gothic Medium"/>
                <a:cs typeface="Franklin Gothic Medium"/>
              </a:rPr>
              <a:t> </a:t>
            </a:r>
            <a:r>
              <a:rPr sz="2000" dirty="0">
                <a:latin typeface="Franklin Gothic Medium"/>
                <a:cs typeface="Franklin Gothic Medium"/>
              </a:rPr>
              <a:t>R</a:t>
            </a:r>
          </a:p>
          <a:p>
            <a:pPr marL="91440" marR="273685">
              <a:lnSpc>
                <a:spcPct val="150000"/>
              </a:lnSpc>
              <a:spcBef>
                <a:spcPts val="5"/>
              </a:spcBef>
              <a:tabLst>
                <a:tab pos="1005840" algn="l"/>
              </a:tabLst>
            </a:pPr>
            <a:r>
              <a:rPr sz="2000" spc="-15"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2	</a:t>
            </a:r>
            <a:r>
              <a:rPr sz="2000" spc="-5" dirty="0">
                <a:latin typeface="Franklin Gothic Medium"/>
                <a:cs typeface="Franklin Gothic Medium"/>
              </a:rPr>
              <a:t>COMPUTE SI </a:t>
            </a:r>
            <a:r>
              <a:rPr sz="2000" dirty="0">
                <a:latin typeface="Franklin Gothic Medium"/>
                <a:cs typeface="Franklin Gothic Medium"/>
              </a:rPr>
              <a:t>= </a:t>
            </a:r>
            <a:r>
              <a:rPr sz="2000" spc="-5" dirty="0">
                <a:latin typeface="Franklin Gothic Medium"/>
                <a:cs typeface="Franklin Gothic Medium"/>
              </a:rPr>
              <a:t>(P </a:t>
            </a:r>
            <a:r>
              <a:rPr sz="2000" dirty="0">
                <a:latin typeface="Franklin Gothic Medium"/>
                <a:cs typeface="Franklin Gothic Medium"/>
              </a:rPr>
              <a:t>* T * </a:t>
            </a:r>
            <a:r>
              <a:rPr sz="2000" spc="-10" dirty="0">
                <a:latin typeface="Franklin Gothic Medium"/>
                <a:cs typeface="Franklin Gothic Medium"/>
              </a:rPr>
              <a:t>R)/100 </a:t>
            </a:r>
            <a:r>
              <a:rPr sz="2000" spc="-484" dirty="0">
                <a:latin typeface="Franklin Gothic Medium"/>
                <a:cs typeface="Franklin Gothic Medium"/>
              </a:rPr>
              <a:t> </a:t>
            </a:r>
            <a:r>
              <a:rPr sz="2000" spc="-15"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3	</a:t>
            </a:r>
            <a:r>
              <a:rPr sz="2000" spc="-20" dirty="0">
                <a:latin typeface="Franklin Gothic Medium"/>
                <a:cs typeface="Franklin Gothic Medium"/>
              </a:rPr>
              <a:t>DISPLAY</a:t>
            </a:r>
            <a:r>
              <a:rPr sz="2000" spc="-15" dirty="0">
                <a:latin typeface="Franklin Gothic Medium"/>
                <a:cs typeface="Franklin Gothic Medium"/>
              </a:rPr>
              <a:t> </a:t>
            </a:r>
            <a:r>
              <a:rPr sz="2000" spc="-5" dirty="0">
                <a:latin typeface="Franklin Gothic Medium"/>
                <a:cs typeface="Franklin Gothic Medium"/>
              </a:rPr>
              <a:t>SI</a:t>
            </a:r>
            <a:endParaRPr sz="2000" dirty="0">
              <a:latin typeface="Franklin Gothic Medium"/>
              <a:cs typeface="Franklin Gothic Medium"/>
            </a:endParaRPr>
          </a:p>
          <a:p>
            <a:pPr marL="91440">
              <a:lnSpc>
                <a:spcPct val="100000"/>
              </a:lnSpc>
              <a:spcBef>
                <a:spcPts val="1200"/>
              </a:spcBef>
              <a:tabLst>
                <a:tab pos="1005840" algn="l"/>
              </a:tabLst>
            </a:pPr>
            <a:r>
              <a:rPr sz="2000" spc="-10"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4	END</a:t>
            </a:r>
          </a:p>
        </p:txBody>
      </p:sp>
      <p:sp>
        <p:nvSpPr>
          <p:cNvPr id="7" name="object 7"/>
          <p:cNvSpPr txBox="1"/>
          <p:nvPr/>
        </p:nvSpPr>
        <p:spPr>
          <a:xfrm>
            <a:off x="237845" y="183007"/>
            <a:ext cx="7280909"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C00000"/>
                </a:solidFill>
                <a:latin typeface="Franklin Gothic Medium"/>
                <a:cs typeface="Franklin Gothic Medium"/>
              </a:rPr>
              <a:t>Art</a:t>
            </a:r>
            <a:r>
              <a:rPr sz="2400" spc="-2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Programming</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through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Algorithms</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and</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Flowcharts</a:t>
            </a:r>
            <a:endParaRPr sz="2400">
              <a:latin typeface="Franklin Gothic Medium"/>
              <a:cs typeface="Franklin Gothic Medium"/>
            </a:endParaRPr>
          </a:p>
        </p:txBody>
      </p:sp>
      <p:grpSp>
        <p:nvGrpSpPr>
          <p:cNvPr id="8" name="object 8"/>
          <p:cNvGrpSpPr/>
          <p:nvPr/>
        </p:nvGrpSpPr>
        <p:grpSpPr>
          <a:xfrm>
            <a:off x="7421562" y="1746186"/>
            <a:ext cx="3193415" cy="1390650"/>
            <a:chOff x="7421562" y="1746186"/>
            <a:chExt cx="3193415" cy="1390650"/>
          </a:xfrm>
        </p:grpSpPr>
        <p:sp>
          <p:nvSpPr>
            <p:cNvPr id="9" name="object 9"/>
            <p:cNvSpPr/>
            <p:nvPr/>
          </p:nvSpPr>
          <p:spPr>
            <a:xfrm>
              <a:off x="8161019" y="1754123"/>
              <a:ext cx="1957070" cy="457200"/>
            </a:xfrm>
            <a:custGeom>
              <a:avLst/>
              <a:gdLst/>
              <a:ahLst/>
              <a:cxnLst/>
              <a:rect l="l" t="t" r="r" b="b"/>
              <a:pathLst>
                <a:path w="1957070" h="457200">
                  <a:moveTo>
                    <a:pt x="1641982" y="0"/>
                  </a:moveTo>
                  <a:lnTo>
                    <a:pt x="314832" y="0"/>
                  </a:lnTo>
                  <a:lnTo>
                    <a:pt x="258245" y="3683"/>
                  </a:lnTo>
                  <a:lnTo>
                    <a:pt x="204983" y="14303"/>
                  </a:lnTo>
                  <a:lnTo>
                    <a:pt x="155937" y="31213"/>
                  </a:lnTo>
                  <a:lnTo>
                    <a:pt x="111996" y="53768"/>
                  </a:lnTo>
                  <a:lnTo>
                    <a:pt x="74049" y="81321"/>
                  </a:lnTo>
                  <a:lnTo>
                    <a:pt x="42987" y="113227"/>
                  </a:lnTo>
                  <a:lnTo>
                    <a:pt x="19698" y="148839"/>
                  </a:lnTo>
                  <a:lnTo>
                    <a:pt x="5072" y="187512"/>
                  </a:lnTo>
                  <a:lnTo>
                    <a:pt x="0" y="228600"/>
                  </a:lnTo>
                  <a:lnTo>
                    <a:pt x="5072" y="269687"/>
                  </a:lnTo>
                  <a:lnTo>
                    <a:pt x="19698" y="308360"/>
                  </a:lnTo>
                  <a:lnTo>
                    <a:pt x="42987" y="343972"/>
                  </a:lnTo>
                  <a:lnTo>
                    <a:pt x="74049" y="375878"/>
                  </a:lnTo>
                  <a:lnTo>
                    <a:pt x="111996" y="403431"/>
                  </a:lnTo>
                  <a:lnTo>
                    <a:pt x="155937" y="425986"/>
                  </a:lnTo>
                  <a:lnTo>
                    <a:pt x="204983" y="442896"/>
                  </a:lnTo>
                  <a:lnTo>
                    <a:pt x="258245" y="453516"/>
                  </a:lnTo>
                  <a:lnTo>
                    <a:pt x="314832" y="457200"/>
                  </a:lnTo>
                  <a:lnTo>
                    <a:pt x="1641982" y="457200"/>
                  </a:lnTo>
                  <a:lnTo>
                    <a:pt x="1698570" y="453516"/>
                  </a:lnTo>
                  <a:lnTo>
                    <a:pt x="1751832" y="442896"/>
                  </a:lnTo>
                  <a:lnTo>
                    <a:pt x="1800878" y="425986"/>
                  </a:lnTo>
                  <a:lnTo>
                    <a:pt x="1844819" y="403431"/>
                  </a:lnTo>
                  <a:lnTo>
                    <a:pt x="1882766" y="375878"/>
                  </a:lnTo>
                  <a:lnTo>
                    <a:pt x="1913828" y="343972"/>
                  </a:lnTo>
                  <a:lnTo>
                    <a:pt x="1937117" y="308360"/>
                  </a:lnTo>
                  <a:lnTo>
                    <a:pt x="1951743" y="269687"/>
                  </a:lnTo>
                  <a:lnTo>
                    <a:pt x="1956815" y="228600"/>
                  </a:lnTo>
                  <a:lnTo>
                    <a:pt x="1951743" y="187512"/>
                  </a:lnTo>
                  <a:lnTo>
                    <a:pt x="1937117" y="148839"/>
                  </a:lnTo>
                  <a:lnTo>
                    <a:pt x="1913828" y="113227"/>
                  </a:lnTo>
                  <a:lnTo>
                    <a:pt x="1882766" y="81321"/>
                  </a:lnTo>
                  <a:lnTo>
                    <a:pt x="1844819" y="53768"/>
                  </a:lnTo>
                  <a:lnTo>
                    <a:pt x="1800878" y="31213"/>
                  </a:lnTo>
                  <a:lnTo>
                    <a:pt x="1751832" y="14303"/>
                  </a:lnTo>
                  <a:lnTo>
                    <a:pt x="1698570" y="3683"/>
                  </a:lnTo>
                  <a:lnTo>
                    <a:pt x="1641982" y="0"/>
                  </a:lnTo>
                  <a:close/>
                </a:path>
              </a:pathLst>
            </a:custGeom>
            <a:solidFill>
              <a:srgbClr val="FFC000"/>
            </a:solidFill>
          </p:spPr>
          <p:txBody>
            <a:bodyPr wrap="square" lIns="0" tIns="0" rIns="0" bIns="0" rtlCol="0"/>
            <a:lstStyle/>
            <a:p>
              <a:endParaRPr/>
            </a:p>
          </p:txBody>
        </p:sp>
        <p:sp>
          <p:nvSpPr>
            <p:cNvPr id="10" name="object 10"/>
            <p:cNvSpPr/>
            <p:nvPr/>
          </p:nvSpPr>
          <p:spPr>
            <a:xfrm>
              <a:off x="8161019" y="1754123"/>
              <a:ext cx="1957070" cy="457200"/>
            </a:xfrm>
            <a:custGeom>
              <a:avLst/>
              <a:gdLst/>
              <a:ahLst/>
              <a:cxnLst/>
              <a:rect l="l" t="t" r="r" b="b"/>
              <a:pathLst>
                <a:path w="1957070" h="457200">
                  <a:moveTo>
                    <a:pt x="314832" y="0"/>
                  </a:moveTo>
                  <a:lnTo>
                    <a:pt x="1641982" y="0"/>
                  </a:lnTo>
                  <a:lnTo>
                    <a:pt x="1698570" y="3683"/>
                  </a:lnTo>
                  <a:lnTo>
                    <a:pt x="1751832" y="14303"/>
                  </a:lnTo>
                  <a:lnTo>
                    <a:pt x="1800878" y="31213"/>
                  </a:lnTo>
                  <a:lnTo>
                    <a:pt x="1844819" y="53768"/>
                  </a:lnTo>
                  <a:lnTo>
                    <a:pt x="1882766" y="81321"/>
                  </a:lnTo>
                  <a:lnTo>
                    <a:pt x="1913828" y="113227"/>
                  </a:lnTo>
                  <a:lnTo>
                    <a:pt x="1937117" y="148839"/>
                  </a:lnTo>
                  <a:lnTo>
                    <a:pt x="1951743" y="187512"/>
                  </a:lnTo>
                  <a:lnTo>
                    <a:pt x="1956815" y="228600"/>
                  </a:lnTo>
                  <a:lnTo>
                    <a:pt x="1951743" y="269687"/>
                  </a:lnTo>
                  <a:lnTo>
                    <a:pt x="1937117" y="308360"/>
                  </a:lnTo>
                  <a:lnTo>
                    <a:pt x="1913828" y="343972"/>
                  </a:lnTo>
                  <a:lnTo>
                    <a:pt x="1882766" y="375878"/>
                  </a:lnTo>
                  <a:lnTo>
                    <a:pt x="1844819" y="403431"/>
                  </a:lnTo>
                  <a:lnTo>
                    <a:pt x="1800878" y="425986"/>
                  </a:lnTo>
                  <a:lnTo>
                    <a:pt x="1751832" y="442896"/>
                  </a:lnTo>
                  <a:lnTo>
                    <a:pt x="1698570" y="453516"/>
                  </a:lnTo>
                  <a:lnTo>
                    <a:pt x="1641982" y="457200"/>
                  </a:lnTo>
                  <a:lnTo>
                    <a:pt x="314832" y="457200"/>
                  </a:lnTo>
                  <a:lnTo>
                    <a:pt x="258245" y="453516"/>
                  </a:lnTo>
                  <a:lnTo>
                    <a:pt x="204983" y="442896"/>
                  </a:lnTo>
                  <a:lnTo>
                    <a:pt x="155937" y="425986"/>
                  </a:lnTo>
                  <a:lnTo>
                    <a:pt x="111996" y="403431"/>
                  </a:lnTo>
                  <a:lnTo>
                    <a:pt x="74049" y="375878"/>
                  </a:lnTo>
                  <a:lnTo>
                    <a:pt x="42987" y="343972"/>
                  </a:lnTo>
                  <a:lnTo>
                    <a:pt x="19698" y="308360"/>
                  </a:lnTo>
                  <a:lnTo>
                    <a:pt x="5072" y="269687"/>
                  </a:lnTo>
                  <a:lnTo>
                    <a:pt x="0" y="228600"/>
                  </a:lnTo>
                  <a:lnTo>
                    <a:pt x="5072" y="187512"/>
                  </a:lnTo>
                  <a:lnTo>
                    <a:pt x="19698" y="148839"/>
                  </a:lnTo>
                  <a:lnTo>
                    <a:pt x="42987" y="113227"/>
                  </a:lnTo>
                  <a:lnTo>
                    <a:pt x="74049" y="81321"/>
                  </a:lnTo>
                  <a:lnTo>
                    <a:pt x="111996" y="53768"/>
                  </a:lnTo>
                  <a:lnTo>
                    <a:pt x="155937" y="31213"/>
                  </a:lnTo>
                  <a:lnTo>
                    <a:pt x="204983" y="14303"/>
                  </a:lnTo>
                  <a:lnTo>
                    <a:pt x="258245" y="3683"/>
                  </a:lnTo>
                  <a:lnTo>
                    <a:pt x="314832" y="0"/>
                  </a:lnTo>
                  <a:close/>
                </a:path>
              </a:pathLst>
            </a:custGeom>
            <a:ln w="15875">
              <a:solidFill>
                <a:srgbClr val="000000"/>
              </a:solidFill>
            </a:ln>
          </p:spPr>
          <p:txBody>
            <a:bodyPr wrap="square" lIns="0" tIns="0" rIns="0" bIns="0" rtlCol="0"/>
            <a:lstStyle/>
            <a:p>
              <a:endParaRPr/>
            </a:p>
          </p:txBody>
        </p:sp>
        <p:sp>
          <p:nvSpPr>
            <p:cNvPr id="11" name="object 11"/>
            <p:cNvSpPr/>
            <p:nvPr/>
          </p:nvSpPr>
          <p:spPr>
            <a:xfrm>
              <a:off x="7429500" y="2517647"/>
              <a:ext cx="3177540" cy="611505"/>
            </a:xfrm>
            <a:custGeom>
              <a:avLst/>
              <a:gdLst/>
              <a:ahLst/>
              <a:cxnLst/>
              <a:rect l="l" t="t" r="r" b="b"/>
              <a:pathLst>
                <a:path w="3177540" h="611505">
                  <a:moveTo>
                    <a:pt x="3177540" y="0"/>
                  </a:moveTo>
                  <a:lnTo>
                    <a:pt x="635507" y="0"/>
                  </a:lnTo>
                  <a:lnTo>
                    <a:pt x="0" y="611124"/>
                  </a:lnTo>
                  <a:lnTo>
                    <a:pt x="2542031" y="611124"/>
                  </a:lnTo>
                  <a:lnTo>
                    <a:pt x="3177540" y="0"/>
                  </a:lnTo>
                  <a:close/>
                </a:path>
              </a:pathLst>
            </a:custGeom>
            <a:solidFill>
              <a:srgbClr val="00AFEF"/>
            </a:solidFill>
          </p:spPr>
          <p:txBody>
            <a:bodyPr wrap="square" lIns="0" tIns="0" rIns="0" bIns="0" rtlCol="0"/>
            <a:lstStyle/>
            <a:p>
              <a:endParaRPr/>
            </a:p>
          </p:txBody>
        </p:sp>
        <p:sp>
          <p:nvSpPr>
            <p:cNvPr id="12" name="object 12"/>
            <p:cNvSpPr/>
            <p:nvPr/>
          </p:nvSpPr>
          <p:spPr>
            <a:xfrm>
              <a:off x="7429500" y="2517647"/>
              <a:ext cx="3177540" cy="611505"/>
            </a:xfrm>
            <a:custGeom>
              <a:avLst/>
              <a:gdLst/>
              <a:ahLst/>
              <a:cxnLst/>
              <a:rect l="l" t="t" r="r" b="b"/>
              <a:pathLst>
                <a:path w="3177540" h="611505">
                  <a:moveTo>
                    <a:pt x="0" y="611124"/>
                  </a:moveTo>
                  <a:lnTo>
                    <a:pt x="635507" y="0"/>
                  </a:lnTo>
                  <a:lnTo>
                    <a:pt x="3177540" y="0"/>
                  </a:lnTo>
                  <a:lnTo>
                    <a:pt x="2542031" y="611124"/>
                  </a:lnTo>
                  <a:lnTo>
                    <a:pt x="0" y="611124"/>
                  </a:lnTo>
                  <a:close/>
                </a:path>
              </a:pathLst>
            </a:custGeom>
            <a:ln w="15874">
              <a:solidFill>
                <a:srgbClr val="000000"/>
              </a:solidFill>
            </a:ln>
          </p:spPr>
          <p:txBody>
            <a:bodyPr wrap="square" lIns="0" tIns="0" rIns="0" bIns="0" rtlCol="0"/>
            <a:lstStyle/>
            <a:p>
              <a:endParaRPr/>
            </a:p>
          </p:txBody>
        </p:sp>
      </p:grpSp>
      <p:sp>
        <p:nvSpPr>
          <p:cNvPr id="13" name="object 13"/>
          <p:cNvSpPr txBox="1"/>
          <p:nvPr/>
        </p:nvSpPr>
        <p:spPr>
          <a:xfrm>
            <a:off x="6589014" y="1059941"/>
            <a:ext cx="4295775" cy="192214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Flow</a:t>
            </a:r>
            <a:r>
              <a:rPr sz="2000" spc="-5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Chart</a:t>
            </a:r>
            <a:r>
              <a:rPr sz="2000" spc="-4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to</a:t>
            </a:r>
            <a:r>
              <a:rPr sz="2000" spc="-2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calculate</a:t>
            </a:r>
            <a:r>
              <a:rPr sz="2000" spc="-3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Simple</a:t>
            </a:r>
            <a:r>
              <a:rPr sz="2000" spc="-5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Interest.</a:t>
            </a:r>
            <a:endParaRPr sz="2000" dirty="0">
              <a:latin typeface="Franklin Gothic Medium"/>
              <a:cs typeface="Franklin Gothic Medium"/>
            </a:endParaRPr>
          </a:p>
          <a:p>
            <a:pPr>
              <a:lnSpc>
                <a:spcPct val="100000"/>
              </a:lnSpc>
              <a:spcBef>
                <a:spcPts val="45"/>
              </a:spcBef>
            </a:pPr>
            <a:endParaRPr sz="3050" dirty="0">
              <a:latin typeface="Franklin Gothic Medium"/>
              <a:cs typeface="Franklin Gothic Medium"/>
            </a:endParaRPr>
          </a:p>
          <a:p>
            <a:pPr marL="807720" algn="ctr">
              <a:lnSpc>
                <a:spcPct val="100000"/>
              </a:lnSpc>
            </a:pPr>
            <a:r>
              <a:rPr sz="2000" dirty="0">
                <a:latin typeface="Franklin Gothic Medium"/>
                <a:cs typeface="Franklin Gothic Medium"/>
              </a:rPr>
              <a:t>Start</a:t>
            </a:r>
          </a:p>
          <a:p>
            <a:pPr>
              <a:lnSpc>
                <a:spcPct val="100000"/>
              </a:lnSpc>
            </a:pPr>
            <a:endParaRPr sz="2200" dirty="0">
              <a:latin typeface="Franklin Gothic Medium"/>
              <a:cs typeface="Franklin Gothic Medium"/>
            </a:endParaRPr>
          </a:p>
          <a:p>
            <a:pPr marL="561340" algn="ctr">
              <a:lnSpc>
                <a:spcPct val="100000"/>
              </a:lnSpc>
              <a:spcBef>
                <a:spcPts val="1730"/>
              </a:spcBef>
            </a:pPr>
            <a:r>
              <a:rPr sz="2000" dirty="0">
                <a:latin typeface="Franklin Gothic Medium"/>
                <a:cs typeface="Franklin Gothic Medium"/>
              </a:rPr>
              <a:t>Input</a:t>
            </a:r>
            <a:r>
              <a:rPr sz="2000" spc="-30" dirty="0">
                <a:latin typeface="Franklin Gothic Medium"/>
                <a:cs typeface="Franklin Gothic Medium"/>
              </a:rPr>
              <a:t> </a:t>
            </a:r>
            <a:r>
              <a:rPr sz="2000" spc="-90" dirty="0">
                <a:latin typeface="Franklin Gothic Medium"/>
                <a:cs typeface="Franklin Gothic Medium"/>
              </a:rPr>
              <a:t>P,</a:t>
            </a:r>
            <a:r>
              <a:rPr sz="2000" spc="-10" dirty="0">
                <a:latin typeface="Franklin Gothic Medium"/>
                <a:cs typeface="Franklin Gothic Medium"/>
              </a:rPr>
              <a:t> </a:t>
            </a:r>
            <a:r>
              <a:rPr sz="2000" spc="-50" dirty="0">
                <a:latin typeface="Franklin Gothic Medium"/>
                <a:cs typeface="Franklin Gothic Medium"/>
              </a:rPr>
              <a:t>T,</a:t>
            </a:r>
            <a:r>
              <a:rPr sz="2000" spc="-35" dirty="0">
                <a:latin typeface="Franklin Gothic Medium"/>
                <a:cs typeface="Franklin Gothic Medium"/>
              </a:rPr>
              <a:t> </a:t>
            </a:r>
            <a:r>
              <a:rPr sz="2000" dirty="0">
                <a:latin typeface="Franklin Gothic Medium"/>
                <a:cs typeface="Franklin Gothic Medium"/>
              </a:rPr>
              <a:t>R</a:t>
            </a:r>
          </a:p>
        </p:txBody>
      </p:sp>
      <p:sp>
        <p:nvSpPr>
          <p:cNvPr id="14" name="object 14"/>
          <p:cNvSpPr/>
          <p:nvPr/>
        </p:nvSpPr>
        <p:spPr>
          <a:xfrm>
            <a:off x="9075419" y="2212085"/>
            <a:ext cx="132715" cy="306705"/>
          </a:xfrm>
          <a:custGeom>
            <a:avLst/>
            <a:gdLst/>
            <a:ahLst/>
            <a:cxnLst/>
            <a:rect l="l" t="t" r="r" b="b"/>
            <a:pathLst>
              <a:path w="132715" h="306705">
                <a:moveTo>
                  <a:pt x="15875" y="176149"/>
                </a:moveTo>
                <a:lnTo>
                  <a:pt x="2285" y="184150"/>
                </a:lnTo>
                <a:lnTo>
                  <a:pt x="0" y="192786"/>
                </a:lnTo>
                <a:lnTo>
                  <a:pt x="3936" y="199643"/>
                </a:lnTo>
                <a:lnTo>
                  <a:pt x="66294" y="306577"/>
                </a:lnTo>
                <a:lnTo>
                  <a:pt x="82883" y="278129"/>
                </a:lnTo>
                <a:lnTo>
                  <a:pt x="51943" y="278129"/>
                </a:lnTo>
                <a:lnTo>
                  <a:pt x="51943" y="225327"/>
                </a:lnTo>
                <a:lnTo>
                  <a:pt x="28575" y="185292"/>
                </a:lnTo>
                <a:lnTo>
                  <a:pt x="24637" y="178435"/>
                </a:lnTo>
                <a:lnTo>
                  <a:pt x="15875" y="176149"/>
                </a:lnTo>
                <a:close/>
              </a:path>
              <a:path w="132715" h="306705">
                <a:moveTo>
                  <a:pt x="51943" y="225327"/>
                </a:moveTo>
                <a:lnTo>
                  <a:pt x="51943" y="278129"/>
                </a:lnTo>
                <a:lnTo>
                  <a:pt x="80518" y="278129"/>
                </a:lnTo>
                <a:lnTo>
                  <a:pt x="80518" y="271017"/>
                </a:lnTo>
                <a:lnTo>
                  <a:pt x="53975" y="271017"/>
                </a:lnTo>
                <a:lnTo>
                  <a:pt x="66293" y="249913"/>
                </a:lnTo>
                <a:lnTo>
                  <a:pt x="51943" y="225327"/>
                </a:lnTo>
                <a:close/>
              </a:path>
              <a:path w="132715" h="306705">
                <a:moveTo>
                  <a:pt x="116712" y="176149"/>
                </a:moveTo>
                <a:lnTo>
                  <a:pt x="107950" y="178435"/>
                </a:lnTo>
                <a:lnTo>
                  <a:pt x="104012" y="185292"/>
                </a:lnTo>
                <a:lnTo>
                  <a:pt x="80644" y="225327"/>
                </a:lnTo>
                <a:lnTo>
                  <a:pt x="80518" y="278129"/>
                </a:lnTo>
                <a:lnTo>
                  <a:pt x="82883" y="278129"/>
                </a:lnTo>
                <a:lnTo>
                  <a:pt x="128650" y="199643"/>
                </a:lnTo>
                <a:lnTo>
                  <a:pt x="132587" y="192786"/>
                </a:lnTo>
                <a:lnTo>
                  <a:pt x="130301" y="184150"/>
                </a:lnTo>
                <a:lnTo>
                  <a:pt x="116712" y="176149"/>
                </a:lnTo>
                <a:close/>
              </a:path>
              <a:path w="132715" h="306705">
                <a:moveTo>
                  <a:pt x="66293" y="249913"/>
                </a:moveTo>
                <a:lnTo>
                  <a:pt x="53975" y="271017"/>
                </a:lnTo>
                <a:lnTo>
                  <a:pt x="78612" y="271017"/>
                </a:lnTo>
                <a:lnTo>
                  <a:pt x="66293" y="249913"/>
                </a:lnTo>
                <a:close/>
              </a:path>
              <a:path w="132715" h="306705">
                <a:moveTo>
                  <a:pt x="80518" y="225544"/>
                </a:moveTo>
                <a:lnTo>
                  <a:pt x="66293" y="249913"/>
                </a:lnTo>
                <a:lnTo>
                  <a:pt x="78612" y="271017"/>
                </a:lnTo>
                <a:lnTo>
                  <a:pt x="80518" y="271017"/>
                </a:lnTo>
                <a:lnTo>
                  <a:pt x="80518" y="225544"/>
                </a:lnTo>
                <a:close/>
              </a:path>
              <a:path w="132715" h="306705">
                <a:moveTo>
                  <a:pt x="80518" y="0"/>
                </a:moveTo>
                <a:lnTo>
                  <a:pt x="51943" y="0"/>
                </a:lnTo>
                <a:lnTo>
                  <a:pt x="52069" y="225544"/>
                </a:lnTo>
                <a:lnTo>
                  <a:pt x="66293" y="249913"/>
                </a:lnTo>
                <a:lnTo>
                  <a:pt x="80518" y="225544"/>
                </a:lnTo>
                <a:lnTo>
                  <a:pt x="80518" y="0"/>
                </a:lnTo>
                <a:close/>
              </a:path>
            </a:pathLst>
          </a:custGeom>
          <a:solidFill>
            <a:srgbClr val="000066"/>
          </a:solidFill>
        </p:spPr>
        <p:txBody>
          <a:bodyPr wrap="square" lIns="0" tIns="0" rIns="0" bIns="0" rtlCol="0"/>
          <a:lstStyle/>
          <a:p>
            <a:endParaRPr/>
          </a:p>
        </p:txBody>
      </p:sp>
      <p:sp>
        <p:nvSpPr>
          <p:cNvPr id="15" name="object 15"/>
          <p:cNvSpPr txBox="1"/>
          <p:nvPr/>
        </p:nvSpPr>
        <p:spPr>
          <a:xfrm>
            <a:off x="7510271" y="3433571"/>
            <a:ext cx="2932430" cy="672465"/>
          </a:xfrm>
          <a:prstGeom prst="rect">
            <a:avLst/>
          </a:prstGeom>
          <a:solidFill>
            <a:srgbClr val="92D050"/>
          </a:solidFill>
          <a:ln w="15875">
            <a:solidFill>
              <a:srgbClr val="000000"/>
            </a:solidFill>
          </a:ln>
        </p:spPr>
        <p:txBody>
          <a:bodyPr vert="horz" wrap="square" lIns="0" tIns="177800" rIns="0" bIns="0" rtlCol="0">
            <a:spAutoFit/>
          </a:bodyPr>
          <a:lstStyle/>
          <a:p>
            <a:pPr marL="305435">
              <a:lnSpc>
                <a:spcPct val="100000"/>
              </a:lnSpc>
              <a:spcBef>
                <a:spcPts val="1400"/>
              </a:spcBef>
            </a:pPr>
            <a:r>
              <a:rPr sz="2000" spc="-5" dirty="0">
                <a:latin typeface="Franklin Gothic Medium"/>
                <a:cs typeface="Franklin Gothic Medium"/>
              </a:rPr>
              <a:t>SI</a:t>
            </a:r>
            <a:r>
              <a:rPr sz="2000" spc="-20" dirty="0">
                <a:latin typeface="Franklin Gothic Medium"/>
                <a:cs typeface="Franklin Gothic Medium"/>
              </a:rPr>
              <a:t> </a:t>
            </a:r>
            <a:r>
              <a:rPr sz="2000" dirty="0">
                <a:latin typeface="Franklin Gothic Medium"/>
                <a:cs typeface="Franklin Gothic Medium"/>
              </a:rPr>
              <a:t>=</a:t>
            </a:r>
            <a:r>
              <a:rPr sz="2000" spc="-10" dirty="0">
                <a:latin typeface="Franklin Gothic Medium"/>
                <a:cs typeface="Franklin Gothic Medium"/>
              </a:rPr>
              <a:t> </a:t>
            </a:r>
            <a:r>
              <a:rPr sz="2000" spc="-5" dirty="0">
                <a:latin typeface="Franklin Gothic Medium"/>
                <a:cs typeface="Franklin Gothic Medium"/>
              </a:rPr>
              <a:t>(P</a:t>
            </a:r>
            <a:r>
              <a:rPr sz="2000" spc="-15" dirty="0">
                <a:latin typeface="Franklin Gothic Medium"/>
                <a:cs typeface="Franklin Gothic Medium"/>
              </a:rPr>
              <a:t> </a:t>
            </a:r>
            <a:r>
              <a:rPr sz="2000" dirty="0">
                <a:latin typeface="Franklin Gothic Medium"/>
                <a:cs typeface="Franklin Gothic Medium"/>
              </a:rPr>
              <a:t>*</a:t>
            </a:r>
            <a:r>
              <a:rPr sz="2000" spc="-10" dirty="0">
                <a:latin typeface="Franklin Gothic Medium"/>
                <a:cs typeface="Franklin Gothic Medium"/>
              </a:rPr>
              <a:t> </a:t>
            </a:r>
            <a:r>
              <a:rPr sz="2000" dirty="0">
                <a:latin typeface="Franklin Gothic Medium"/>
                <a:cs typeface="Franklin Gothic Medium"/>
              </a:rPr>
              <a:t>T</a:t>
            </a:r>
            <a:r>
              <a:rPr sz="2000" spc="-15" dirty="0">
                <a:latin typeface="Franklin Gothic Medium"/>
                <a:cs typeface="Franklin Gothic Medium"/>
              </a:rPr>
              <a:t> </a:t>
            </a:r>
            <a:r>
              <a:rPr sz="2000" dirty="0">
                <a:latin typeface="Franklin Gothic Medium"/>
                <a:cs typeface="Franklin Gothic Medium"/>
              </a:rPr>
              <a:t>*</a:t>
            </a:r>
            <a:r>
              <a:rPr sz="2000" spc="-20" dirty="0">
                <a:latin typeface="Franklin Gothic Medium"/>
                <a:cs typeface="Franklin Gothic Medium"/>
              </a:rPr>
              <a:t> </a:t>
            </a:r>
            <a:r>
              <a:rPr sz="2000" dirty="0">
                <a:latin typeface="Franklin Gothic Medium"/>
                <a:cs typeface="Franklin Gothic Medium"/>
              </a:rPr>
              <a:t>R)</a:t>
            </a:r>
            <a:r>
              <a:rPr sz="2000" spc="-5" dirty="0">
                <a:latin typeface="Franklin Gothic Medium"/>
                <a:cs typeface="Franklin Gothic Medium"/>
              </a:rPr>
              <a:t> </a:t>
            </a:r>
            <a:r>
              <a:rPr sz="2000" dirty="0">
                <a:latin typeface="Franklin Gothic Medium"/>
                <a:cs typeface="Franklin Gothic Medium"/>
              </a:rPr>
              <a:t>/</a:t>
            </a:r>
            <a:r>
              <a:rPr sz="2000" spc="-10" dirty="0">
                <a:latin typeface="Franklin Gothic Medium"/>
                <a:cs typeface="Franklin Gothic Medium"/>
              </a:rPr>
              <a:t> 100</a:t>
            </a:r>
            <a:endParaRPr sz="2000" dirty="0">
              <a:latin typeface="Franklin Gothic Medium"/>
              <a:cs typeface="Franklin Gothic Medium"/>
            </a:endParaRPr>
          </a:p>
        </p:txBody>
      </p:sp>
      <p:sp>
        <p:nvSpPr>
          <p:cNvPr id="16" name="object 16"/>
          <p:cNvSpPr/>
          <p:nvPr/>
        </p:nvSpPr>
        <p:spPr>
          <a:xfrm>
            <a:off x="9075419" y="3129533"/>
            <a:ext cx="132715" cy="305435"/>
          </a:xfrm>
          <a:custGeom>
            <a:avLst/>
            <a:gdLst/>
            <a:ahLst/>
            <a:cxnLst/>
            <a:rect l="l" t="t" r="r" b="b"/>
            <a:pathLst>
              <a:path w="132715" h="305435">
                <a:moveTo>
                  <a:pt x="15875" y="175005"/>
                </a:moveTo>
                <a:lnTo>
                  <a:pt x="2285" y="183006"/>
                </a:lnTo>
                <a:lnTo>
                  <a:pt x="0" y="191769"/>
                </a:lnTo>
                <a:lnTo>
                  <a:pt x="66294" y="305435"/>
                </a:lnTo>
                <a:lnTo>
                  <a:pt x="82808" y="277113"/>
                </a:lnTo>
                <a:lnTo>
                  <a:pt x="51943" y="277113"/>
                </a:lnTo>
                <a:lnTo>
                  <a:pt x="51943" y="224184"/>
                </a:lnTo>
                <a:lnTo>
                  <a:pt x="28575" y="184150"/>
                </a:lnTo>
                <a:lnTo>
                  <a:pt x="24637" y="177291"/>
                </a:lnTo>
                <a:lnTo>
                  <a:pt x="15875" y="175005"/>
                </a:lnTo>
                <a:close/>
              </a:path>
              <a:path w="132715" h="305435">
                <a:moveTo>
                  <a:pt x="51943" y="224184"/>
                </a:moveTo>
                <a:lnTo>
                  <a:pt x="51943" y="277113"/>
                </a:lnTo>
                <a:lnTo>
                  <a:pt x="80518" y="277113"/>
                </a:lnTo>
                <a:lnTo>
                  <a:pt x="80518" y="269875"/>
                </a:lnTo>
                <a:lnTo>
                  <a:pt x="53975" y="269875"/>
                </a:lnTo>
                <a:lnTo>
                  <a:pt x="66293" y="248770"/>
                </a:lnTo>
                <a:lnTo>
                  <a:pt x="51943" y="224184"/>
                </a:lnTo>
                <a:close/>
              </a:path>
              <a:path w="132715" h="305435">
                <a:moveTo>
                  <a:pt x="116712" y="175005"/>
                </a:moveTo>
                <a:lnTo>
                  <a:pt x="107950" y="177291"/>
                </a:lnTo>
                <a:lnTo>
                  <a:pt x="104012" y="184150"/>
                </a:lnTo>
                <a:lnTo>
                  <a:pt x="80644" y="224184"/>
                </a:lnTo>
                <a:lnTo>
                  <a:pt x="80518" y="277113"/>
                </a:lnTo>
                <a:lnTo>
                  <a:pt x="82808" y="277113"/>
                </a:lnTo>
                <a:lnTo>
                  <a:pt x="132587" y="191769"/>
                </a:lnTo>
                <a:lnTo>
                  <a:pt x="130301" y="183006"/>
                </a:lnTo>
                <a:lnTo>
                  <a:pt x="116712" y="175005"/>
                </a:lnTo>
                <a:close/>
              </a:path>
              <a:path w="132715" h="305435">
                <a:moveTo>
                  <a:pt x="66293" y="248770"/>
                </a:moveTo>
                <a:lnTo>
                  <a:pt x="53975" y="269875"/>
                </a:lnTo>
                <a:lnTo>
                  <a:pt x="78612" y="269875"/>
                </a:lnTo>
                <a:lnTo>
                  <a:pt x="66293" y="248770"/>
                </a:lnTo>
                <a:close/>
              </a:path>
              <a:path w="132715" h="305435">
                <a:moveTo>
                  <a:pt x="80518" y="224401"/>
                </a:moveTo>
                <a:lnTo>
                  <a:pt x="66293" y="248770"/>
                </a:lnTo>
                <a:lnTo>
                  <a:pt x="78612" y="269875"/>
                </a:lnTo>
                <a:lnTo>
                  <a:pt x="80518" y="269875"/>
                </a:lnTo>
                <a:lnTo>
                  <a:pt x="80518" y="224401"/>
                </a:lnTo>
                <a:close/>
              </a:path>
              <a:path w="132715" h="305435">
                <a:moveTo>
                  <a:pt x="80518" y="0"/>
                </a:moveTo>
                <a:lnTo>
                  <a:pt x="51943" y="0"/>
                </a:lnTo>
                <a:lnTo>
                  <a:pt x="52069" y="224401"/>
                </a:lnTo>
                <a:lnTo>
                  <a:pt x="66293" y="248770"/>
                </a:lnTo>
                <a:lnTo>
                  <a:pt x="80518" y="224401"/>
                </a:lnTo>
                <a:lnTo>
                  <a:pt x="80518" y="0"/>
                </a:lnTo>
                <a:close/>
              </a:path>
            </a:pathLst>
          </a:custGeom>
          <a:solidFill>
            <a:srgbClr val="000066"/>
          </a:solidFill>
        </p:spPr>
        <p:txBody>
          <a:bodyPr wrap="square" lIns="0" tIns="0" rIns="0" bIns="0" rtlCol="0"/>
          <a:lstStyle/>
          <a:p>
            <a:endParaRPr/>
          </a:p>
        </p:txBody>
      </p:sp>
      <p:grpSp>
        <p:nvGrpSpPr>
          <p:cNvPr id="17" name="object 17"/>
          <p:cNvGrpSpPr/>
          <p:nvPr/>
        </p:nvGrpSpPr>
        <p:grpSpPr>
          <a:xfrm>
            <a:off x="7502334" y="4097273"/>
            <a:ext cx="2948305" cy="1688464"/>
            <a:chOff x="7502334" y="4097273"/>
            <a:chExt cx="2948305" cy="1688464"/>
          </a:xfrm>
        </p:grpSpPr>
        <p:sp>
          <p:nvSpPr>
            <p:cNvPr id="18" name="object 18"/>
            <p:cNvSpPr/>
            <p:nvPr/>
          </p:nvSpPr>
          <p:spPr>
            <a:xfrm>
              <a:off x="7510271" y="4401311"/>
              <a:ext cx="2932430" cy="611505"/>
            </a:xfrm>
            <a:custGeom>
              <a:avLst/>
              <a:gdLst/>
              <a:ahLst/>
              <a:cxnLst/>
              <a:rect l="l" t="t" r="r" b="b"/>
              <a:pathLst>
                <a:path w="2932429" h="611504">
                  <a:moveTo>
                    <a:pt x="2932176" y="0"/>
                  </a:moveTo>
                  <a:lnTo>
                    <a:pt x="586485" y="0"/>
                  </a:lnTo>
                  <a:lnTo>
                    <a:pt x="0" y="611124"/>
                  </a:lnTo>
                  <a:lnTo>
                    <a:pt x="2345689" y="611124"/>
                  </a:lnTo>
                  <a:lnTo>
                    <a:pt x="2932176" y="0"/>
                  </a:lnTo>
                  <a:close/>
                </a:path>
              </a:pathLst>
            </a:custGeom>
            <a:solidFill>
              <a:srgbClr val="00AFEF"/>
            </a:solidFill>
          </p:spPr>
          <p:txBody>
            <a:bodyPr wrap="square" lIns="0" tIns="0" rIns="0" bIns="0" rtlCol="0"/>
            <a:lstStyle/>
            <a:p>
              <a:endParaRPr/>
            </a:p>
          </p:txBody>
        </p:sp>
        <p:sp>
          <p:nvSpPr>
            <p:cNvPr id="19" name="object 19"/>
            <p:cNvSpPr/>
            <p:nvPr/>
          </p:nvSpPr>
          <p:spPr>
            <a:xfrm>
              <a:off x="7510271" y="4401311"/>
              <a:ext cx="2932430" cy="611505"/>
            </a:xfrm>
            <a:custGeom>
              <a:avLst/>
              <a:gdLst/>
              <a:ahLst/>
              <a:cxnLst/>
              <a:rect l="l" t="t" r="r" b="b"/>
              <a:pathLst>
                <a:path w="2932429" h="611504">
                  <a:moveTo>
                    <a:pt x="0" y="611124"/>
                  </a:moveTo>
                  <a:lnTo>
                    <a:pt x="586485" y="0"/>
                  </a:lnTo>
                  <a:lnTo>
                    <a:pt x="2932176" y="0"/>
                  </a:lnTo>
                  <a:lnTo>
                    <a:pt x="2345689" y="611124"/>
                  </a:lnTo>
                  <a:lnTo>
                    <a:pt x="0" y="611124"/>
                  </a:lnTo>
                  <a:close/>
                </a:path>
              </a:pathLst>
            </a:custGeom>
            <a:ln w="15875">
              <a:solidFill>
                <a:srgbClr val="000000"/>
              </a:solidFill>
            </a:ln>
          </p:spPr>
          <p:txBody>
            <a:bodyPr wrap="square" lIns="0" tIns="0" rIns="0" bIns="0" rtlCol="0"/>
            <a:lstStyle/>
            <a:p>
              <a:endParaRPr/>
            </a:p>
          </p:txBody>
        </p:sp>
        <p:sp>
          <p:nvSpPr>
            <p:cNvPr id="20" name="object 20"/>
            <p:cNvSpPr/>
            <p:nvPr/>
          </p:nvSpPr>
          <p:spPr>
            <a:xfrm>
              <a:off x="9075419" y="4097273"/>
              <a:ext cx="132715" cy="305435"/>
            </a:xfrm>
            <a:custGeom>
              <a:avLst/>
              <a:gdLst/>
              <a:ahLst/>
              <a:cxnLst/>
              <a:rect l="l" t="t" r="r" b="b"/>
              <a:pathLst>
                <a:path w="132715" h="305435">
                  <a:moveTo>
                    <a:pt x="15875" y="175006"/>
                  </a:moveTo>
                  <a:lnTo>
                    <a:pt x="2285" y="183006"/>
                  </a:lnTo>
                  <a:lnTo>
                    <a:pt x="0" y="191769"/>
                  </a:lnTo>
                  <a:lnTo>
                    <a:pt x="66294" y="305434"/>
                  </a:lnTo>
                  <a:lnTo>
                    <a:pt x="82808" y="277113"/>
                  </a:lnTo>
                  <a:lnTo>
                    <a:pt x="51943" y="277113"/>
                  </a:lnTo>
                  <a:lnTo>
                    <a:pt x="51943" y="224184"/>
                  </a:lnTo>
                  <a:lnTo>
                    <a:pt x="28575" y="184150"/>
                  </a:lnTo>
                  <a:lnTo>
                    <a:pt x="24637" y="177292"/>
                  </a:lnTo>
                  <a:lnTo>
                    <a:pt x="15875" y="175006"/>
                  </a:lnTo>
                  <a:close/>
                </a:path>
                <a:path w="132715" h="305435">
                  <a:moveTo>
                    <a:pt x="51943" y="224184"/>
                  </a:moveTo>
                  <a:lnTo>
                    <a:pt x="51943" y="277113"/>
                  </a:lnTo>
                  <a:lnTo>
                    <a:pt x="80518" y="277113"/>
                  </a:lnTo>
                  <a:lnTo>
                    <a:pt x="80518" y="269875"/>
                  </a:lnTo>
                  <a:lnTo>
                    <a:pt x="53975" y="269875"/>
                  </a:lnTo>
                  <a:lnTo>
                    <a:pt x="66293" y="248770"/>
                  </a:lnTo>
                  <a:lnTo>
                    <a:pt x="51943" y="224184"/>
                  </a:lnTo>
                  <a:close/>
                </a:path>
                <a:path w="132715" h="305435">
                  <a:moveTo>
                    <a:pt x="116712" y="175006"/>
                  </a:moveTo>
                  <a:lnTo>
                    <a:pt x="107950" y="177292"/>
                  </a:lnTo>
                  <a:lnTo>
                    <a:pt x="104012" y="184150"/>
                  </a:lnTo>
                  <a:lnTo>
                    <a:pt x="80644" y="224184"/>
                  </a:lnTo>
                  <a:lnTo>
                    <a:pt x="80518" y="277113"/>
                  </a:lnTo>
                  <a:lnTo>
                    <a:pt x="82808" y="277113"/>
                  </a:lnTo>
                  <a:lnTo>
                    <a:pt x="132587" y="191769"/>
                  </a:lnTo>
                  <a:lnTo>
                    <a:pt x="130301" y="183006"/>
                  </a:lnTo>
                  <a:lnTo>
                    <a:pt x="116712" y="175006"/>
                  </a:lnTo>
                  <a:close/>
                </a:path>
                <a:path w="132715" h="305435">
                  <a:moveTo>
                    <a:pt x="66293" y="248770"/>
                  </a:moveTo>
                  <a:lnTo>
                    <a:pt x="53975" y="269875"/>
                  </a:lnTo>
                  <a:lnTo>
                    <a:pt x="78612" y="269875"/>
                  </a:lnTo>
                  <a:lnTo>
                    <a:pt x="66293" y="248770"/>
                  </a:lnTo>
                  <a:close/>
                </a:path>
                <a:path w="132715" h="305435">
                  <a:moveTo>
                    <a:pt x="80518" y="224401"/>
                  </a:moveTo>
                  <a:lnTo>
                    <a:pt x="66293" y="248770"/>
                  </a:lnTo>
                  <a:lnTo>
                    <a:pt x="78612" y="269875"/>
                  </a:lnTo>
                  <a:lnTo>
                    <a:pt x="80518" y="269875"/>
                  </a:lnTo>
                  <a:lnTo>
                    <a:pt x="80518" y="224401"/>
                  </a:lnTo>
                  <a:close/>
                </a:path>
                <a:path w="132715" h="305435">
                  <a:moveTo>
                    <a:pt x="80518" y="0"/>
                  </a:moveTo>
                  <a:lnTo>
                    <a:pt x="51943" y="0"/>
                  </a:lnTo>
                  <a:lnTo>
                    <a:pt x="52069" y="224401"/>
                  </a:lnTo>
                  <a:lnTo>
                    <a:pt x="66293" y="248770"/>
                  </a:lnTo>
                  <a:lnTo>
                    <a:pt x="80518" y="224401"/>
                  </a:lnTo>
                  <a:lnTo>
                    <a:pt x="80518" y="0"/>
                  </a:lnTo>
                  <a:close/>
                </a:path>
              </a:pathLst>
            </a:custGeom>
            <a:solidFill>
              <a:srgbClr val="000066"/>
            </a:solidFill>
          </p:spPr>
          <p:txBody>
            <a:bodyPr wrap="square" lIns="0" tIns="0" rIns="0" bIns="0" rtlCol="0"/>
            <a:lstStyle/>
            <a:p>
              <a:endParaRPr/>
            </a:p>
          </p:txBody>
        </p:sp>
        <p:sp>
          <p:nvSpPr>
            <p:cNvPr id="21" name="object 21"/>
            <p:cNvSpPr/>
            <p:nvPr/>
          </p:nvSpPr>
          <p:spPr>
            <a:xfrm>
              <a:off x="7999475" y="5318759"/>
              <a:ext cx="1955800" cy="459105"/>
            </a:xfrm>
            <a:custGeom>
              <a:avLst/>
              <a:gdLst/>
              <a:ahLst/>
              <a:cxnLst/>
              <a:rect l="l" t="t" r="r" b="b"/>
              <a:pathLst>
                <a:path w="1955800" h="459104">
                  <a:moveTo>
                    <a:pt x="1640713" y="0"/>
                  </a:moveTo>
                  <a:lnTo>
                    <a:pt x="314578" y="0"/>
                  </a:lnTo>
                  <a:lnTo>
                    <a:pt x="258033" y="3697"/>
                  </a:lnTo>
                  <a:lnTo>
                    <a:pt x="204812" y="14355"/>
                  </a:lnTo>
                  <a:lnTo>
                    <a:pt x="155805" y="31326"/>
                  </a:lnTo>
                  <a:lnTo>
                    <a:pt x="111900" y="53960"/>
                  </a:lnTo>
                  <a:lnTo>
                    <a:pt x="73985" y="81609"/>
                  </a:lnTo>
                  <a:lnTo>
                    <a:pt x="42949" y="113622"/>
                  </a:lnTo>
                  <a:lnTo>
                    <a:pt x="19680" y="149351"/>
                  </a:lnTo>
                  <a:lnTo>
                    <a:pt x="5068" y="188148"/>
                  </a:lnTo>
                  <a:lnTo>
                    <a:pt x="0" y="229361"/>
                  </a:lnTo>
                  <a:lnTo>
                    <a:pt x="5068" y="270589"/>
                  </a:lnTo>
                  <a:lnTo>
                    <a:pt x="19680" y="309392"/>
                  </a:lnTo>
                  <a:lnTo>
                    <a:pt x="42949" y="345123"/>
                  </a:lnTo>
                  <a:lnTo>
                    <a:pt x="73985" y="377135"/>
                  </a:lnTo>
                  <a:lnTo>
                    <a:pt x="111900" y="404779"/>
                  </a:lnTo>
                  <a:lnTo>
                    <a:pt x="155805" y="427408"/>
                  </a:lnTo>
                  <a:lnTo>
                    <a:pt x="204812" y="444374"/>
                  </a:lnTo>
                  <a:lnTo>
                    <a:pt x="258033" y="455028"/>
                  </a:lnTo>
                  <a:lnTo>
                    <a:pt x="314578" y="458723"/>
                  </a:lnTo>
                  <a:lnTo>
                    <a:pt x="1640713" y="458723"/>
                  </a:lnTo>
                  <a:lnTo>
                    <a:pt x="1697258" y="455028"/>
                  </a:lnTo>
                  <a:lnTo>
                    <a:pt x="1750479" y="444374"/>
                  </a:lnTo>
                  <a:lnTo>
                    <a:pt x="1799486" y="427408"/>
                  </a:lnTo>
                  <a:lnTo>
                    <a:pt x="1843391" y="404779"/>
                  </a:lnTo>
                  <a:lnTo>
                    <a:pt x="1881306" y="377135"/>
                  </a:lnTo>
                  <a:lnTo>
                    <a:pt x="1912342" y="345123"/>
                  </a:lnTo>
                  <a:lnTo>
                    <a:pt x="1935611" y="309392"/>
                  </a:lnTo>
                  <a:lnTo>
                    <a:pt x="1950223" y="270589"/>
                  </a:lnTo>
                  <a:lnTo>
                    <a:pt x="1955292" y="229361"/>
                  </a:lnTo>
                  <a:lnTo>
                    <a:pt x="1950223" y="188148"/>
                  </a:lnTo>
                  <a:lnTo>
                    <a:pt x="1935611" y="149351"/>
                  </a:lnTo>
                  <a:lnTo>
                    <a:pt x="1912342" y="113622"/>
                  </a:lnTo>
                  <a:lnTo>
                    <a:pt x="1881306" y="81609"/>
                  </a:lnTo>
                  <a:lnTo>
                    <a:pt x="1843391" y="53960"/>
                  </a:lnTo>
                  <a:lnTo>
                    <a:pt x="1799486" y="31326"/>
                  </a:lnTo>
                  <a:lnTo>
                    <a:pt x="1750479" y="14355"/>
                  </a:lnTo>
                  <a:lnTo>
                    <a:pt x="1697258" y="3697"/>
                  </a:lnTo>
                  <a:lnTo>
                    <a:pt x="1640713" y="0"/>
                  </a:lnTo>
                  <a:close/>
                </a:path>
              </a:pathLst>
            </a:custGeom>
            <a:solidFill>
              <a:srgbClr val="FFC000"/>
            </a:solidFill>
          </p:spPr>
          <p:txBody>
            <a:bodyPr wrap="square" lIns="0" tIns="0" rIns="0" bIns="0" rtlCol="0"/>
            <a:lstStyle/>
            <a:p>
              <a:endParaRPr/>
            </a:p>
          </p:txBody>
        </p:sp>
        <p:sp>
          <p:nvSpPr>
            <p:cNvPr id="22" name="object 22"/>
            <p:cNvSpPr/>
            <p:nvPr/>
          </p:nvSpPr>
          <p:spPr>
            <a:xfrm>
              <a:off x="7999475" y="5318759"/>
              <a:ext cx="1955800" cy="459105"/>
            </a:xfrm>
            <a:custGeom>
              <a:avLst/>
              <a:gdLst/>
              <a:ahLst/>
              <a:cxnLst/>
              <a:rect l="l" t="t" r="r" b="b"/>
              <a:pathLst>
                <a:path w="1955800" h="459104">
                  <a:moveTo>
                    <a:pt x="314578" y="0"/>
                  </a:moveTo>
                  <a:lnTo>
                    <a:pt x="1640713" y="0"/>
                  </a:lnTo>
                  <a:lnTo>
                    <a:pt x="1697258" y="3697"/>
                  </a:lnTo>
                  <a:lnTo>
                    <a:pt x="1750479" y="14355"/>
                  </a:lnTo>
                  <a:lnTo>
                    <a:pt x="1799486" y="31326"/>
                  </a:lnTo>
                  <a:lnTo>
                    <a:pt x="1843391" y="53960"/>
                  </a:lnTo>
                  <a:lnTo>
                    <a:pt x="1881306" y="81609"/>
                  </a:lnTo>
                  <a:lnTo>
                    <a:pt x="1912342" y="113622"/>
                  </a:lnTo>
                  <a:lnTo>
                    <a:pt x="1935611" y="149351"/>
                  </a:lnTo>
                  <a:lnTo>
                    <a:pt x="1950223" y="188148"/>
                  </a:lnTo>
                  <a:lnTo>
                    <a:pt x="1955292" y="229361"/>
                  </a:lnTo>
                  <a:lnTo>
                    <a:pt x="1950223" y="270589"/>
                  </a:lnTo>
                  <a:lnTo>
                    <a:pt x="1935611" y="309392"/>
                  </a:lnTo>
                  <a:lnTo>
                    <a:pt x="1912342" y="345123"/>
                  </a:lnTo>
                  <a:lnTo>
                    <a:pt x="1881306" y="377135"/>
                  </a:lnTo>
                  <a:lnTo>
                    <a:pt x="1843391" y="404779"/>
                  </a:lnTo>
                  <a:lnTo>
                    <a:pt x="1799486" y="427408"/>
                  </a:lnTo>
                  <a:lnTo>
                    <a:pt x="1750479" y="444374"/>
                  </a:lnTo>
                  <a:lnTo>
                    <a:pt x="1697258" y="455028"/>
                  </a:lnTo>
                  <a:lnTo>
                    <a:pt x="1640713" y="458723"/>
                  </a:lnTo>
                  <a:lnTo>
                    <a:pt x="314578" y="458723"/>
                  </a:lnTo>
                  <a:lnTo>
                    <a:pt x="258033" y="455028"/>
                  </a:lnTo>
                  <a:lnTo>
                    <a:pt x="204812" y="444374"/>
                  </a:lnTo>
                  <a:lnTo>
                    <a:pt x="155805" y="427408"/>
                  </a:lnTo>
                  <a:lnTo>
                    <a:pt x="111900" y="404779"/>
                  </a:lnTo>
                  <a:lnTo>
                    <a:pt x="73985" y="377135"/>
                  </a:lnTo>
                  <a:lnTo>
                    <a:pt x="42949" y="345123"/>
                  </a:lnTo>
                  <a:lnTo>
                    <a:pt x="19680" y="309392"/>
                  </a:lnTo>
                  <a:lnTo>
                    <a:pt x="5068" y="270589"/>
                  </a:lnTo>
                  <a:lnTo>
                    <a:pt x="0" y="229361"/>
                  </a:lnTo>
                  <a:lnTo>
                    <a:pt x="5068" y="188148"/>
                  </a:lnTo>
                  <a:lnTo>
                    <a:pt x="19680" y="149351"/>
                  </a:lnTo>
                  <a:lnTo>
                    <a:pt x="42949" y="113622"/>
                  </a:lnTo>
                  <a:lnTo>
                    <a:pt x="73985" y="81609"/>
                  </a:lnTo>
                  <a:lnTo>
                    <a:pt x="111900" y="53960"/>
                  </a:lnTo>
                  <a:lnTo>
                    <a:pt x="155805" y="31326"/>
                  </a:lnTo>
                  <a:lnTo>
                    <a:pt x="204812" y="14355"/>
                  </a:lnTo>
                  <a:lnTo>
                    <a:pt x="258033" y="3697"/>
                  </a:lnTo>
                  <a:lnTo>
                    <a:pt x="314578" y="0"/>
                  </a:lnTo>
                  <a:close/>
                </a:path>
              </a:pathLst>
            </a:custGeom>
            <a:ln w="15875">
              <a:solidFill>
                <a:srgbClr val="000000"/>
              </a:solidFill>
            </a:ln>
          </p:spPr>
          <p:txBody>
            <a:bodyPr wrap="square" lIns="0" tIns="0" rIns="0" bIns="0" rtlCol="0"/>
            <a:lstStyle/>
            <a:p>
              <a:endParaRPr/>
            </a:p>
          </p:txBody>
        </p:sp>
      </p:grpSp>
      <p:sp>
        <p:nvSpPr>
          <p:cNvPr id="23" name="object 23"/>
          <p:cNvSpPr txBox="1"/>
          <p:nvPr/>
        </p:nvSpPr>
        <p:spPr>
          <a:xfrm>
            <a:off x="8431148" y="4535170"/>
            <a:ext cx="1090930" cy="1172210"/>
          </a:xfrm>
          <a:prstGeom prst="rect">
            <a:avLst/>
          </a:prstGeom>
        </p:spPr>
        <p:txBody>
          <a:bodyPr vert="horz" wrap="square" lIns="0" tIns="12700" rIns="0" bIns="0" rtlCol="0">
            <a:spAutoFit/>
          </a:bodyPr>
          <a:lstStyle/>
          <a:p>
            <a:pPr algn="ctr">
              <a:lnSpc>
                <a:spcPct val="100000"/>
              </a:lnSpc>
              <a:spcBef>
                <a:spcPts val="100"/>
              </a:spcBef>
            </a:pPr>
            <a:r>
              <a:rPr sz="2000" spc="-5" dirty="0">
                <a:latin typeface="Franklin Gothic Medium"/>
                <a:cs typeface="Franklin Gothic Medium"/>
              </a:rPr>
              <a:t>Display</a:t>
            </a:r>
            <a:r>
              <a:rPr sz="2000" spc="-70" dirty="0">
                <a:latin typeface="Franklin Gothic Medium"/>
                <a:cs typeface="Franklin Gothic Medium"/>
              </a:rPr>
              <a:t> </a:t>
            </a:r>
            <a:r>
              <a:rPr sz="2000" spc="-5" dirty="0">
                <a:latin typeface="Franklin Gothic Medium"/>
                <a:cs typeface="Franklin Gothic Medium"/>
              </a:rPr>
              <a:t>SI</a:t>
            </a:r>
            <a:endParaRPr sz="2000">
              <a:latin typeface="Franklin Gothic Medium"/>
              <a:cs typeface="Franklin Gothic Medium"/>
            </a:endParaRPr>
          </a:p>
          <a:p>
            <a:pPr>
              <a:lnSpc>
                <a:spcPct val="100000"/>
              </a:lnSpc>
            </a:pPr>
            <a:endParaRPr sz="2200">
              <a:latin typeface="Franklin Gothic Medium"/>
              <a:cs typeface="Franklin Gothic Medium"/>
            </a:endParaRPr>
          </a:p>
          <a:p>
            <a:pPr marL="3175" algn="ctr">
              <a:lnSpc>
                <a:spcPct val="100000"/>
              </a:lnSpc>
              <a:spcBef>
                <a:spcPts val="1730"/>
              </a:spcBef>
            </a:pPr>
            <a:r>
              <a:rPr sz="2000" dirty="0">
                <a:latin typeface="Franklin Gothic Medium"/>
                <a:cs typeface="Franklin Gothic Medium"/>
              </a:rPr>
              <a:t>End</a:t>
            </a:r>
            <a:endParaRPr sz="2000">
              <a:latin typeface="Franklin Gothic Medium"/>
              <a:cs typeface="Franklin Gothic Medium"/>
            </a:endParaRPr>
          </a:p>
        </p:txBody>
      </p:sp>
      <p:sp>
        <p:nvSpPr>
          <p:cNvPr id="24" name="object 24"/>
          <p:cNvSpPr/>
          <p:nvPr/>
        </p:nvSpPr>
        <p:spPr>
          <a:xfrm>
            <a:off x="9075419" y="5013197"/>
            <a:ext cx="132715" cy="306705"/>
          </a:xfrm>
          <a:custGeom>
            <a:avLst/>
            <a:gdLst/>
            <a:ahLst/>
            <a:cxnLst/>
            <a:rect l="l" t="t" r="r" b="b"/>
            <a:pathLst>
              <a:path w="132715" h="306704">
                <a:moveTo>
                  <a:pt x="15875" y="176149"/>
                </a:moveTo>
                <a:lnTo>
                  <a:pt x="2285" y="184150"/>
                </a:lnTo>
                <a:lnTo>
                  <a:pt x="0" y="192785"/>
                </a:lnTo>
                <a:lnTo>
                  <a:pt x="3936" y="199644"/>
                </a:lnTo>
                <a:lnTo>
                  <a:pt x="66294" y="306577"/>
                </a:lnTo>
                <a:lnTo>
                  <a:pt x="82883" y="278129"/>
                </a:lnTo>
                <a:lnTo>
                  <a:pt x="51943" y="278129"/>
                </a:lnTo>
                <a:lnTo>
                  <a:pt x="51943" y="225327"/>
                </a:lnTo>
                <a:lnTo>
                  <a:pt x="28575" y="185293"/>
                </a:lnTo>
                <a:lnTo>
                  <a:pt x="24637" y="178434"/>
                </a:lnTo>
                <a:lnTo>
                  <a:pt x="15875" y="176149"/>
                </a:lnTo>
                <a:close/>
              </a:path>
              <a:path w="132715" h="306704">
                <a:moveTo>
                  <a:pt x="51943" y="225327"/>
                </a:moveTo>
                <a:lnTo>
                  <a:pt x="51943" y="278129"/>
                </a:lnTo>
                <a:lnTo>
                  <a:pt x="80518" y="278129"/>
                </a:lnTo>
                <a:lnTo>
                  <a:pt x="80518" y="271017"/>
                </a:lnTo>
                <a:lnTo>
                  <a:pt x="53975" y="271017"/>
                </a:lnTo>
                <a:lnTo>
                  <a:pt x="66293" y="249913"/>
                </a:lnTo>
                <a:lnTo>
                  <a:pt x="51943" y="225327"/>
                </a:lnTo>
                <a:close/>
              </a:path>
              <a:path w="132715" h="306704">
                <a:moveTo>
                  <a:pt x="116712" y="176149"/>
                </a:moveTo>
                <a:lnTo>
                  <a:pt x="107950" y="178434"/>
                </a:lnTo>
                <a:lnTo>
                  <a:pt x="104012" y="185293"/>
                </a:lnTo>
                <a:lnTo>
                  <a:pt x="80644" y="225327"/>
                </a:lnTo>
                <a:lnTo>
                  <a:pt x="80518" y="278129"/>
                </a:lnTo>
                <a:lnTo>
                  <a:pt x="82883" y="278129"/>
                </a:lnTo>
                <a:lnTo>
                  <a:pt x="128650" y="199644"/>
                </a:lnTo>
                <a:lnTo>
                  <a:pt x="132587" y="192785"/>
                </a:lnTo>
                <a:lnTo>
                  <a:pt x="130301" y="184150"/>
                </a:lnTo>
                <a:lnTo>
                  <a:pt x="116712" y="176149"/>
                </a:lnTo>
                <a:close/>
              </a:path>
              <a:path w="132715" h="306704">
                <a:moveTo>
                  <a:pt x="66294" y="249913"/>
                </a:moveTo>
                <a:lnTo>
                  <a:pt x="53975" y="271017"/>
                </a:lnTo>
                <a:lnTo>
                  <a:pt x="78612" y="271017"/>
                </a:lnTo>
                <a:lnTo>
                  <a:pt x="66294" y="249913"/>
                </a:lnTo>
                <a:close/>
              </a:path>
              <a:path w="132715" h="306704">
                <a:moveTo>
                  <a:pt x="80518" y="225544"/>
                </a:moveTo>
                <a:lnTo>
                  <a:pt x="66294" y="249913"/>
                </a:lnTo>
                <a:lnTo>
                  <a:pt x="78612" y="271017"/>
                </a:lnTo>
                <a:lnTo>
                  <a:pt x="80518" y="271017"/>
                </a:lnTo>
                <a:lnTo>
                  <a:pt x="80518" y="225544"/>
                </a:lnTo>
                <a:close/>
              </a:path>
              <a:path w="132715" h="306704">
                <a:moveTo>
                  <a:pt x="80518" y="0"/>
                </a:moveTo>
                <a:lnTo>
                  <a:pt x="51943" y="0"/>
                </a:lnTo>
                <a:lnTo>
                  <a:pt x="52069" y="225544"/>
                </a:lnTo>
                <a:lnTo>
                  <a:pt x="66294" y="249913"/>
                </a:lnTo>
                <a:lnTo>
                  <a:pt x="80518" y="225544"/>
                </a:lnTo>
                <a:lnTo>
                  <a:pt x="80518" y="0"/>
                </a:lnTo>
                <a:close/>
              </a:path>
            </a:pathLst>
          </a:custGeom>
          <a:solidFill>
            <a:srgbClr val="000066"/>
          </a:solidFill>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364236" y="938783"/>
            <a:ext cx="4948555" cy="5293360"/>
          </a:xfrm>
          <a:prstGeom prst="rect">
            <a:avLst/>
          </a:prstGeom>
          <a:ln w="9525">
            <a:solidFill>
              <a:srgbClr val="000000"/>
            </a:solidFill>
          </a:ln>
        </p:spPr>
        <p:txBody>
          <a:bodyPr vert="horz" wrap="square" lIns="0" tIns="15240" rIns="0" bIns="0" rtlCol="0">
            <a:spAutoFit/>
          </a:bodyPr>
          <a:lstStyle/>
          <a:p>
            <a:pPr marL="90805" marR="85725">
              <a:lnSpc>
                <a:spcPct val="104500"/>
              </a:lnSpc>
              <a:spcBef>
                <a:spcPts val="120"/>
              </a:spcBef>
            </a:pPr>
            <a:r>
              <a:rPr sz="2000" dirty="0">
                <a:solidFill>
                  <a:srgbClr val="000099"/>
                </a:solidFill>
                <a:latin typeface="Franklin Gothic Medium"/>
                <a:cs typeface="Franklin Gothic Medium"/>
              </a:rPr>
              <a:t>Algorithm</a:t>
            </a:r>
            <a:r>
              <a:rPr sz="2000" spc="130" dirty="0">
                <a:solidFill>
                  <a:srgbClr val="000099"/>
                </a:solidFill>
                <a:latin typeface="Franklin Gothic Medium"/>
                <a:cs typeface="Franklin Gothic Medium"/>
              </a:rPr>
              <a:t> </a:t>
            </a:r>
            <a:r>
              <a:rPr sz="2000" spc="-20" dirty="0">
                <a:solidFill>
                  <a:srgbClr val="000099"/>
                </a:solidFill>
                <a:latin typeface="Franklin Gothic Medium"/>
                <a:cs typeface="Franklin Gothic Medium"/>
              </a:rPr>
              <a:t>to</a:t>
            </a:r>
            <a:r>
              <a:rPr sz="2000" spc="135"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divide</a:t>
            </a:r>
            <a:r>
              <a:rPr sz="2000" spc="135"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one</a:t>
            </a:r>
            <a:r>
              <a:rPr sz="2000" spc="15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number</a:t>
            </a:r>
            <a:r>
              <a:rPr sz="2000" spc="12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by</a:t>
            </a:r>
            <a:r>
              <a:rPr sz="2000" spc="130"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another </a:t>
            </a:r>
            <a:r>
              <a:rPr sz="2000" spc="-484"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and</a:t>
            </a:r>
            <a:r>
              <a:rPr sz="2000" spc="-2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find</a:t>
            </a:r>
            <a:r>
              <a:rPr sz="2000" spc="-2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quotient.</a:t>
            </a:r>
            <a:endParaRPr sz="2000">
              <a:latin typeface="Franklin Gothic Medium"/>
              <a:cs typeface="Franklin Gothic Medium"/>
            </a:endParaRPr>
          </a:p>
          <a:p>
            <a:pPr>
              <a:lnSpc>
                <a:spcPct val="100000"/>
              </a:lnSpc>
              <a:spcBef>
                <a:spcPts val="40"/>
              </a:spcBef>
            </a:pPr>
            <a:endParaRPr sz="2900">
              <a:latin typeface="Franklin Gothic Medium"/>
              <a:cs typeface="Franklin Gothic Medium"/>
            </a:endParaRPr>
          </a:p>
          <a:p>
            <a:pPr marL="90805" marR="2729230">
              <a:lnSpc>
                <a:spcPct val="150000"/>
              </a:lnSpc>
              <a:tabLst>
                <a:tab pos="1005205" algn="l"/>
              </a:tabLst>
            </a:pPr>
            <a:r>
              <a:rPr sz="2000" dirty="0">
                <a:solidFill>
                  <a:srgbClr val="C00000"/>
                </a:solidFill>
                <a:latin typeface="Franklin Gothic Medium"/>
                <a:cs typeface="Franklin Gothic Medium"/>
              </a:rPr>
              <a:t>Algorithm</a:t>
            </a:r>
            <a:r>
              <a:rPr sz="2000" spc="-70" dirty="0">
                <a:solidFill>
                  <a:srgbClr val="C00000"/>
                </a:solidFill>
                <a:latin typeface="Franklin Gothic Medium"/>
                <a:cs typeface="Franklin Gothic Medium"/>
              </a:rPr>
              <a:t> </a:t>
            </a:r>
            <a:r>
              <a:rPr sz="2000" dirty="0">
                <a:solidFill>
                  <a:srgbClr val="000099"/>
                </a:solidFill>
                <a:latin typeface="Franklin Gothic Medium"/>
                <a:cs typeface="Franklin Gothic Medium"/>
              </a:rPr>
              <a:t>DIVISION </a:t>
            </a:r>
            <a:r>
              <a:rPr sz="2000" spc="-484" dirty="0">
                <a:solidFill>
                  <a:srgbClr val="000099"/>
                </a:solidFill>
                <a:latin typeface="Franklin Gothic Medium"/>
                <a:cs typeface="Franklin Gothic Medium"/>
              </a:rPr>
              <a:t> </a:t>
            </a:r>
            <a:r>
              <a:rPr sz="2000" spc="-15" dirty="0">
                <a:latin typeface="Franklin Gothic Medium"/>
                <a:cs typeface="Franklin Gothic Medium"/>
              </a:rPr>
              <a:t>Step</a:t>
            </a:r>
            <a:r>
              <a:rPr sz="2000" dirty="0">
                <a:latin typeface="Franklin Gothic Medium"/>
                <a:cs typeface="Franklin Gothic Medium"/>
              </a:rPr>
              <a:t> 0	</a:t>
            </a:r>
            <a:r>
              <a:rPr sz="2000" spc="-25" dirty="0">
                <a:latin typeface="Franklin Gothic Medium"/>
                <a:cs typeface="Franklin Gothic Medium"/>
              </a:rPr>
              <a:t>START</a:t>
            </a:r>
            <a:endParaRPr sz="2000">
              <a:latin typeface="Franklin Gothic Medium"/>
              <a:cs typeface="Franklin Gothic Medium"/>
            </a:endParaRPr>
          </a:p>
          <a:p>
            <a:pPr marL="90805" marR="1400810">
              <a:lnSpc>
                <a:spcPct val="150000"/>
              </a:lnSpc>
              <a:tabLst>
                <a:tab pos="1005205" algn="l"/>
              </a:tabLst>
            </a:pPr>
            <a:r>
              <a:rPr sz="2000" spc="-10" dirty="0">
                <a:latin typeface="Franklin Gothic Medium"/>
                <a:cs typeface="Franklin Gothic Medium"/>
              </a:rPr>
              <a:t>Step</a:t>
            </a:r>
            <a:r>
              <a:rPr sz="2000" spc="-5" dirty="0">
                <a:latin typeface="Franklin Gothic Medium"/>
                <a:cs typeface="Franklin Gothic Medium"/>
              </a:rPr>
              <a:t> </a:t>
            </a:r>
            <a:r>
              <a:rPr sz="2000" dirty="0">
                <a:latin typeface="Franklin Gothic Medium"/>
                <a:cs typeface="Franklin Gothic Medium"/>
              </a:rPr>
              <a:t>1	Input first number A </a:t>
            </a:r>
            <a:r>
              <a:rPr sz="2000" spc="5" dirty="0">
                <a:latin typeface="Franklin Gothic Medium"/>
                <a:cs typeface="Franklin Gothic Medium"/>
              </a:rPr>
              <a:t> </a:t>
            </a:r>
            <a:r>
              <a:rPr sz="2000" spc="-15" dirty="0">
                <a:latin typeface="Franklin Gothic Medium"/>
                <a:cs typeface="Franklin Gothic Medium"/>
              </a:rPr>
              <a:t>Step</a:t>
            </a:r>
            <a:r>
              <a:rPr sz="2000" dirty="0">
                <a:latin typeface="Franklin Gothic Medium"/>
                <a:cs typeface="Franklin Gothic Medium"/>
              </a:rPr>
              <a:t> 2	Input</a:t>
            </a:r>
            <a:r>
              <a:rPr sz="2000" spc="-35" dirty="0">
                <a:latin typeface="Franklin Gothic Medium"/>
                <a:cs typeface="Franklin Gothic Medium"/>
              </a:rPr>
              <a:t> </a:t>
            </a:r>
            <a:r>
              <a:rPr sz="2000" dirty="0">
                <a:latin typeface="Franklin Gothic Medium"/>
                <a:cs typeface="Franklin Gothic Medium"/>
              </a:rPr>
              <a:t>second</a:t>
            </a:r>
            <a:r>
              <a:rPr sz="2000" spc="-25" dirty="0">
                <a:latin typeface="Franklin Gothic Medium"/>
                <a:cs typeface="Franklin Gothic Medium"/>
              </a:rPr>
              <a:t> </a:t>
            </a:r>
            <a:r>
              <a:rPr sz="2000" dirty="0">
                <a:latin typeface="Franklin Gothic Medium"/>
                <a:cs typeface="Franklin Gothic Medium"/>
              </a:rPr>
              <a:t>number</a:t>
            </a:r>
            <a:r>
              <a:rPr sz="2000" spc="-40" dirty="0">
                <a:latin typeface="Franklin Gothic Medium"/>
                <a:cs typeface="Franklin Gothic Medium"/>
              </a:rPr>
              <a:t> </a:t>
            </a:r>
            <a:r>
              <a:rPr sz="2000" dirty="0">
                <a:latin typeface="Franklin Gothic Medium"/>
                <a:cs typeface="Franklin Gothic Medium"/>
              </a:rPr>
              <a:t>B </a:t>
            </a:r>
            <a:r>
              <a:rPr sz="2000" spc="-484" dirty="0">
                <a:latin typeface="Franklin Gothic Medium"/>
                <a:cs typeface="Franklin Gothic Medium"/>
              </a:rPr>
              <a:t> </a:t>
            </a:r>
            <a:r>
              <a:rPr sz="2000" spc="-15" dirty="0">
                <a:latin typeface="Franklin Gothic Medium"/>
                <a:cs typeface="Franklin Gothic Medium"/>
              </a:rPr>
              <a:t>Step</a:t>
            </a:r>
            <a:r>
              <a:rPr sz="2000" dirty="0">
                <a:latin typeface="Franklin Gothic Medium"/>
                <a:cs typeface="Franklin Gothic Medium"/>
              </a:rPr>
              <a:t> 3	IF</a:t>
            </a:r>
            <a:r>
              <a:rPr sz="2000" spc="-15" dirty="0">
                <a:latin typeface="Franklin Gothic Medium"/>
                <a:cs typeface="Franklin Gothic Medium"/>
              </a:rPr>
              <a:t> </a:t>
            </a:r>
            <a:r>
              <a:rPr sz="2000" spc="-5" dirty="0">
                <a:latin typeface="Franklin Gothic Medium"/>
                <a:cs typeface="Franklin Gothic Medium"/>
              </a:rPr>
              <a:t>B!=0</a:t>
            </a:r>
            <a:r>
              <a:rPr sz="2000" spc="-15" dirty="0">
                <a:latin typeface="Franklin Gothic Medium"/>
                <a:cs typeface="Franklin Gothic Medium"/>
              </a:rPr>
              <a:t> </a:t>
            </a:r>
            <a:r>
              <a:rPr sz="2000" dirty="0">
                <a:latin typeface="Franklin Gothic Medium"/>
                <a:cs typeface="Franklin Gothic Medium"/>
              </a:rPr>
              <a:t>THEN</a:t>
            </a:r>
            <a:endParaRPr sz="2000">
              <a:latin typeface="Franklin Gothic Medium"/>
              <a:cs typeface="Franklin Gothic Medium"/>
            </a:endParaRPr>
          </a:p>
          <a:p>
            <a:pPr marL="1462405">
              <a:lnSpc>
                <a:spcPct val="100000"/>
              </a:lnSpc>
              <a:spcBef>
                <a:spcPts val="1200"/>
              </a:spcBef>
            </a:pPr>
            <a:r>
              <a:rPr sz="2000" spc="-5" dirty="0">
                <a:latin typeface="Franklin Gothic Medium"/>
                <a:cs typeface="Franklin Gothic Medium"/>
              </a:rPr>
              <a:t>Q=A/B</a:t>
            </a:r>
            <a:endParaRPr sz="2000">
              <a:latin typeface="Franklin Gothic Medium"/>
              <a:cs typeface="Franklin Gothic Medium"/>
            </a:endParaRPr>
          </a:p>
          <a:p>
            <a:pPr marL="1005205" marR="2315210" indent="457200">
              <a:lnSpc>
                <a:spcPct val="150000"/>
              </a:lnSpc>
            </a:pPr>
            <a:r>
              <a:rPr sz="2000" spc="-20" dirty="0">
                <a:latin typeface="Franklin Gothic Medium"/>
                <a:cs typeface="Franklin Gothic Medium"/>
              </a:rPr>
              <a:t>DISPLAY</a:t>
            </a:r>
            <a:r>
              <a:rPr sz="2000" spc="-75" dirty="0">
                <a:latin typeface="Franklin Gothic Medium"/>
                <a:cs typeface="Franklin Gothic Medium"/>
              </a:rPr>
              <a:t> </a:t>
            </a:r>
            <a:r>
              <a:rPr sz="2000" dirty="0">
                <a:latin typeface="Franklin Gothic Medium"/>
                <a:cs typeface="Franklin Gothic Medium"/>
              </a:rPr>
              <a:t>Q </a:t>
            </a:r>
            <a:r>
              <a:rPr sz="2000" spc="-484" dirty="0">
                <a:latin typeface="Franklin Gothic Medium"/>
                <a:cs typeface="Franklin Gothic Medium"/>
              </a:rPr>
              <a:t> </a:t>
            </a:r>
            <a:r>
              <a:rPr sz="2000" dirty="0">
                <a:latin typeface="Franklin Gothic Medium"/>
                <a:cs typeface="Franklin Gothic Medium"/>
              </a:rPr>
              <a:t>END</a:t>
            </a:r>
            <a:r>
              <a:rPr sz="2000" spc="-25" dirty="0">
                <a:latin typeface="Franklin Gothic Medium"/>
                <a:cs typeface="Franklin Gothic Medium"/>
              </a:rPr>
              <a:t> </a:t>
            </a:r>
            <a:r>
              <a:rPr sz="2000" spc="5" dirty="0">
                <a:latin typeface="Franklin Gothic Medium"/>
                <a:cs typeface="Franklin Gothic Medium"/>
              </a:rPr>
              <a:t>IF</a:t>
            </a:r>
            <a:endParaRPr sz="2000">
              <a:latin typeface="Franklin Gothic Medium"/>
              <a:cs typeface="Franklin Gothic Medium"/>
            </a:endParaRPr>
          </a:p>
          <a:p>
            <a:pPr marL="90805">
              <a:lnSpc>
                <a:spcPct val="100000"/>
              </a:lnSpc>
              <a:spcBef>
                <a:spcPts val="1200"/>
              </a:spcBef>
              <a:tabLst>
                <a:tab pos="1005205" algn="l"/>
              </a:tabLst>
            </a:pPr>
            <a:r>
              <a:rPr sz="2000" spc="-15" dirty="0">
                <a:latin typeface="Franklin Gothic Medium"/>
                <a:cs typeface="Franklin Gothic Medium"/>
              </a:rPr>
              <a:t>Step</a:t>
            </a:r>
            <a:r>
              <a:rPr sz="2000" dirty="0">
                <a:latin typeface="Franklin Gothic Medium"/>
                <a:cs typeface="Franklin Gothic Medium"/>
              </a:rPr>
              <a:t> 4	END</a:t>
            </a:r>
            <a:endParaRPr sz="2000">
              <a:latin typeface="Franklin Gothic Medium"/>
              <a:cs typeface="Franklin Gothic Medium"/>
            </a:endParaRPr>
          </a:p>
        </p:txBody>
      </p:sp>
      <p:sp>
        <p:nvSpPr>
          <p:cNvPr id="7" name="object 7"/>
          <p:cNvSpPr txBox="1"/>
          <p:nvPr/>
        </p:nvSpPr>
        <p:spPr>
          <a:xfrm>
            <a:off x="237845" y="183007"/>
            <a:ext cx="7280909"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C00000"/>
                </a:solidFill>
                <a:latin typeface="Franklin Gothic Medium"/>
                <a:cs typeface="Franklin Gothic Medium"/>
              </a:rPr>
              <a:t>Art</a:t>
            </a:r>
            <a:r>
              <a:rPr sz="2400" spc="-2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Programming</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through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Algorithms</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and</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Flowcharts</a:t>
            </a:r>
            <a:endParaRPr sz="2400">
              <a:latin typeface="Franklin Gothic Medium"/>
              <a:cs typeface="Franklin Gothic Medium"/>
            </a:endParaRPr>
          </a:p>
        </p:txBody>
      </p:sp>
      <p:grpSp>
        <p:nvGrpSpPr>
          <p:cNvPr id="8" name="object 8"/>
          <p:cNvGrpSpPr/>
          <p:nvPr/>
        </p:nvGrpSpPr>
        <p:grpSpPr>
          <a:xfrm>
            <a:off x="8549322" y="1183830"/>
            <a:ext cx="1297940" cy="424815"/>
            <a:chOff x="8549322" y="1183830"/>
            <a:chExt cx="1297940" cy="424815"/>
          </a:xfrm>
        </p:grpSpPr>
        <p:sp>
          <p:nvSpPr>
            <p:cNvPr id="9" name="object 9"/>
            <p:cNvSpPr/>
            <p:nvPr/>
          </p:nvSpPr>
          <p:spPr>
            <a:xfrm>
              <a:off x="8557259" y="1191767"/>
              <a:ext cx="1282065" cy="408940"/>
            </a:xfrm>
            <a:custGeom>
              <a:avLst/>
              <a:gdLst/>
              <a:ahLst/>
              <a:cxnLst/>
              <a:rect l="l" t="t" r="r" b="b"/>
              <a:pathLst>
                <a:path w="1282065" h="408940">
                  <a:moveTo>
                    <a:pt x="1075436" y="0"/>
                  </a:moveTo>
                  <a:lnTo>
                    <a:pt x="206248" y="0"/>
                  </a:lnTo>
                  <a:lnTo>
                    <a:pt x="158953" y="5393"/>
                  </a:lnTo>
                  <a:lnTo>
                    <a:pt x="115540" y="20758"/>
                  </a:lnTo>
                  <a:lnTo>
                    <a:pt x="77245" y="44866"/>
                  </a:lnTo>
                  <a:lnTo>
                    <a:pt x="45306" y="76493"/>
                  </a:lnTo>
                  <a:lnTo>
                    <a:pt x="20961" y="114411"/>
                  </a:lnTo>
                  <a:lnTo>
                    <a:pt x="5446" y="157394"/>
                  </a:lnTo>
                  <a:lnTo>
                    <a:pt x="0" y="204216"/>
                  </a:lnTo>
                  <a:lnTo>
                    <a:pt x="5446" y="251037"/>
                  </a:lnTo>
                  <a:lnTo>
                    <a:pt x="20961" y="294020"/>
                  </a:lnTo>
                  <a:lnTo>
                    <a:pt x="45306" y="331938"/>
                  </a:lnTo>
                  <a:lnTo>
                    <a:pt x="77245" y="363565"/>
                  </a:lnTo>
                  <a:lnTo>
                    <a:pt x="115540" y="387673"/>
                  </a:lnTo>
                  <a:lnTo>
                    <a:pt x="158953" y="403038"/>
                  </a:lnTo>
                  <a:lnTo>
                    <a:pt x="206248" y="408432"/>
                  </a:lnTo>
                  <a:lnTo>
                    <a:pt x="1075436" y="408432"/>
                  </a:lnTo>
                  <a:lnTo>
                    <a:pt x="1122730" y="403038"/>
                  </a:lnTo>
                  <a:lnTo>
                    <a:pt x="1166143" y="387673"/>
                  </a:lnTo>
                  <a:lnTo>
                    <a:pt x="1204438" y="363565"/>
                  </a:lnTo>
                  <a:lnTo>
                    <a:pt x="1236377" y="331938"/>
                  </a:lnTo>
                  <a:lnTo>
                    <a:pt x="1260722" y="294020"/>
                  </a:lnTo>
                  <a:lnTo>
                    <a:pt x="1276237" y="251037"/>
                  </a:lnTo>
                  <a:lnTo>
                    <a:pt x="1281684" y="204216"/>
                  </a:lnTo>
                  <a:lnTo>
                    <a:pt x="1276237" y="157394"/>
                  </a:lnTo>
                  <a:lnTo>
                    <a:pt x="1260722" y="114411"/>
                  </a:lnTo>
                  <a:lnTo>
                    <a:pt x="1236377" y="76493"/>
                  </a:lnTo>
                  <a:lnTo>
                    <a:pt x="1204438" y="44866"/>
                  </a:lnTo>
                  <a:lnTo>
                    <a:pt x="1166143" y="20758"/>
                  </a:lnTo>
                  <a:lnTo>
                    <a:pt x="1122730" y="5393"/>
                  </a:lnTo>
                  <a:lnTo>
                    <a:pt x="1075436" y="0"/>
                  </a:lnTo>
                  <a:close/>
                </a:path>
              </a:pathLst>
            </a:custGeom>
            <a:solidFill>
              <a:srgbClr val="FFC000"/>
            </a:solidFill>
          </p:spPr>
          <p:txBody>
            <a:bodyPr wrap="square" lIns="0" tIns="0" rIns="0" bIns="0" rtlCol="0"/>
            <a:lstStyle/>
            <a:p>
              <a:endParaRPr/>
            </a:p>
          </p:txBody>
        </p:sp>
        <p:sp>
          <p:nvSpPr>
            <p:cNvPr id="10" name="object 10"/>
            <p:cNvSpPr/>
            <p:nvPr/>
          </p:nvSpPr>
          <p:spPr>
            <a:xfrm>
              <a:off x="8557259" y="1191767"/>
              <a:ext cx="1282065" cy="408940"/>
            </a:xfrm>
            <a:custGeom>
              <a:avLst/>
              <a:gdLst/>
              <a:ahLst/>
              <a:cxnLst/>
              <a:rect l="l" t="t" r="r" b="b"/>
              <a:pathLst>
                <a:path w="1282065" h="408940">
                  <a:moveTo>
                    <a:pt x="206248" y="0"/>
                  </a:moveTo>
                  <a:lnTo>
                    <a:pt x="1075436" y="0"/>
                  </a:lnTo>
                  <a:lnTo>
                    <a:pt x="1122730" y="5393"/>
                  </a:lnTo>
                  <a:lnTo>
                    <a:pt x="1166143" y="20758"/>
                  </a:lnTo>
                  <a:lnTo>
                    <a:pt x="1204438" y="44866"/>
                  </a:lnTo>
                  <a:lnTo>
                    <a:pt x="1236377" y="76493"/>
                  </a:lnTo>
                  <a:lnTo>
                    <a:pt x="1260722" y="114411"/>
                  </a:lnTo>
                  <a:lnTo>
                    <a:pt x="1276237" y="157394"/>
                  </a:lnTo>
                  <a:lnTo>
                    <a:pt x="1281684" y="204216"/>
                  </a:lnTo>
                  <a:lnTo>
                    <a:pt x="1276237" y="251037"/>
                  </a:lnTo>
                  <a:lnTo>
                    <a:pt x="1260722" y="294020"/>
                  </a:lnTo>
                  <a:lnTo>
                    <a:pt x="1236377" y="331938"/>
                  </a:lnTo>
                  <a:lnTo>
                    <a:pt x="1204438" y="363565"/>
                  </a:lnTo>
                  <a:lnTo>
                    <a:pt x="1166143" y="387673"/>
                  </a:lnTo>
                  <a:lnTo>
                    <a:pt x="1122730" y="403038"/>
                  </a:lnTo>
                  <a:lnTo>
                    <a:pt x="1075436" y="408432"/>
                  </a:lnTo>
                  <a:lnTo>
                    <a:pt x="206248" y="408432"/>
                  </a:lnTo>
                  <a:lnTo>
                    <a:pt x="158953" y="403038"/>
                  </a:lnTo>
                  <a:lnTo>
                    <a:pt x="115540" y="387673"/>
                  </a:lnTo>
                  <a:lnTo>
                    <a:pt x="77245" y="363565"/>
                  </a:lnTo>
                  <a:lnTo>
                    <a:pt x="45306" y="331938"/>
                  </a:lnTo>
                  <a:lnTo>
                    <a:pt x="20961" y="294020"/>
                  </a:lnTo>
                  <a:lnTo>
                    <a:pt x="5446" y="251037"/>
                  </a:lnTo>
                  <a:lnTo>
                    <a:pt x="0" y="204216"/>
                  </a:lnTo>
                  <a:lnTo>
                    <a:pt x="5446" y="157394"/>
                  </a:lnTo>
                  <a:lnTo>
                    <a:pt x="20961" y="114411"/>
                  </a:lnTo>
                  <a:lnTo>
                    <a:pt x="45306" y="76493"/>
                  </a:lnTo>
                  <a:lnTo>
                    <a:pt x="77245" y="44866"/>
                  </a:lnTo>
                  <a:lnTo>
                    <a:pt x="115540" y="20758"/>
                  </a:lnTo>
                  <a:lnTo>
                    <a:pt x="158953" y="5393"/>
                  </a:lnTo>
                  <a:lnTo>
                    <a:pt x="206248" y="0"/>
                  </a:lnTo>
                  <a:close/>
                </a:path>
              </a:pathLst>
            </a:custGeom>
            <a:ln w="15875">
              <a:solidFill>
                <a:srgbClr val="000000"/>
              </a:solidFill>
            </a:ln>
          </p:spPr>
          <p:txBody>
            <a:bodyPr wrap="square" lIns="0" tIns="0" rIns="0" bIns="0" rtlCol="0"/>
            <a:lstStyle/>
            <a:p>
              <a:endParaRPr/>
            </a:p>
          </p:txBody>
        </p:sp>
      </p:grpSp>
      <p:sp>
        <p:nvSpPr>
          <p:cNvPr id="11" name="object 11"/>
          <p:cNvSpPr txBox="1"/>
          <p:nvPr/>
        </p:nvSpPr>
        <p:spPr>
          <a:xfrm>
            <a:off x="8446389" y="739520"/>
            <a:ext cx="1188085" cy="8007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Flow</a:t>
            </a:r>
            <a:r>
              <a:rPr sz="2000" spc="-11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Chart</a:t>
            </a:r>
            <a:endParaRPr sz="2000">
              <a:latin typeface="Franklin Gothic Medium"/>
              <a:cs typeface="Franklin Gothic Medium"/>
            </a:endParaRPr>
          </a:p>
          <a:p>
            <a:pPr marL="513080">
              <a:lnSpc>
                <a:spcPct val="100000"/>
              </a:lnSpc>
              <a:spcBef>
                <a:spcPts val="1535"/>
              </a:spcBef>
            </a:pPr>
            <a:r>
              <a:rPr sz="1800" dirty="0">
                <a:latin typeface="Franklin Gothic Medium"/>
                <a:cs typeface="Franklin Gothic Medium"/>
              </a:rPr>
              <a:t>Start</a:t>
            </a:r>
            <a:endParaRPr sz="1800">
              <a:latin typeface="Franklin Gothic Medium"/>
              <a:cs typeface="Franklin Gothic Medium"/>
            </a:endParaRPr>
          </a:p>
        </p:txBody>
      </p:sp>
      <p:grpSp>
        <p:nvGrpSpPr>
          <p:cNvPr id="12" name="object 12"/>
          <p:cNvGrpSpPr/>
          <p:nvPr/>
        </p:nvGrpSpPr>
        <p:grpSpPr>
          <a:xfrm>
            <a:off x="8133270" y="1915350"/>
            <a:ext cx="1972945" cy="513080"/>
            <a:chOff x="8133270" y="1915350"/>
            <a:chExt cx="1972945" cy="513080"/>
          </a:xfrm>
        </p:grpSpPr>
        <p:sp>
          <p:nvSpPr>
            <p:cNvPr id="13" name="object 13"/>
            <p:cNvSpPr/>
            <p:nvPr/>
          </p:nvSpPr>
          <p:spPr>
            <a:xfrm>
              <a:off x="8141207" y="1923288"/>
              <a:ext cx="1957070" cy="497205"/>
            </a:xfrm>
            <a:custGeom>
              <a:avLst/>
              <a:gdLst/>
              <a:ahLst/>
              <a:cxnLst/>
              <a:rect l="l" t="t" r="r" b="b"/>
              <a:pathLst>
                <a:path w="1957070" h="497205">
                  <a:moveTo>
                    <a:pt x="1956816" y="0"/>
                  </a:moveTo>
                  <a:lnTo>
                    <a:pt x="391414" y="0"/>
                  </a:lnTo>
                  <a:lnTo>
                    <a:pt x="0" y="496824"/>
                  </a:lnTo>
                  <a:lnTo>
                    <a:pt x="1565402" y="496824"/>
                  </a:lnTo>
                  <a:lnTo>
                    <a:pt x="1956816" y="0"/>
                  </a:lnTo>
                  <a:close/>
                </a:path>
              </a:pathLst>
            </a:custGeom>
            <a:solidFill>
              <a:srgbClr val="00AFEF"/>
            </a:solidFill>
          </p:spPr>
          <p:txBody>
            <a:bodyPr wrap="square" lIns="0" tIns="0" rIns="0" bIns="0" rtlCol="0"/>
            <a:lstStyle/>
            <a:p>
              <a:endParaRPr/>
            </a:p>
          </p:txBody>
        </p:sp>
        <p:sp>
          <p:nvSpPr>
            <p:cNvPr id="14" name="object 14"/>
            <p:cNvSpPr/>
            <p:nvPr/>
          </p:nvSpPr>
          <p:spPr>
            <a:xfrm>
              <a:off x="8141207" y="1923288"/>
              <a:ext cx="1957070" cy="497205"/>
            </a:xfrm>
            <a:custGeom>
              <a:avLst/>
              <a:gdLst/>
              <a:ahLst/>
              <a:cxnLst/>
              <a:rect l="l" t="t" r="r" b="b"/>
              <a:pathLst>
                <a:path w="1957070" h="497205">
                  <a:moveTo>
                    <a:pt x="0" y="496824"/>
                  </a:moveTo>
                  <a:lnTo>
                    <a:pt x="391414" y="0"/>
                  </a:lnTo>
                  <a:lnTo>
                    <a:pt x="1956816" y="0"/>
                  </a:lnTo>
                  <a:lnTo>
                    <a:pt x="1565402" y="496824"/>
                  </a:lnTo>
                  <a:lnTo>
                    <a:pt x="0" y="496824"/>
                  </a:lnTo>
                  <a:close/>
                </a:path>
              </a:pathLst>
            </a:custGeom>
            <a:ln w="15874">
              <a:solidFill>
                <a:srgbClr val="000000"/>
              </a:solidFill>
            </a:ln>
          </p:spPr>
          <p:txBody>
            <a:bodyPr wrap="square" lIns="0" tIns="0" rIns="0" bIns="0" rtlCol="0"/>
            <a:lstStyle/>
            <a:p>
              <a:endParaRPr/>
            </a:p>
          </p:txBody>
        </p:sp>
      </p:grpSp>
      <p:sp>
        <p:nvSpPr>
          <p:cNvPr id="15" name="object 15"/>
          <p:cNvSpPr txBox="1"/>
          <p:nvPr/>
        </p:nvSpPr>
        <p:spPr>
          <a:xfrm>
            <a:off x="8629268" y="2015744"/>
            <a:ext cx="98234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Franklin Gothic Medium"/>
                <a:cs typeface="Franklin Gothic Medium"/>
              </a:rPr>
              <a:t>Input</a:t>
            </a:r>
            <a:r>
              <a:rPr sz="1800" spc="-50" dirty="0">
                <a:latin typeface="Franklin Gothic Medium"/>
                <a:cs typeface="Franklin Gothic Medium"/>
              </a:rPr>
              <a:t> </a:t>
            </a:r>
            <a:r>
              <a:rPr sz="1800" spc="10" dirty="0">
                <a:latin typeface="Franklin Gothic Medium"/>
                <a:cs typeface="Franklin Gothic Medium"/>
              </a:rPr>
              <a:t>A,</a:t>
            </a:r>
            <a:r>
              <a:rPr sz="1800" spc="-25" dirty="0">
                <a:latin typeface="Franklin Gothic Medium"/>
                <a:cs typeface="Franklin Gothic Medium"/>
              </a:rPr>
              <a:t> </a:t>
            </a:r>
            <a:r>
              <a:rPr sz="1800" dirty="0">
                <a:latin typeface="Franklin Gothic Medium"/>
                <a:cs typeface="Franklin Gothic Medium"/>
              </a:rPr>
              <a:t>B</a:t>
            </a:r>
            <a:endParaRPr sz="1800">
              <a:latin typeface="Franklin Gothic Medium"/>
              <a:cs typeface="Franklin Gothic Medium"/>
            </a:endParaRPr>
          </a:p>
        </p:txBody>
      </p:sp>
      <p:grpSp>
        <p:nvGrpSpPr>
          <p:cNvPr id="16" name="object 16"/>
          <p:cNvGrpSpPr/>
          <p:nvPr/>
        </p:nvGrpSpPr>
        <p:grpSpPr>
          <a:xfrm>
            <a:off x="8451786" y="1600961"/>
            <a:ext cx="1492885" cy="2212975"/>
            <a:chOff x="8451786" y="1600961"/>
            <a:chExt cx="1492885" cy="2212975"/>
          </a:xfrm>
        </p:grpSpPr>
        <p:sp>
          <p:nvSpPr>
            <p:cNvPr id="17" name="object 17"/>
            <p:cNvSpPr/>
            <p:nvPr/>
          </p:nvSpPr>
          <p:spPr>
            <a:xfrm>
              <a:off x="9160001" y="1600961"/>
              <a:ext cx="76200" cy="320040"/>
            </a:xfrm>
            <a:custGeom>
              <a:avLst/>
              <a:gdLst/>
              <a:ahLst/>
              <a:cxnLst/>
              <a:rect l="l" t="t" r="r" b="b"/>
              <a:pathLst>
                <a:path w="76200" h="320039">
                  <a:moveTo>
                    <a:pt x="28575" y="243839"/>
                  </a:moveTo>
                  <a:lnTo>
                    <a:pt x="0" y="243839"/>
                  </a:lnTo>
                  <a:lnTo>
                    <a:pt x="38100" y="320039"/>
                  </a:lnTo>
                  <a:lnTo>
                    <a:pt x="69850" y="256539"/>
                  </a:lnTo>
                  <a:lnTo>
                    <a:pt x="28575" y="256539"/>
                  </a:lnTo>
                  <a:lnTo>
                    <a:pt x="28575" y="243839"/>
                  </a:lnTo>
                  <a:close/>
                </a:path>
                <a:path w="76200" h="320039">
                  <a:moveTo>
                    <a:pt x="47625" y="0"/>
                  </a:moveTo>
                  <a:lnTo>
                    <a:pt x="28575" y="0"/>
                  </a:lnTo>
                  <a:lnTo>
                    <a:pt x="28575" y="256539"/>
                  </a:lnTo>
                  <a:lnTo>
                    <a:pt x="47625" y="256539"/>
                  </a:lnTo>
                  <a:lnTo>
                    <a:pt x="47625" y="0"/>
                  </a:lnTo>
                  <a:close/>
                </a:path>
                <a:path w="76200" h="320039">
                  <a:moveTo>
                    <a:pt x="76200" y="243839"/>
                  </a:moveTo>
                  <a:lnTo>
                    <a:pt x="47625" y="243839"/>
                  </a:lnTo>
                  <a:lnTo>
                    <a:pt x="47625" y="256539"/>
                  </a:lnTo>
                  <a:lnTo>
                    <a:pt x="69850" y="256539"/>
                  </a:lnTo>
                  <a:lnTo>
                    <a:pt x="76200" y="243839"/>
                  </a:lnTo>
                  <a:close/>
                </a:path>
              </a:pathLst>
            </a:custGeom>
            <a:solidFill>
              <a:srgbClr val="000099"/>
            </a:solidFill>
          </p:spPr>
          <p:txBody>
            <a:bodyPr wrap="square" lIns="0" tIns="0" rIns="0" bIns="0" rtlCol="0"/>
            <a:lstStyle/>
            <a:p>
              <a:endParaRPr/>
            </a:p>
          </p:txBody>
        </p:sp>
        <p:sp>
          <p:nvSpPr>
            <p:cNvPr id="18" name="object 18"/>
            <p:cNvSpPr/>
            <p:nvPr/>
          </p:nvSpPr>
          <p:spPr>
            <a:xfrm>
              <a:off x="8459723" y="2740151"/>
              <a:ext cx="1477010" cy="1065530"/>
            </a:xfrm>
            <a:custGeom>
              <a:avLst/>
              <a:gdLst/>
              <a:ahLst/>
              <a:cxnLst/>
              <a:rect l="l" t="t" r="r" b="b"/>
              <a:pathLst>
                <a:path w="1477009" h="1065529">
                  <a:moveTo>
                    <a:pt x="738377" y="0"/>
                  </a:moveTo>
                  <a:lnTo>
                    <a:pt x="0" y="532638"/>
                  </a:lnTo>
                  <a:lnTo>
                    <a:pt x="738377" y="1065276"/>
                  </a:lnTo>
                  <a:lnTo>
                    <a:pt x="1476755" y="532638"/>
                  </a:lnTo>
                  <a:lnTo>
                    <a:pt x="738377" y="0"/>
                  </a:lnTo>
                  <a:close/>
                </a:path>
              </a:pathLst>
            </a:custGeom>
            <a:solidFill>
              <a:srgbClr val="C00000"/>
            </a:solidFill>
          </p:spPr>
          <p:txBody>
            <a:bodyPr wrap="square" lIns="0" tIns="0" rIns="0" bIns="0" rtlCol="0"/>
            <a:lstStyle/>
            <a:p>
              <a:endParaRPr/>
            </a:p>
          </p:txBody>
        </p:sp>
        <p:sp>
          <p:nvSpPr>
            <p:cNvPr id="19" name="object 19"/>
            <p:cNvSpPr/>
            <p:nvPr/>
          </p:nvSpPr>
          <p:spPr>
            <a:xfrm>
              <a:off x="8459723" y="2740151"/>
              <a:ext cx="1477010" cy="1065530"/>
            </a:xfrm>
            <a:custGeom>
              <a:avLst/>
              <a:gdLst/>
              <a:ahLst/>
              <a:cxnLst/>
              <a:rect l="l" t="t" r="r" b="b"/>
              <a:pathLst>
                <a:path w="1477009" h="1065529">
                  <a:moveTo>
                    <a:pt x="0" y="532638"/>
                  </a:moveTo>
                  <a:lnTo>
                    <a:pt x="738377" y="0"/>
                  </a:lnTo>
                  <a:lnTo>
                    <a:pt x="1476755" y="532638"/>
                  </a:lnTo>
                  <a:lnTo>
                    <a:pt x="738377" y="1065276"/>
                  </a:lnTo>
                  <a:lnTo>
                    <a:pt x="0" y="532638"/>
                  </a:lnTo>
                  <a:close/>
                </a:path>
              </a:pathLst>
            </a:custGeom>
            <a:ln w="15875">
              <a:solidFill>
                <a:srgbClr val="8B0000"/>
              </a:solidFill>
            </a:ln>
          </p:spPr>
          <p:txBody>
            <a:bodyPr wrap="square" lIns="0" tIns="0" rIns="0" bIns="0" rtlCol="0"/>
            <a:lstStyle/>
            <a:p>
              <a:endParaRPr/>
            </a:p>
          </p:txBody>
        </p:sp>
      </p:grpSp>
      <p:sp>
        <p:nvSpPr>
          <p:cNvPr id="20" name="object 20"/>
          <p:cNvSpPr txBox="1"/>
          <p:nvPr/>
        </p:nvSpPr>
        <p:spPr>
          <a:xfrm>
            <a:off x="8920098" y="3117850"/>
            <a:ext cx="55499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Medium"/>
                <a:cs typeface="Franklin Gothic Medium"/>
              </a:rPr>
              <a:t>B</a:t>
            </a:r>
            <a:r>
              <a:rPr sz="1800" spc="-8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!=0</a:t>
            </a:r>
            <a:endParaRPr sz="1800">
              <a:latin typeface="Franklin Gothic Medium"/>
              <a:cs typeface="Franklin Gothic Medium"/>
            </a:endParaRPr>
          </a:p>
        </p:txBody>
      </p:sp>
      <p:grpSp>
        <p:nvGrpSpPr>
          <p:cNvPr id="21" name="object 21"/>
          <p:cNvGrpSpPr/>
          <p:nvPr/>
        </p:nvGrpSpPr>
        <p:grpSpPr>
          <a:xfrm>
            <a:off x="8549322" y="2420873"/>
            <a:ext cx="1297940" cy="3700145"/>
            <a:chOff x="8549322" y="2420873"/>
            <a:chExt cx="1297940" cy="3700145"/>
          </a:xfrm>
        </p:grpSpPr>
        <p:sp>
          <p:nvSpPr>
            <p:cNvPr id="22" name="object 22"/>
            <p:cNvSpPr/>
            <p:nvPr/>
          </p:nvSpPr>
          <p:spPr>
            <a:xfrm>
              <a:off x="9160001" y="2420873"/>
              <a:ext cx="76200" cy="320040"/>
            </a:xfrm>
            <a:custGeom>
              <a:avLst/>
              <a:gdLst/>
              <a:ahLst/>
              <a:cxnLst/>
              <a:rect l="l" t="t" r="r" b="b"/>
              <a:pathLst>
                <a:path w="76200" h="320039">
                  <a:moveTo>
                    <a:pt x="28575" y="243839"/>
                  </a:moveTo>
                  <a:lnTo>
                    <a:pt x="0" y="243839"/>
                  </a:lnTo>
                  <a:lnTo>
                    <a:pt x="38100" y="320039"/>
                  </a:lnTo>
                  <a:lnTo>
                    <a:pt x="69850" y="256539"/>
                  </a:lnTo>
                  <a:lnTo>
                    <a:pt x="28575" y="256539"/>
                  </a:lnTo>
                  <a:lnTo>
                    <a:pt x="28575" y="243839"/>
                  </a:lnTo>
                  <a:close/>
                </a:path>
                <a:path w="76200" h="320039">
                  <a:moveTo>
                    <a:pt x="47625" y="0"/>
                  </a:moveTo>
                  <a:lnTo>
                    <a:pt x="28575" y="0"/>
                  </a:lnTo>
                  <a:lnTo>
                    <a:pt x="28575" y="256539"/>
                  </a:lnTo>
                  <a:lnTo>
                    <a:pt x="47625" y="256539"/>
                  </a:lnTo>
                  <a:lnTo>
                    <a:pt x="47625" y="0"/>
                  </a:lnTo>
                  <a:close/>
                </a:path>
                <a:path w="76200" h="320039">
                  <a:moveTo>
                    <a:pt x="76200" y="243839"/>
                  </a:moveTo>
                  <a:lnTo>
                    <a:pt x="47625" y="243839"/>
                  </a:lnTo>
                  <a:lnTo>
                    <a:pt x="47625" y="256539"/>
                  </a:lnTo>
                  <a:lnTo>
                    <a:pt x="69850" y="256539"/>
                  </a:lnTo>
                  <a:lnTo>
                    <a:pt x="76200" y="243839"/>
                  </a:lnTo>
                  <a:close/>
                </a:path>
              </a:pathLst>
            </a:custGeom>
            <a:solidFill>
              <a:srgbClr val="000099"/>
            </a:solidFill>
          </p:spPr>
          <p:txBody>
            <a:bodyPr wrap="square" lIns="0" tIns="0" rIns="0" bIns="0" rtlCol="0"/>
            <a:lstStyle/>
            <a:p>
              <a:endParaRPr/>
            </a:p>
          </p:txBody>
        </p:sp>
        <p:sp>
          <p:nvSpPr>
            <p:cNvPr id="23" name="object 23"/>
            <p:cNvSpPr/>
            <p:nvPr/>
          </p:nvSpPr>
          <p:spPr>
            <a:xfrm>
              <a:off x="8557259" y="5704332"/>
              <a:ext cx="1282065" cy="408940"/>
            </a:xfrm>
            <a:custGeom>
              <a:avLst/>
              <a:gdLst/>
              <a:ahLst/>
              <a:cxnLst/>
              <a:rect l="l" t="t" r="r" b="b"/>
              <a:pathLst>
                <a:path w="1282065" h="408939">
                  <a:moveTo>
                    <a:pt x="1075436" y="0"/>
                  </a:moveTo>
                  <a:lnTo>
                    <a:pt x="206248" y="0"/>
                  </a:lnTo>
                  <a:lnTo>
                    <a:pt x="158953" y="5393"/>
                  </a:lnTo>
                  <a:lnTo>
                    <a:pt x="115540" y="20756"/>
                  </a:lnTo>
                  <a:lnTo>
                    <a:pt x="77245" y="44862"/>
                  </a:lnTo>
                  <a:lnTo>
                    <a:pt x="45306" y="76487"/>
                  </a:lnTo>
                  <a:lnTo>
                    <a:pt x="20961" y="114405"/>
                  </a:lnTo>
                  <a:lnTo>
                    <a:pt x="5446" y="157390"/>
                  </a:lnTo>
                  <a:lnTo>
                    <a:pt x="0" y="204216"/>
                  </a:lnTo>
                  <a:lnTo>
                    <a:pt x="5446" y="251041"/>
                  </a:lnTo>
                  <a:lnTo>
                    <a:pt x="20961" y="294026"/>
                  </a:lnTo>
                  <a:lnTo>
                    <a:pt x="45306" y="331944"/>
                  </a:lnTo>
                  <a:lnTo>
                    <a:pt x="77245" y="363569"/>
                  </a:lnTo>
                  <a:lnTo>
                    <a:pt x="115540" y="387675"/>
                  </a:lnTo>
                  <a:lnTo>
                    <a:pt x="158953" y="403038"/>
                  </a:lnTo>
                  <a:lnTo>
                    <a:pt x="206248" y="408432"/>
                  </a:lnTo>
                  <a:lnTo>
                    <a:pt x="1075436" y="408432"/>
                  </a:lnTo>
                  <a:lnTo>
                    <a:pt x="1122730" y="403038"/>
                  </a:lnTo>
                  <a:lnTo>
                    <a:pt x="1166143" y="387675"/>
                  </a:lnTo>
                  <a:lnTo>
                    <a:pt x="1204438" y="363569"/>
                  </a:lnTo>
                  <a:lnTo>
                    <a:pt x="1236377" y="331944"/>
                  </a:lnTo>
                  <a:lnTo>
                    <a:pt x="1260722" y="294026"/>
                  </a:lnTo>
                  <a:lnTo>
                    <a:pt x="1276237" y="251041"/>
                  </a:lnTo>
                  <a:lnTo>
                    <a:pt x="1281684" y="204216"/>
                  </a:lnTo>
                  <a:lnTo>
                    <a:pt x="1276237" y="157390"/>
                  </a:lnTo>
                  <a:lnTo>
                    <a:pt x="1260722" y="114405"/>
                  </a:lnTo>
                  <a:lnTo>
                    <a:pt x="1236377" y="76487"/>
                  </a:lnTo>
                  <a:lnTo>
                    <a:pt x="1204438" y="44862"/>
                  </a:lnTo>
                  <a:lnTo>
                    <a:pt x="1166143" y="20756"/>
                  </a:lnTo>
                  <a:lnTo>
                    <a:pt x="1122730" y="5393"/>
                  </a:lnTo>
                  <a:lnTo>
                    <a:pt x="1075436" y="0"/>
                  </a:lnTo>
                  <a:close/>
                </a:path>
              </a:pathLst>
            </a:custGeom>
            <a:solidFill>
              <a:srgbClr val="FFC000"/>
            </a:solidFill>
          </p:spPr>
          <p:txBody>
            <a:bodyPr wrap="square" lIns="0" tIns="0" rIns="0" bIns="0" rtlCol="0"/>
            <a:lstStyle/>
            <a:p>
              <a:endParaRPr/>
            </a:p>
          </p:txBody>
        </p:sp>
        <p:sp>
          <p:nvSpPr>
            <p:cNvPr id="24" name="object 24"/>
            <p:cNvSpPr/>
            <p:nvPr/>
          </p:nvSpPr>
          <p:spPr>
            <a:xfrm>
              <a:off x="8557259" y="5704332"/>
              <a:ext cx="1282065" cy="408940"/>
            </a:xfrm>
            <a:custGeom>
              <a:avLst/>
              <a:gdLst/>
              <a:ahLst/>
              <a:cxnLst/>
              <a:rect l="l" t="t" r="r" b="b"/>
              <a:pathLst>
                <a:path w="1282065" h="408939">
                  <a:moveTo>
                    <a:pt x="206248" y="0"/>
                  </a:moveTo>
                  <a:lnTo>
                    <a:pt x="1075436" y="0"/>
                  </a:lnTo>
                  <a:lnTo>
                    <a:pt x="1122730" y="5393"/>
                  </a:lnTo>
                  <a:lnTo>
                    <a:pt x="1166143" y="20756"/>
                  </a:lnTo>
                  <a:lnTo>
                    <a:pt x="1204438" y="44862"/>
                  </a:lnTo>
                  <a:lnTo>
                    <a:pt x="1236377" y="76487"/>
                  </a:lnTo>
                  <a:lnTo>
                    <a:pt x="1260722" y="114405"/>
                  </a:lnTo>
                  <a:lnTo>
                    <a:pt x="1276237" y="157390"/>
                  </a:lnTo>
                  <a:lnTo>
                    <a:pt x="1281684" y="204216"/>
                  </a:lnTo>
                  <a:lnTo>
                    <a:pt x="1276237" y="251041"/>
                  </a:lnTo>
                  <a:lnTo>
                    <a:pt x="1260722" y="294026"/>
                  </a:lnTo>
                  <a:lnTo>
                    <a:pt x="1236377" y="331944"/>
                  </a:lnTo>
                  <a:lnTo>
                    <a:pt x="1204438" y="363569"/>
                  </a:lnTo>
                  <a:lnTo>
                    <a:pt x="1166143" y="387675"/>
                  </a:lnTo>
                  <a:lnTo>
                    <a:pt x="1122730" y="403038"/>
                  </a:lnTo>
                  <a:lnTo>
                    <a:pt x="1075436" y="408432"/>
                  </a:lnTo>
                  <a:lnTo>
                    <a:pt x="206248" y="408432"/>
                  </a:lnTo>
                  <a:lnTo>
                    <a:pt x="158953" y="403038"/>
                  </a:lnTo>
                  <a:lnTo>
                    <a:pt x="115540" y="387675"/>
                  </a:lnTo>
                  <a:lnTo>
                    <a:pt x="77245" y="363569"/>
                  </a:lnTo>
                  <a:lnTo>
                    <a:pt x="45306" y="331944"/>
                  </a:lnTo>
                  <a:lnTo>
                    <a:pt x="20961" y="294026"/>
                  </a:lnTo>
                  <a:lnTo>
                    <a:pt x="5446" y="251041"/>
                  </a:lnTo>
                  <a:lnTo>
                    <a:pt x="0" y="204216"/>
                  </a:lnTo>
                  <a:lnTo>
                    <a:pt x="5446" y="157390"/>
                  </a:lnTo>
                  <a:lnTo>
                    <a:pt x="20961" y="114405"/>
                  </a:lnTo>
                  <a:lnTo>
                    <a:pt x="45306" y="76487"/>
                  </a:lnTo>
                  <a:lnTo>
                    <a:pt x="77245" y="44862"/>
                  </a:lnTo>
                  <a:lnTo>
                    <a:pt x="115540" y="20756"/>
                  </a:lnTo>
                  <a:lnTo>
                    <a:pt x="158953" y="5393"/>
                  </a:lnTo>
                  <a:lnTo>
                    <a:pt x="206248" y="0"/>
                  </a:lnTo>
                  <a:close/>
                </a:path>
              </a:pathLst>
            </a:custGeom>
            <a:ln w="15875">
              <a:solidFill>
                <a:srgbClr val="000000"/>
              </a:solidFill>
            </a:ln>
          </p:spPr>
          <p:txBody>
            <a:bodyPr wrap="square" lIns="0" tIns="0" rIns="0" bIns="0" rtlCol="0"/>
            <a:lstStyle/>
            <a:p>
              <a:endParaRPr/>
            </a:p>
          </p:txBody>
        </p:sp>
      </p:grpSp>
      <p:sp>
        <p:nvSpPr>
          <p:cNvPr id="25" name="object 25"/>
          <p:cNvSpPr txBox="1"/>
          <p:nvPr/>
        </p:nvSpPr>
        <p:spPr>
          <a:xfrm>
            <a:off x="9001759" y="5753811"/>
            <a:ext cx="39497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E</a:t>
            </a:r>
            <a:r>
              <a:rPr sz="1800" dirty="0">
                <a:latin typeface="Franklin Gothic Medium"/>
                <a:cs typeface="Franklin Gothic Medium"/>
              </a:rPr>
              <a:t>nd</a:t>
            </a:r>
            <a:endParaRPr sz="1800">
              <a:latin typeface="Franklin Gothic Medium"/>
              <a:cs typeface="Franklin Gothic Medium"/>
            </a:endParaRPr>
          </a:p>
        </p:txBody>
      </p:sp>
      <p:sp>
        <p:nvSpPr>
          <p:cNvPr id="26" name="object 26"/>
          <p:cNvSpPr/>
          <p:nvPr/>
        </p:nvSpPr>
        <p:spPr>
          <a:xfrm>
            <a:off x="9160002" y="5389626"/>
            <a:ext cx="76200" cy="320040"/>
          </a:xfrm>
          <a:custGeom>
            <a:avLst/>
            <a:gdLst/>
            <a:ahLst/>
            <a:cxnLst/>
            <a:rect l="l" t="t" r="r" b="b"/>
            <a:pathLst>
              <a:path w="76200" h="320039">
                <a:moveTo>
                  <a:pt x="28575" y="243840"/>
                </a:moveTo>
                <a:lnTo>
                  <a:pt x="0" y="243840"/>
                </a:lnTo>
                <a:lnTo>
                  <a:pt x="38100" y="320040"/>
                </a:lnTo>
                <a:lnTo>
                  <a:pt x="69850" y="256540"/>
                </a:lnTo>
                <a:lnTo>
                  <a:pt x="28575" y="256540"/>
                </a:lnTo>
                <a:lnTo>
                  <a:pt x="28575" y="243840"/>
                </a:lnTo>
                <a:close/>
              </a:path>
              <a:path w="76200" h="320039">
                <a:moveTo>
                  <a:pt x="47625" y="0"/>
                </a:moveTo>
                <a:lnTo>
                  <a:pt x="28575" y="0"/>
                </a:lnTo>
                <a:lnTo>
                  <a:pt x="28575" y="256540"/>
                </a:lnTo>
                <a:lnTo>
                  <a:pt x="47625" y="256540"/>
                </a:lnTo>
                <a:lnTo>
                  <a:pt x="47625" y="0"/>
                </a:lnTo>
                <a:close/>
              </a:path>
              <a:path w="76200" h="320039">
                <a:moveTo>
                  <a:pt x="76200" y="243840"/>
                </a:moveTo>
                <a:lnTo>
                  <a:pt x="47625" y="243840"/>
                </a:lnTo>
                <a:lnTo>
                  <a:pt x="47625" y="256540"/>
                </a:lnTo>
                <a:lnTo>
                  <a:pt x="69850" y="256540"/>
                </a:lnTo>
                <a:lnTo>
                  <a:pt x="76200" y="243840"/>
                </a:lnTo>
                <a:close/>
              </a:path>
            </a:pathLst>
          </a:custGeom>
          <a:solidFill>
            <a:srgbClr val="000099"/>
          </a:solidFill>
        </p:spPr>
        <p:txBody>
          <a:bodyPr wrap="square" lIns="0" tIns="0" rIns="0" bIns="0" rtlCol="0"/>
          <a:lstStyle/>
          <a:p>
            <a:endParaRPr/>
          </a:p>
        </p:txBody>
      </p:sp>
      <p:sp>
        <p:nvSpPr>
          <p:cNvPr id="27" name="object 27"/>
          <p:cNvSpPr txBox="1"/>
          <p:nvPr/>
        </p:nvSpPr>
        <p:spPr>
          <a:xfrm>
            <a:off x="8298180" y="4113276"/>
            <a:ext cx="1800225" cy="459105"/>
          </a:xfrm>
          <a:prstGeom prst="rect">
            <a:avLst/>
          </a:prstGeom>
          <a:solidFill>
            <a:srgbClr val="92D050"/>
          </a:solidFill>
          <a:ln w="15875">
            <a:solidFill>
              <a:srgbClr val="000000"/>
            </a:solidFill>
          </a:ln>
        </p:spPr>
        <p:txBody>
          <a:bodyPr vert="horz" wrap="square" lIns="0" tIns="86995" rIns="0" bIns="0" rtlCol="0">
            <a:spAutoFit/>
          </a:bodyPr>
          <a:lstStyle/>
          <a:p>
            <a:pPr marL="510540">
              <a:lnSpc>
                <a:spcPct val="100000"/>
              </a:lnSpc>
              <a:spcBef>
                <a:spcPts val="685"/>
              </a:spcBef>
            </a:pPr>
            <a:r>
              <a:rPr sz="1800" dirty="0">
                <a:latin typeface="Franklin Gothic Medium"/>
                <a:cs typeface="Franklin Gothic Medium"/>
              </a:rPr>
              <a:t>Q</a:t>
            </a:r>
            <a:r>
              <a:rPr sz="1800" spc="-35" dirty="0">
                <a:latin typeface="Franklin Gothic Medium"/>
                <a:cs typeface="Franklin Gothic Medium"/>
              </a:rPr>
              <a:t> </a:t>
            </a:r>
            <a:r>
              <a:rPr sz="1800" dirty="0">
                <a:latin typeface="Franklin Gothic Medium"/>
                <a:cs typeface="Franklin Gothic Medium"/>
              </a:rPr>
              <a:t>=</a:t>
            </a:r>
            <a:r>
              <a:rPr sz="1800" spc="-35" dirty="0">
                <a:latin typeface="Franklin Gothic Medium"/>
                <a:cs typeface="Franklin Gothic Medium"/>
              </a:rPr>
              <a:t> </a:t>
            </a:r>
            <a:r>
              <a:rPr sz="1800" dirty="0">
                <a:latin typeface="Franklin Gothic Medium"/>
                <a:cs typeface="Franklin Gothic Medium"/>
              </a:rPr>
              <a:t>A/B</a:t>
            </a:r>
            <a:endParaRPr sz="1800">
              <a:latin typeface="Franklin Gothic Medium"/>
              <a:cs typeface="Franklin Gothic Medium"/>
            </a:endParaRPr>
          </a:p>
        </p:txBody>
      </p:sp>
      <p:grpSp>
        <p:nvGrpSpPr>
          <p:cNvPr id="28" name="object 28"/>
          <p:cNvGrpSpPr/>
          <p:nvPr/>
        </p:nvGrpSpPr>
        <p:grpSpPr>
          <a:xfrm>
            <a:off x="8163750" y="4884102"/>
            <a:ext cx="1974214" cy="513080"/>
            <a:chOff x="8163750" y="4884102"/>
            <a:chExt cx="1974214" cy="513080"/>
          </a:xfrm>
        </p:grpSpPr>
        <p:sp>
          <p:nvSpPr>
            <p:cNvPr id="29" name="object 29"/>
            <p:cNvSpPr/>
            <p:nvPr/>
          </p:nvSpPr>
          <p:spPr>
            <a:xfrm>
              <a:off x="8171688" y="4892040"/>
              <a:ext cx="1958339" cy="497205"/>
            </a:xfrm>
            <a:custGeom>
              <a:avLst/>
              <a:gdLst/>
              <a:ahLst/>
              <a:cxnLst/>
              <a:rect l="l" t="t" r="r" b="b"/>
              <a:pathLst>
                <a:path w="1958340" h="497204">
                  <a:moveTo>
                    <a:pt x="1958339" y="0"/>
                  </a:moveTo>
                  <a:lnTo>
                    <a:pt x="391667" y="0"/>
                  </a:lnTo>
                  <a:lnTo>
                    <a:pt x="0" y="496824"/>
                  </a:lnTo>
                  <a:lnTo>
                    <a:pt x="1566671" y="496824"/>
                  </a:lnTo>
                  <a:lnTo>
                    <a:pt x="1958339" y="0"/>
                  </a:lnTo>
                  <a:close/>
                </a:path>
              </a:pathLst>
            </a:custGeom>
            <a:solidFill>
              <a:srgbClr val="00AFEF"/>
            </a:solidFill>
          </p:spPr>
          <p:txBody>
            <a:bodyPr wrap="square" lIns="0" tIns="0" rIns="0" bIns="0" rtlCol="0"/>
            <a:lstStyle/>
            <a:p>
              <a:endParaRPr/>
            </a:p>
          </p:txBody>
        </p:sp>
        <p:sp>
          <p:nvSpPr>
            <p:cNvPr id="30" name="object 30"/>
            <p:cNvSpPr/>
            <p:nvPr/>
          </p:nvSpPr>
          <p:spPr>
            <a:xfrm>
              <a:off x="8171688" y="4892040"/>
              <a:ext cx="1958339" cy="497205"/>
            </a:xfrm>
            <a:custGeom>
              <a:avLst/>
              <a:gdLst/>
              <a:ahLst/>
              <a:cxnLst/>
              <a:rect l="l" t="t" r="r" b="b"/>
              <a:pathLst>
                <a:path w="1958340" h="497204">
                  <a:moveTo>
                    <a:pt x="0" y="496824"/>
                  </a:moveTo>
                  <a:lnTo>
                    <a:pt x="391667" y="0"/>
                  </a:lnTo>
                  <a:lnTo>
                    <a:pt x="1958339" y="0"/>
                  </a:lnTo>
                  <a:lnTo>
                    <a:pt x="1566671" y="496824"/>
                  </a:lnTo>
                  <a:lnTo>
                    <a:pt x="0" y="496824"/>
                  </a:lnTo>
                  <a:close/>
                </a:path>
              </a:pathLst>
            </a:custGeom>
            <a:ln w="15875">
              <a:solidFill>
                <a:srgbClr val="000000"/>
              </a:solidFill>
            </a:ln>
          </p:spPr>
          <p:txBody>
            <a:bodyPr wrap="square" lIns="0" tIns="0" rIns="0" bIns="0" rtlCol="0"/>
            <a:lstStyle/>
            <a:p>
              <a:endParaRPr/>
            </a:p>
          </p:txBody>
        </p:sp>
      </p:grpSp>
      <p:sp>
        <p:nvSpPr>
          <p:cNvPr id="31" name="object 31"/>
          <p:cNvSpPr txBox="1"/>
          <p:nvPr/>
        </p:nvSpPr>
        <p:spPr>
          <a:xfrm>
            <a:off x="8682355" y="4985766"/>
            <a:ext cx="93916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Franklin Gothic Medium"/>
                <a:cs typeface="Franklin Gothic Medium"/>
              </a:rPr>
              <a:t>Display</a:t>
            </a:r>
            <a:r>
              <a:rPr sz="1800" spc="-85" dirty="0">
                <a:latin typeface="Franklin Gothic Medium"/>
                <a:cs typeface="Franklin Gothic Medium"/>
              </a:rPr>
              <a:t> </a:t>
            </a:r>
            <a:r>
              <a:rPr sz="1800" dirty="0">
                <a:latin typeface="Franklin Gothic Medium"/>
                <a:cs typeface="Franklin Gothic Medium"/>
              </a:rPr>
              <a:t>Q</a:t>
            </a:r>
            <a:endParaRPr sz="1800">
              <a:latin typeface="Franklin Gothic Medium"/>
              <a:cs typeface="Franklin Gothic Medium"/>
            </a:endParaRPr>
          </a:p>
        </p:txBody>
      </p:sp>
      <p:grpSp>
        <p:nvGrpSpPr>
          <p:cNvPr id="32" name="object 32"/>
          <p:cNvGrpSpPr/>
          <p:nvPr/>
        </p:nvGrpSpPr>
        <p:grpSpPr>
          <a:xfrm>
            <a:off x="9160002" y="3264789"/>
            <a:ext cx="2350135" cy="2682875"/>
            <a:chOff x="9160002" y="3264789"/>
            <a:chExt cx="2350135" cy="2682875"/>
          </a:xfrm>
        </p:grpSpPr>
        <p:sp>
          <p:nvSpPr>
            <p:cNvPr id="33" name="object 33"/>
            <p:cNvSpPr/>
            <p:nvPr/>
          </p:nvSpPr>
          <p:spPr>
            <a:xfrm>
              <a:off x="9160002" y="3806190"/>
              <a:ext cx="76200" cy="320040"/>
            </a:xfrm>
            <a:custGeom>
              <a:avLst/>
              <a:gdLst/>
              <a:ahLst/>
              <a:cxnLst/>
              <a:rect l="l" t="t" r="r" b="b"/>
              <a:pathLst>
                <a:path w="76200" h="320039">
                  <a:moveTo>
                    <a:pt x="28575" y="243840"/>
                  </a:moveTo>
                  <a:lnTo>
                    <a:pt x="0" y="243840"/>
                  </a:lnTo>
                  <a:lnTo>
                    <a:pt x="38100" y="320040"/>
                  </a:lnTo>
                  <a:lnTo>
                    <a:pt x="69850" y="256540"/>
                  </a:lnTo>
                  <a:lnTo>
                    <a:pt x="28575" y="256540"/>
                  </a:lnTo>
                  <a:lnTo>
                    <a:pt x="28575" y="243840"/>
                  </a:lnTo>
                  <a:close/>
                </a:path>
                <a:path w="76200" h="320039">
                  <a:moveTo>
                    <a:pt x="47625" y="0"/>
                  </a:moveTo>
                  <a:lnTo>
                    <a:pt x="28575" y="0"/>
                  </a:lnTo>
                  <a:lnTo>
                    <a:pt x="28575" y="256540"/>
                  </a:lnTo>
                  <a:lnTo>
                    <a:pt x="47625" y="256540"/>
                  </a:lnTo>
                  <a:lnTo>
                    <a:pt x="47625" y="0"/>
                  </a:lnTo>
                  <a:close/>
                </a:path>
                <a:path w="76200" h="320039">
                  <a:moveTo>
                    <a:pt x="76200" y="243840"/>
                  </a:moveTo>
                  <a:lnTo>
                    <a:pt x="47625" y="243840"/>
                  </a:lnTo>
                  <a:lnTo>
                    <a:pt x="47625" y="256540"/>
                  </a:lnTo>
                  <a:lnTo>
                    <a:pt x="69850" y="256540"/>
                  </a:lnTo>
                  <a:lnTo>
                    <a:pt x="76200" y="243840"/>
                  </a:lnTo>
                  <a:close/>
                </a:path>
              </a:pathLst>
            </a:custGeom>
            <a:solidFill>
              <a:srgbClr val="000099"/>
            </a:solidFill>
          </p:spPr>
          <p:txBody>
            <a:bodyPr wrap="square" lIns="0" tIns="0" rIns="0" bIns="0" rtlCol="0"/>
            <a:lstStyle/>
            <a:p>
              <a:endParaRPr/>
            </a:p>
          </p:txBody>
        </p:sp>
        <p:sp>
          <p:nvSpPr>
            <p:cNvPr id="34" name="object 34"/>
            <p:cNvSpPr/>
            <p:nvPr/>
          </p:nvSpPr>
          <p:spPr>
            <a:xfrm>
              <a:off x="9937242" y="3274314"/>
              <a:ext cx="1563370" cy="2635885"/>
            </a:xfrm>
            <a:custGeom>
              <a:avLst/>
              <a:gdLst/>
              <a:ahLst/>
              <a:cxnLst/>
              <a:rect l="l" t="t" r="r" b="b"/>
              <a:pathLst>
                <a:path w="1563370" h="2635885">
                  <a:moveTo>
                    <a:pt x="0" y="0"/>
                  </a:moveTo>
                  <a:lnTo>
                    <a:pt x="1553590" y="0"/>
                  </a:lnTo>
                </a:path>
                <a:path w="1563370" h="2635885">
                  <a:moveTo>
                    <a:pt x="1562861" y="0"/>
                  </a:moveTo>
                  <a:lnTo>
                    <a:pt x="1552955" y="2635389"/>
                  </a:lnTo>
                </a:path>
              </a:pathLst>
            </a:custGeom>
            <a:ln w="19050">
              <a:solidFill>
                <a:srgbClr val="000099"/>
              </a:solidFill>
            </a:ln>
          </p:spPr>
          <p:txBody>
            <a:bodyPr wrap="square" lIns="0" tIns="0" rIns="0" bIns="0" rtlCol="0"/>
            <a:lstStyle/>
            <a:p>
              <a:endParaRPr/>
            </a:p>
          </p:txBody>
        </p:sp>
        <p:sp>
          <p:nvSpPr>
            <p:cNvPr id="35" name="object 35"/>
            <p:cNvSpPr/>
            <p:nvPr/>
          </p:nvSpPr>
          <p:spPr>
            <a:xfrm>
              <a:off x="9160002" y="4572762"/>
              <a:ext cx="76200" cy="320040"/>
            </a:xfrm>
            <a:custGeom>
              <a:avLst/>
              <a:gdLst/>
              <a:ahLst/>
              <a:cxnLst/>
              <a:rect l="l" t="t" r="r" b="b"/>
              <a:pathLst>
                <a:path w="76200" h="320039">
                  <a:moveTo>
                    <a:pt x="28575" y="243839"/>
                  </a:moveTo>
                  <a:lnTo>
                    <a:pt x="0" y="243839"/>
                  </a:lnTo>
                  <a:lnTo>
                    <a:pt x="38100" y="320039"/>
                  </a:lnTo>
                  <a:lnTo>
                    <a:pt x="69850" y="256539"/>
                  </a:lnTo>
                  <a:lnTo>
                    <a:pt x="28575" y="256539"/>
                  </a:lnTo>
                  <a:lnTo>
                    <a:pt x="28575" y="243839"/>
                  </a:lnTo>
                  <a:close/>
                </a:path>
                <a:path w="76200" h="320039">
                  <a:moveTo>
                    <a:pt x="47625" y="0"/>
                  </a:moveTo>
                  <a:lnTo>
                    <a:pt x="28575" y="0"/>
                  </a:lnTo>
                  <a:lnTo>
                    <a:pt x="28575" y="256539"/>
                  </a:lnTo>
                  <a:lnTo>
                    <a:pt x="47625" y="256539"/>
                  </a:lnTo>
                  <a:lnTo>
                    <a:pt x="47625" y="0"/>
                  </a:lnTo>
                  <a:close/>
                </a:path>
                <a:path w="76200" h="320039">
                  <a:moveTo>
                    <a:pt x="76200" y="243839"/>
                  </a:moveTo>
                  <a:lnTo>
                    <a:pt x="47625" y="243839"/>
                  </a:lnTo>
                  <a:lnTo>
                    <a:pt x="47625" y="256539"/>
                  </a:lnTo>
                  <a:lnTo>
                    <a:pt x="69850" y="256539"/>
                  </a:lnTo>
                  <a:lnTo>
                    <a:pt x="76200" y="243839"/>
                  </a:lnTo>
                  <a:close/>
                </a:path>
              </a:pathLst>
            </a:custGeom>
            <a:solidFill>
              <a:srgbClr val="000099"/>
            </a:solidFill>
          </p:spPr>
          <p:txBody>
            <a:bodyPr wrap="square" lIns="0" tIns="0" rIns="0" bIns="0" rtlCol="0"/>
            <a:lstStyle/>
            <a:p>
              <a:endParaRPr/>
            </a:p>
          </p:txBody>
        </p:sp>
        <p:sp>
          <p:nvSpPr>
            <p:cNvPr id="36" name="object 36"/>
            <p:cNvSpPr/>
            <p:nvPr/>
          </p:nvSpPr>
          <p:spPr>
            <a:xfrm>
              <a:off x="9839706" y="5871210"/>
              <a:ext cx="1651635" cy="76200"/>
            </a:xfrm>
            <a:custGeom>
              <a:avLst/>
              <a:gdLst/>
              <a:ahLst/>
              <a:cxnLst/>
              <a:rect l="l" t="t" r="r" b="b"/>
              <a:pathLst>
                <a:path w="1651634" h="76200">
                  <a:moveTo>
                    <a:pt x="76200" y="0"/>
                  </a:moveTo>
                  <a:lnTo>
                    <a:pt x="0" y="38099"/>
                  </a:lnTo>
                  <a:lnTo>
                    <a:pt x="76200" y="76199"/>
                  </a:lnTo>
                  <a:lnTo>
                    <a:pt x="76200" y="47624"/>
                  </a:lnTo>
                  <a:lnTo>
                    <a:pt x="63500" y="47624"/>
                  </a:lnTo>
                  <a:lnTo>
                    <a:pt x="63500" y="28574"/>
                  </a:lnTo>
                  <a:lnTo>
                    <a:pt x="76200" y="28574"/>
                  </a:lnTo>
                  <a:lnTo>
                    <a:pt x="76200" y="0"/>
                  </a:lnTo>
                  <a:close/>
                </a:path>
                <a:path w="1651634" h="76200">
                  <a:moveTo>
                    <a:pt x="76200" y="28574"/>
                  </a:moveTo>
                  <a:lnTo>
                    <a:pt x="63500" y="28574"/>
                  </a:lnTo>
                  <a:lnTo>
                    <a:pt x="63500" y="47624"/>
                  </a:lnTo>
                  <a:lnTo>
                    <a:pt x="76200" y="47624"/>
                  </a:lnTo>
                  <a:lnTo>
                    <a:pt x="76200" y="28574"/>
                  </a:lnTo>
                  <a:close/>
                </a:path>
                <a:path w="1651634" h="76200">
                  <a:moveTo>
                    <a:pt x="1651127" y="28574"/>
                  </a:moveTo>
                  <a:lnTo>
                    <a:pt x="76200" y="28574"/>
                  </a:lnTo>
                  <a:lnTo>
                    <a:pt x="76200" y="47624"/>
                  </a:lnTo>
                  <a:lnTo>
                    <a:pt x="1651127" y="47624"/>
                  </a:lnTo>
                  <a:lnTo>
                    <a:pt x="1651127" y="28574"/>
                  </a:lnTo>
                  <a:close/>
                </a:path>
              </a:pathLst>
            </a:custGeom>
            <a:solidFill>
              <a:srgbClr val="000099"/>
            </a:solidFill>
          </p:spPr>
          <p:txBody>
            <a:bodyPr wrap="square" lIns="0" tIns="0" rIns="0" bIns="0" rtlCol="0"/>
            <a:lstStyle/>
            <a:p>
              <a:endParaRPr/>
            </a:p>
          </p:txBody>
        </p:sp>
      </p:grpSp>
      <p:sp>
        <p:nvSpPr>
          <p:cNvPr id="37" name="object 37"/>
          <p:cNvSpPr txBox="1"/>
          <p:nvPr/>
        </p:nvSpPr>
        <p:spPr>
          <a:xfrm>
            <a:off x="9317863" y="3774185"/>
            <a:ext cx="361950" cy="299720"/>
          </a:xfrm>
          <a:prstGeom prst="rect">
            <a:avLst/>
          </a:prstGeom>
        </p:spPr>
        <p:txBody>
          <a:bodyPr vert="horz" wrap="square" lIns="0" tIns="12700" rIns="0" bIns="0" rtlCol="0">
            <a:spAutoFit/>
          </a:bodyPr>
          <a:lstStyle/>
          <a:p>
            <a:pPr marL="12700">
              <a:lnSpc>
                <a:spcPct val="100000"/>
              </a:lnSpc>
              <a:spcBef>
                <a:spcPts val="100"/>
              </a:spcBef>
            </a:pPr>
            <a:r>
              <a:rPr sz="1800" spc="-95" dirty="0">
                <a:solidFill>
                  <a:srgbClr val="FF0000"/>
                </a:solidFill>
                <a:latin typeface="Franklin Gothic Medium"/>
                <a:cs typeface="Franklin Gothic Medium"/>
              </a:rPr>
              <a:t>Y</a:t>
            </a:r>
            <a:r>
              <a:rPr sz="1800" spc="-5" dirty="0">
                <a:solidFill>
                  <a:srgbClr val="FF0000"/>
                </a:solidFill>
                <a:latin typeface="Franklin Gothic Medium"/>
                <a:cs typeface="Franklin Gothic Medium"/>
              </a:rPr>
              <a:t>es</a:t>
            </a:r>
            <a:endParaRPr sz="1800">
              <a:latin typeface="Franklin Gothic Medium"/>
              <a:cs typeface="Franklin Gothic Medium"/>
            </a:endParaRPr>
          </a:p>
        </p:txBody>
      </p:sp>
      <p:sp>
        <p:nvSpPr>
          <p:cNvPr id="38" name="object 38"/>
          <p:cNvSpPr txBox="1"/>
          <p:nvPr/>
        </p:nvSpPr>
        <p:spPr>
          <a:xfrm>
            <a:off x="10016108" y="2849626"/>
            <a:ext cx="29337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Franklin Gothic Medium"/>
                <a:cs typeface="Franklin Gothic Medium"/>
              </a:rPr>
              <a:t>No</a:t>
            </a:r>
            <a:endParaRPr sz="1800">
              <a:latin typeface="Franklin Gothic Medium"/>
              <a:cs typeface="Franklin Gothic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p:nvPr/>
        </p:nvSpPr>
        <p:spPr>
          <a:xfrm>
            <a:off x="364236" y="1225296"/>
            <a:ext cx="5320665" cy="4511040"/>
          </a:xfrm>
          <a:custGeom>
            <a:avLst/>
            <a:gdLst/>
            <a:ahLst/>
            <a:cxnLst/>
            <a:rect l="l" t="t" r="r" b="b"/>
            <a:pathLst>
              <a:path w="5320665" h="4511040">
                <a:moveTo>
                  <a:pt x="0" y="4511040"/>
                </a:moveTo>
                <a:lnTo>
                  <a:pt x="5320284" y="4511040"/>
                </a:lnTo>
                <a:lnTo>
                  <a:pt x="5320284" y="0"/>
                </a:lnTo>
                <a:lnTo>
                  <a:pt x="0" y="0"/>
                </a:lnTo>
                <a:lnTo>
                  <a:pt x="0" y="4511040"/>
                </a:lnTo>
                <a:close/>
              </a:path>
            </a:pathLst>
          </a:custGeom>
          <a:ln w="9524">
            <a:solidFill>
              <a:srgbClr val="000000"/>
            </a:solidFill>
          </a:ln>
        </p:spPr>
        <p:txBody>
          <a:bodyPr wrap="square" lIns="0" tIns="0" rIns="0" bIns="0" rtlCol="0"/>
          <a:lstStyle/>
          <a:p>
            <a:endParaRPr/>
          </a:p>
        </p:txBody>
      </p:sp>
      <p:sp>
        <p:nvSpPr>
          <p:cNvPr id="7" name="object 7"/>
          <p:cNvSpPr txBox="1"/>
          <p:nvPr/>
        </p:nvSpPr>
        <p:spPr>
          <a:xfrm>
            <a:off x="442671" y="1241551"/>
            <a:ext cx="493395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Algorithm</a:t>
            </a:r>
            <a:r>
              <a:rPr sz="2000" spc="-35"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to</a:t>
            </a:r>
            <a:r>
              <a:rPr sz="2000" spc="-2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generate</a:t>
            </a:r>
            <a:r>
              <a:rPr sz="2000" spc="-30"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numbers</a:t>
            </a:r>
            <a:r>
              <a:rPr sz="2000" spc="-3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from</a:t>
            </a:r>
            <a:r>
              <a:rPr sz="2000" spc="-4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1</a:t>
            </a:r>
            <a:r>
              <a:rPr sz="2000" spc="5"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to</a:t>
            </a:r>
            <a:r>
              <a:rPr sz="2000" spc="-2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10.</a:t>
            </a:r>
            <a:endParaRPr sz="2000">
              <a:latin typeface="Franklin Gothic Medium"/>
              <a:cs typeface="Franklin Gothic Medium"/>
            </a:endParaRPr>
          </a:p>
        </p:txBody>
      </p:sp>
      <p:sp>
        <p:nvSpPr>
          <p:cNvPr id="8" name="object 8"/>
          <p:cNvSpPr txBox="1"/>
          <p:nvPr/>
        </p:nvSpPr>
        <p:spPr>
          <a:xfrm>
            <a:off x="442671" y="2120595"/>
            <a:ext cx="2162175" cy="3314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C00000"/>
                </a:solidFill>
                <a:latin typeface="Franklin Gothic Medium"/>
                <a:cs typeface="Franklin Gothic Medium"/>
              </a:rPr>
              <a:t>Algorithm</a:t>
            </a:r>
            <a:r>
              <a:rPr sz="2000" spc="-75" dirty="0">
                <a:solidFill>
                  <a:srgbClr val="C00000"/>
                </a:solidFill>
                <a:latin typeface="Franklin Gothic Medium"/>
                <a:cs typeface="Franklin Gothic Medium"/>
              </a:rPr>
              <a:t> </a:t>
            </a:r>
            <a:r>
              <a:rPr sz="2000" spc="-5" dirty="0">
                <a:solidFill>
                  <a:srgbClr val="000099"/>
                </a:solidFill>
                <a:latin typeface="Franklin Gothic Medium"/>
                <a:cs typeface="Franklin Gothic Medium"/>
              </a:rPr>
              <a:t>LOOPING</a:t>
            </a:r>
            <a:endParaRPr sz="2000">
              <a:latin typeface="Franklin Gothic Medium"/>
              <a:cs typeface="Franklin Gothic Medium"/>
            </a:endParaRPr>
          </a:p>
        </p:txBody>
      </p:sp>
      <p:sp>
        <p:nvSpPr>
          <p:cNvPr id="9" name="object 9"/>
          <p:cNvSpPr txBox="1"/>
          <p:nvPr/>
        </p:nvSpPr>
        <p:spPr>
          <a:xfrm>
            <a:off x="442671" y="2426563"/>
            <a:ext cx="731520" cy="1397635"/>
          </a:xfrm>
          <a:prstGeom prst="rect">
            <a:avLst/>
          </a:prstGeom>
        </p:spPr>
        <p:txBody>
          <a:bodyPr vert="horz" wrap="square" lIns="0" tIns="165100" rIns="0" bIns="0" rtlCol="0">
            <a:spAutoFit/>
          </a:bodyPr>
          <a:lstStyle/>
          <a:p>
            <a:pPr marL="12700">
              <a:lnSpc>
                <a:spcPct val="100000"/>
              </a:lnSpc>
              <a:spcBef>
                <a:spcPts val="1300"/>
              </a:spcBef>
            </a:pPr>
            <a:r>
              <a:rPr sz="2000" spc="-15" dirty="0">
                <a:latin typeface="Franklin Gothic Medium"/>
                <a:cs typeface="Franklin Gothic Medium"/>
              </a:rPr>
              <a:t>Step</a:t>
            </a:r>
            <a:r>
              <a:rPr sz="2000" spc="-85" dirty="0">
                <a:latin typeface="Franklin Gothic Medium"/>
                <a:cs typeface="Franklin Gothic Medium"/>
              </a:rPr>
              <a:t> </a:t>
            </a:r>
            <a:r>
              <a:rPr sz="2000" dirty="0">
                <a:latin typeface="Franklin Gothic Medium"/>
                <a:cs typeface="Franklin Gothic Medium"/>
              </a:rPr>
              <a:t>0</a:t>
            </a:r>
            <a:endParaRPr sz="2000">
              <a:latin typeface="Franklin Gothic Medium"/>
              <a:cs typeface="Franklin Gothic Medium"/>
            </a:endParaRPr>
          </a:p>
          <a:p>
            <a:pPr marL="12700">
              <a:lnSpc>
                <a:spcPct val="100000"/>
              </a:lnSpc>
              <a:spcBef>
                <a:spcPts val="1200"/>
              </a:spcBef>
            </a:pPr>
            <a:r>
              <a:rPr sz="2000" spc="-15" dirty="0">
                <a:latin typeface="Franklin Gothic Medium"/>
                <a:cs typeface="Franklin Gothic Medium"/>
              </a:rPr>
              <a:t>Step</a:t>
            </a:r>
            <a:r>
              <a:rPr sz="2000" spc="-85" dirty="0">
                <a:latin typeface="Franklin Gothic Medium"/>
                <a:cs typeface="Franklin Gothic Medium"/>
              </a:rPr>
              <a:t> </a:t>
            </a:r>
            <a:r>
              <a:rPr sz="2000" dirty="0">
                <a:latin typeface="Franklin Gothic Medium"/>
                <a:cs typeface="Franklin Gothic Medium"/>
              </a:rPr>
              <a:t>1</a:t>
            </a:r>
            <a:endParaRPr sz="2000">
              <a:latin typeface="Franklin Gothic Medium"/>
              <a:cs typeface="Franklin Gothic Medium"/>
            </a:endParaRPr>
          </a:p>
          <a:p>
            <a:pPr marL="12700">
              <a:lnSpc>
                <a:spcPct val="100000"/>
              </a:lnSpc>
              <a:spcBef>
                <a:spcPts val="1200"/>
              </a:spcBef>
            </a:pPr>
            <a:r>
              <a:rPr sz="2000" spc="-10" dirty="0">
                <a:latin typeface="Franklin Gothic Medium"/>
                <a:cs typeface="Franklin Gothic Medium"/>
              </a:rPr>
              <a:t>Step</a:t>
            </a:r>
            <a:r>
              <a:rPr sz="2000" spc="-100" dirty="0">
                <a:latin typeface="Franklin Gothic Medium"/>
                <a:cs typeface="Franklin Gothic Medium"/>
              </a:rPr>
              <a:t> </a:t>
            </a:r>
            <a:r>
              <a:rPr sz="2000" dirty="0">
                <a:latin typeface="Franklin Gothic Medium"/>
                <a:cs typeface="Franklin Gothic Medium"/>
              </a:rPr>
              <a:t>2</a:t>
            </a:r>
            <a:endParaRPr sz="2000">
              <a:latin typeface="Franklin Gothic Medium"/>
              <a:cs typeface="Franklin Gothic Medium"/>
            </a:endParaRPr>
          </a:p>
        </p:txBody>
      </p:sp>
      <p:sp>
        <p:nvSpPr>
          <p:cNvPr id="10" name="object 10"/>
          <p:cNvSpPr txBox="1"/>
          <p:nvPr/>
        </p:nvSpPr>
        <p:spPr>
          <a:xfrm>
            <a:off x="442671" y="5322214"/>
            <a:ext cx="731520" cy="330835"/>
          </a:xfrm>
          <a:prstGeom prst="rect">
            <a:avLst/>
          </a:prstGeom>
        </p:spPr>
        <p:txBody>
          <a:bodyPr vert="horz" wrap="square" lIns="0" tIns="12700" rIns="0" bIns="0" rtlCol="0">
            <a:spAutoFit/>
          </a:bodyPr>
          <a:lstStyle/>
          <a:p>
            <a:pPr marL="12700">
              <a:lnSpc>
                <a:spcPct val="100000"/>
              </a:lnSpc>
              <a:spcBef>
                <a:spcPts val="100"/>
              </a:spcBef>
            </a:pPr>
            <a:r>
              <a:rPr sz="2000" spc="-15" dirty="0">
                <a:latin typeface="Franklin Gothic Medium"/>
                <a:cs typeface="Franklin Gothic Medium"/>
              </a:rPr>
              <a:t>Step</a:t>
            </a:r>
            <a:r>
              <a:rPr sz="2000" spc="-70" dirty="0">
                <a:latin typeface="Franklin Gothic Medium"/>
                <a:cs typeface="Franklin Gothic Medium"/>
              </a:rPr>
              <a:t> </a:t>
            </a:r>
            <a:r>
              <a:rPr sz="2000" dirty="0">
                <a:latin typeface="Franklin Gothic Medium"/>
                <a:cs typeface="Franklin Gothic Medium"/>
              </a:rPr>
              <a:t>3</a:t>
            </a:r>
            <a:endParaRPr sz="2000">
              <a:latin typeface="Franklin Gothic Medium"/>
              <a:cs typeface="Franklin Gothic Medium"/>
            </a:endParaRPr>
          </a:p>
        </p:txBody>
      </p:sp>
      <p:sp>
        <p:nvSpPr>
          <p:cNvPr id="11" name="object 11"/>
          <p:cNvSpPr txBox="1"/>
          <p:nvPr/>
        </p:nvSpPr>
        <p:spPr>
          <a:xfrm>
            <a:off x="1357122" y="2426563"/>
            <a:ext cx="3068320" cy="3227070"/>
          </a:xfrm>
          <a:prstGeom prst="rect">
            <a:avLst/>
          </a:prstGeom>
        </p:spPr>
        <p:txBody>
          <a:bodyPr vert="horz" wrap="square" lIns="0" tIns="165100" rIns="0" bIns="0" rtlCol="0">
            <a:spAutoFit/>
          </a:bodyPr>
          <a:lstStyle/>
          <a:p>
            <a:pPr marL="12700">
              <a:lnSpc>
                <a:spcPct val="100000"/>
              </a:lnSpc>
              <a:spcBef>
                <a:spcPts val="1300"/>
              </a:spcBef>
            </a:pPr>
            <a:r>
              <a:rPr sz="2000" spc="-25" dirty="0">
                <a:latin typeface="Franklin Gothic Medium"/>
                <a:cs typeface="Franklin Gothic Medium"/>
              </a:rPr>
              <a:t>START</a:t>
            </a:r>
            <a:endParaRPr sz="2000" dirty="0">
              <a:latin typeface="Franklin Gothic Medium"/>
              <a:cs typeface="Franklin Gothic Medium"/>
            </a:endParaRPr>
          </a:p>
          <a:p>
            <a:pPr marL="76200">
              <a:lnSpc>
                <a:spcPct val="100000"/>
              </a:lnSpc>
              <a:spcBef>
                <a:spcPts val="1200"/>
              </a:spcBef>
            </a:pPr>
            <a:r>
              <a:rPr sz="2000" dirty="0">
                <a:latin typeface="Franklin Gothic Medium"/>
                <a:cs typeface="Franklin Gothic Medium"/>
              </a:rPr>
              <a:t>Initialize</a:t>
            </a:r>
            <a:r>
              <a:rPr sz="2000" spc="-45" dirty="0">
                <a:latin typeface="Franklin Gothic Medium"/>
                <a:cs typeface="Franklin Gothic Medium"/>
              </a:rPr>
              <a:t> </a:t>
            </a:r>
            <a:r>
              <a:rPr sz="2000" dirty="0">
                <a:latin typeface="Franklin Gothic Medium"/>
                <a:cs typeface="Franklin Gothic Medium"/>
              </a:rPr>
              <a:t>c</a:t>
            </a:r>
            <a:r>
              <a:rPr sz="2000" spc="-15" dirty="0">
                <a:latin typeface="Franklin Gothic Medium"/>
                <a:cs typeface="Franklin Gothic Medium"/>
              </a:rPr>
              <a:t> </a:t>
            </a:r>
            <a:r>
              <a:rPr sz="2000" dirty="0">
                <a:latin typeface="Franklin Gothic Medium"/>
                <a:cs typeface="Franklin Gothic Medium"/>
              </a:rPr>
              <a:t>=</a:t>
            </a:r>
            <a:r>
              <a:rPr sz="2000" spc="-15" dirty="0">
                <a:latin typeface="Franklin Gothic Medium"/>
                <a:cs typeface="Franklin Gothic Medium"/>
              </a:rPr>
              <a:t> </a:t>
            </a:r>
            <a:r>
              <a:rPr sz="2000" dirty="0">
                <a:latin typeface="Franklin Gothic Medium"/>
                <a:cs typeface="Franklin Gothic Medium"/>
              </a:rPr>
              <a:t>1</a:t>
            </a:r>
          </a:p>
          <a:p>
            <a:pPr marL="12700">
              <a:lnSpc>
                <a:spcPct val="100000"/>
              </a:lnSpc>
              <a:spcBef>
                <a:spcPts val="1200"/>
              </a:spcBef>
            </a:pPr>
            <a:r>
              <a:rPr sz="2000" dirty="0">
                <a:latin typeface="Franklin Gothic Medium"/>
                <a:cs typeface="Franklin Gothic Medium"/>
              </a:rPr>
              <a:t>WHILE</a:t>
            </a:r>
            <a:r>
              <a:rPr sz="2000" spc="-30" dirty="0">
                <a:latin typeface="Franklin Gothic Medium"/>
                <a:cs typeface="Franklin Gothic Medium"/>
              </a:rPr>
              <a:t> </a:t>
            </a:r>
            <a:r>
              <a:rPr sz="2000" spc="-5" dirty="0">
                <a:latin typeface="Franklin Gothic Medium"/>
                <a:cs typeface="Franklin Gothic Medium"/>
              </a:rPr>
              <a:t>c&lt;=10</a:t>
            </a:r>
            <a:r>
              <a:rPr sz="2000" spc="-25" dirty="0">
                <a:latin typeface="Franklin Gothic Medium"/>
                <a:cs typeface="Franklin Gothic Medium"/>
              </a:rPr>
              <a:t> </a:t>
            </a:r>
            <a:r>
              <a:rPr sz="2000" spc="-5" dirty="0">
                <a:latin typeface="Franklin Gothic Medium"/>
                <a:cs typeface="Franklin Gothic Medium"/>
              </a:rPr>
              <a:t>repeatedly</a:t>
            </a:r>
            <a:r>
              <a:rPr sz="2000" spc="-45" dirty="0">
                <a:latin typeface="Franklin Gothic Medium"/>
                <a:cs typeface="Franklin Gothic Medium"/>
              </a:rPr>
              <a:t> </a:t>
            </a:r>
            <a:r>
              <a:rPr sz="2000" spc="-5" dirty="0">
                <a:latin typeface="Franklin Gothic Medium"/>
                <a:cs typeface="Franklin Gothic Medium"/>
              </a:rPr>
              <a:t>do</a:t>
            </a:r>
            <a:endParaRPr sz="2000" dirty="0">
              <a:latin typeface="Franklin Gothic Medium"/>
              <a:cs typeface="Franklin Gothic Medium"/>
            </a:endParaRPr>
          </a:p>
          <a:p>
            <a:pPr marL="469900">
              <a:lnSpc>
                <a:spcPct val="100000"/>
              </a:lnSpc>
              <a:spcBef>
                <a:spcPts val="1200"/>
              </a:spcBef>
            </a:pPr>
            <a:r>
              <a:rPr sz="2000" spc="-5" dirty="0">
                <a:latin typeface="Franklin Gothic Medium"/>
                <a:cs typeface="Franklin Gothic Medium"/>
              </a:rPr>
              <a:t>print</a:t>
            </a:r>
            <a:r>
              <a:rPr sz="2000" spc="-30" dirty="0">
                <a:latin typeface="Franklin Gothic Medium"/>
                <a:cs typeface="Franklin Gothic Medium"/>
              </a:rPr>
              <a:t> </a:t>
            </a:r>
            <a:r>
              <a:rPr sz="2000" dirty="0">
                <a:latin typeface="Franklin Gothic Medium"/>
                <a:cs typeface="Franklin Gothic Medium"/>
              </a:rPr>
              <a:t>c</a:t>
            </a:r>
          </a:p>
          <a:p>
            <a:pPr marL="12700" marR="1649730" indent="457200">
              <a:lnSpc>
                <a:spcPct val="150000"/>
              </a:lnSpc>
            </a:pPr>
            <a:r>
              <a:rPr sz="2000" dirty="0">
                <a:latin typeface="Franklin Gothic Medium"/>
                <a:cs typeface="Franklin Gothic Medium"/>
              </a:rPr>
              <a:t>c</a:t>
            </a:r>
            <a:r>
              <a:rPr sz="2000" spc="-20" dirty="0">
                <a:latin typeface="Franklin Gothic Medium"/>
                <a:cs typeface="Franklin Gothic Medium"/>
              </a:rPr>
              <a:t> </a:t>
            </a:r>
            <a:r>
              <a:rPr sz="2000" dirty="0">
                <a:latin typeface="Franklin Gothic Medium"/>
                <a:cs typeface="Franklin Gothic Medium"/>
              </a:rPr>
              <a:t>=</a:t>
            </a:r>
            <a:r>
              <a:rPr sz="2000" spc="-30" dirty="0">
                <a:latin typeface="Franklin Gothic Medium"/>
                <a:cs typeface="Franklin Gothic Medium"/>
              </a:rPr>
              <a:t> </a:t>
            </a:r>
            <a:r>
              <a:rPr sz="2000" dirty="0">
                <a:latin typeface="Franklin Gothic Medium"/>
                <a:cs typeface="Franklin Gothic Medium"/>
              </a:rPr>
              <a:t>c</a:t>
            </a:r>
            <a:r>
              <a:rPr sz="2000" spc="-20" dirty="0">
                <a:latin typeface="Franklin Gothic Medium"/>
                <a:cs typeface="Franklin Gothic Medium"/>
              </a:rPr>
              <a:t> </a:t>
            </a:r>
            <a:r>
              <a:rPr sz="2000" dirty="0">
                <a:latin typeface="Franklin Gothic Medium"/>
                <a:cs typeface="Franklin Gothic Medium"/>
              </a:rPr>
              <a:t>+</a:t>
            </a:r>
            <a:r>
              <a:rPr sz="2000" spc="-20" dirty="0">
                <a:latin typeface="Franklin Gothic Medium"/>
                <a:cs typeface="Franklin Gothic Medium"/>
              </a:rPr>
              <a:t> </a:t>
            </a:r>
            <a:r>
              <a:rPr sz="2000" dirty="0">
                <a:latin typeface="Franklin Gothic Medium"/>
                <a:cs typeface="Franklin Gothic Medium"/>
              </a:rPr>
              <a:t>1 </a:t>
            </a:r>
            <a:r>
              <a:rPr sz="2000" spc="-484" dirty="0">
                <a:latin typeface="Franklin Gothic Medium"/>
                <a:cs typeface="Franklin Gothic Medium"/>
              </a:rPr>
              <a:t> </a:t>
            </a:r>
            <a:r>
              <a:rPr sz="2000" dirty="0">
                <a:latin typeface="Franklin Gothic Medium"/>
                <a:cs typeface="Franklin Gothic Medium"/>
              </a:rPr>
              <a:t>END </a:t>
            </a:r>
            <a:r>
              <a:rPr sz="2000" spc="-5" dirty="0">
                <a:latin typeface="Franklin Gothic Medium"/>
                <a:cs typeface="Franklin Gothic Medium"/>
              </a:rPr>
              <a:t>WHILE </a:t>
            </a:r>
            <a:r>
              <a:rPr sz="2000" dirty="0">
                <a:latin typeface="Franklin Gothic Medium"/>
                <a:cs typeface="Franklin Gothic Medium"/>
              </a:rPr>
              <a:t> END</a:t>
            </a:r>
          </a:p>
        </p:txBody>
      </p:sp>
      <p:sp>
        <p:nvSpPr>
          <p:cNvPr id="12" name="object 12"/>
          <p:cNvSpPr txBox="1"/>
          <p:nvPr/>
        </p:nvSpPr>
        <p:spPr>
          <a:xfrm>
            <a:off x="237845" y="183007"/>
            <a:ext cx="7280909"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C00000"/>
                </a:solidFill>
                <a:latin typeface="Franklin Gothic Medium"/>
                <a:cs typeface="Franklin Gothic Medium"/>
              </a:rPr>
              <a:t>Art</a:t>
            </a:r>
            <a:r>
              <a:rPr sz="2400" spc="-2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Programming</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through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Algorithms</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and</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Flowcharts</a:t>
            </a:r>
            <a:endParaRPr sz="2400">
              <a:latin typeface="Franklin Gothic Medium"/>
              <a:cs typeface="Franklin Gothic Medium"/>
            </a:endParaRPr>
          </a:p>
        </p:txBody>
      </p:sp>
      <p:sp>
        <p:nvSpPr>
          <p:cNvPr id="13" name="object 13"/>
          <p:cNvSpPr txBox="1"/>
          <p:nvPr/>
        </p:nvSpPr>
        <p:spPr>
          <a:xfrm>
            <a:off x="8446389" y="739520"/>
            <a:ext cx="118808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Flow</a:t>
            </a:r>
            <a:r>
              <a:rPr sz="2000" spc="-11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Chart</a:t>
            </a:r>
            <a:endParaRPr sz="2000">
              <a:latin typeface="Franklin Gothic Medium"/>
              <a:cs typeface="Franklin Gothic Medium"/>
            </a:endParaRPr>
          </a:p>
        </p:txBody>
      </p:sp>
      <p:grpSp>
        <p:nvGrpSpPr>
          <p:cNvPr id="14" name="object 14"/>
          <p:cNvGrpSpPr/>
          <p:nvPr/>
        </p:nvGrpSpPr>
        <p:grpSpPr>
          <a:xfrm>
            <a:off x="6643306" y="1282890"/>
            <a:ext cx="2371725" cy="4623435"/>
            <a:chOff x="6643306" y="1282890"/>
            <a:chExt cx="2371725" cy="4623435"/>
          </a:xfrm>
        </p:grpSpPr>
        <p:sp>
          <p:nvSpPr>
            <p:cNvPr id="15" name="object 15"/>
            <p:cNvSpPr/>
            <p:nvPr/>
          </p:nvSpPr>
          <p:spPr>
            <a:xfrm>
              <a:off x="6657593" y="3163061"/>
              <a:ext cx="0" cy="2728595"/>
            </a:xfrm>
            <a:custGeom>
              <a:avLst/>
              <a:gdLst/>
              <a:ahLst/>
              <a:cxnLst/>
              <a:rect l="l" t="t" r="r" b="b"/>
              <a:pathLst>
                <a:path h="2728595">
                  <a:moveTo>
                    <a:pt x="0" y="0"/>
                  </a:moveTo>
                  <a:lnTo>
                    <a:pt x="0" y="2728518"/>
                  </a:lnTo>
                </a:path>
              </a:pathLst>
            </a:custGeom>
            <a:ln w="28575">
              <a:solidFill>
                <a:srgbClr val="000066"/>
              </a:solidFill>
            </a:ln>
          </p:spPr>
          <p:txBody>
            <a:bodyPr wrap="square" lIns="0" tIns="0" rIns="0" bIns="0" rtlCol="0"/>
            <a:lstStyle/>
            <a:p>
              <a:endParaRPr/>
            </a:p>
          </p:txBody>
        </p:sp>
        <p:sp>
          <p:nvSpPr>
            <p:cNvPr id="16" name="object 16"/>
            <p:cNvSpPr/>
            <p:nvPr/>
          </p:nvSpPr>
          <p:spPr>
            <a:xfrm>
              <a:off x="7348727" y="1290827"/>
              <a:ext cx="1658620" cy="373380"/>
            </a:xfrm>
            <a:custGeom>
              <a:avLst/>
              <a:gdLst/>
              <a:ahLst/>
              <a:cxnLst/>
              <a:rect l="l" t="t" r="r" b="b"/>
              <a:pathLst>
                <a:path w="1658620" h="373380">
                  <a:moveTo>
                    <a:pt x="266700" y="0"/>
                  </a:moveTo>
                  <a:lnTo>
                    <a:pt x="1391412" y="0"/>
                  </a:lnTo>
                  <a:lnTo>
                    <a:pt x="1445168" y="3792"/>
                  </a:lnTo>
                  <a:lnTo>
                    <a:pt x="1495234" y="14668"/>
                  </a:lnTo>
                  <a:lnTo>
                    <a:pt x="1540537" y="31878"/>
                  </a:lnTo>
                  <a:lnTo>
                    <a:pt x="1580007" y="54673"/>
                  </a:lnTo>
                  <a:lnTo>
                    <a:pt x="1612570" y="82301"/>
                  </a:lnTo>
                  <a:lnTo>
                    <a:pt x="1637157" y="114014"/>
                  </a:lnTo>
                  <a:lnTo>
                    <a:pt x="1652694" y="149060"/>
                  </a:lnTo>
                  <a:lnTo>
                    <a:pt x="1658112" y="186689"/>
                  </a:lnTo>
                  <a:lnTo>
                    <a:pt x="1652694" y="224319"/>
                  </a:lnTo>
                  <a:lnTo>
                    <a:pt x="1637156" y="259365"/>
                  </a:lnTo>
                  <a:lnTo>
                    <a:pt x="1612570" y="291078"/>
                  </a:lnTo>
                  <a:lnTo>
                    <a:pt x="1580006" y="318706"/>
                  </a:lnTo>
                  <a:lnTo>
                    <a:pt x="1540537" y="341501"/>
                  </a:lnTo>
                  <a:lnTo>
                    <a:pt x="1495234" y="358711"/>
                  </a:lnTo>
                  <a:lnTo>
                    <a:pt x="1445168" y="369587"/>
                  </a:lnTo>
                  <a:lnTo>
                    <a:pt x="1391412" y="373380"/>
                  </a:lnTo>
                  <a:lnTo>
                    <a:pt x="266700" y="373380"/>
                  </a:lnTo>
                  <a:lnTo>
                    <a:pt x="212943" y="369587"/>
                  </a:lnTo>
                  <a:lnTo>
                    <a:pt x="162877" y="358711"/>
                  </a:lnTo>
                  <a:lnTo>
                    <a:pt x="117574" y="341501"/>
                  </a:lnTo>
                  <a:lnTo>
                    <a:pt x="78104" y="318706"/>
                  </a:lnTo>
                  <a:lnTo>
                    <a:pt x="45541" y="291078"/>
                  </a:lnTo>
                  <a:lnTo>
                    <a:pt x="20954" y="259365"/>
                  </a:lnTo>
                  <a:lnTo>
                    <a:pt x="5417" y="224319"/>
                  </a:lnTo>
                  <a:lnTo>
                    <a:pt x="0" y="186689"/>
                  </a:lnTo>
                  <a:lnTo>
                    <a:pt x="5417" y="149060"/>
                  </a:lnTo>
                  <a:lnTo>
                    <a:pt x="20955" y="114014"/>
                  </a:lnTo>
                  <a:lnTo>
                    <a:pt x="45541" y="82301"/>
                  </a:lnTo>
                  <a:lnTo>
                    <a:pt x="78105" y="54673"/>
                  </a:lnTo>
                  <a:lnTo>
                    <a:pt x="117574" y="31878"/>
                  </a:lnTo>
                  <a:lnTo>
                    <a:pt x="162877" y="14668"/>
                  </a:lnTo>
                  <a:lnTo>
                    <a:pt x="212943" y="3792"/>
                  </a:lnTo>
                  <a:lnTo>
                    <a:pt x="266700" y="0"/>
                  </a:lnTo>
                  <a:close/>
                </a:path>
              </a:pathLst>
            </a:custGeom>
            <a:ln w="15875">
              <a:solidFill>
                <a:srgbClr val="000000"/>
              </a:solidFill>
            </a:ln>
          </p:spPr>
          <p:txBody>
            <a:bodyPr wrap="square" lIns="0" tIns="0" rIns="0" bIns="0" rtlCol="0"/>
            <a:lstStyle/>
            <a:p>
              <a:endParaRPr/>
            </a:p>
          </p:txBody>
        </p:sp>
      </p:grpSp>
      <p:sp>
        <p:nvSpPr>
          <p:cNvPr id="17" name="object 17"/>
          <p:cNvSpPr txBox="1"/>
          <p:nvPr/>
        </p:nvSpPr>
        <p:spPr>
          <a:xfrm>
            <a:off x="7926451" y="1322323"/>
            <a:ext cx="5060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S</a:t>
            </a:r>
            <a:r>
              <a:rPr sz="1800" spc="-5" dirty="0">
                <a:latin typeface="Franklin Gothic Medium"/>
                <a:cs typeface="Franklin Gothic Medium"/>
              </a:rPr>
              <a:t>t</a:t>
            </a:r>
            <a:r>
              <a:rPr sz="1800" spc="-10" dirty="0">
                <a:latin typeface="Franklin Gothic Medium"/>
                <a:cs typeface="Franklin Gothic Medium"/>
              </a:rPr>
              <a:t>a</a:t>
            </a:r>
            <a:r>
              <a:rPr sz="1800" spc="35" dirty="0">
                <a:latin typeface="Franklin Gothic Medium"/>
                <a:cs typeface="Franklin Gothic Medium"/>
              </a:rPr>
              <a:t>r</a:t>
            </a:r>
            <a:r>
              <a:rPr sz="1800" dirty="0">
                <a:latin typeface="Franklin Gothic Medium"/>
                <a:cs typeface="Franklin Gothic Medium"/>
              </a:rPr>
              <a:t>t</a:t>
            </a:r>
            <a:endParaRPr sz="1800">
              <a:latin typeface="Franklin Gothic Medium"/>
              <a:cs typeface="Franklin Gothic Medium"/>
            </a:endParaRPr>
          </a:p>
        </p:txBody>
      </p:sp>
      <p:grpSp>
        <p:nvGrpSpPr>
          <p:cNvPr id="18" name="object 18"/>
          <p:cNvGrpSpPr/>
          <p:nvPr/>
        </p:nvGrpSpPr>
        <p:grpSpPr>
          <a:xfrm>
            <a:off x="6994842" y="1664970"/>
            <a:ext cx="2296160" cy="2117090"/>
            <a:chOff x="6994842" y="1664970"/>
            <a:chExt cx="2296160" cy="2117090"/>
          </a:xfrm>
        </p:grpSpPr>
        <p:sp>
          <p:nvSpPr>
            <p:cNvPr id="19" name="object 19"/>
            <p:cNvSpPr/>
            <p:nvPr/>
          </p:nvSpPr>
          <p:spPr>
            <a:xfrm>
              <a:off x="8112252" y="1664969"/>
              <a:ext cx="132715" cy="2117090"/>
            </a:xfrm>
            <a:custGeom>
              <a:avLst/>
              <a:gdLst/>
              <a:ahLst/>
              <a:cxnLst/>
              <a:rect l="l" t="t" r="r" b="b"/>
              <a:pathLst>
                <a:path w="132715" h="2117090">
                  <a:moveTo>
                    <a:pt x="132588" y="2003171"/>
                  </a:moveTo>
                  <a:lnTo>
                    <a:pt x="130302" y="1994408"/>
                  </a:lnTo>
                  <a:lnTo>
                    <a:pt x="123444" y="1990471"/>
                  </a:lnTo>
                  <a:lnTo>
                    <a:pt x="116713" y="1986407"/>
                  </a:lnTo>
                  <a:lnTo>
                    <a:pt x="107950" y="1988693"/>
                  </a:lnTo>
                  <a:lnTo>
                    <a:pt x="104013" y="1995551"/>
                  </a:lnTo>
                  <a:lnTo>
                    <a:pt x="80645" y="2035594"/>
                  </a:lnTo>
                  <a:lnTo>
                    <a:pt x="80518" y="2088515"/>
                  </a:lnTo>
                  <a:lnTo>
                    <a:pt x="80518" y="2081276"/>
                  </a:lnTo>
                  <a:lnTo>
                    <a:pt x="80518" y="2035810"/>
                  </a:lnTo>
                  <a:lnTo>
                    <a:pt x="80518" y="1743456"/>
                  </a:lnTo>
                  <a:lnTo>
                    <a:pt x="51943" y="1743456"/>
                  </a:lnTo>
                  <a:lnTo>
                    <a:pt x="52070" y="2035810"/>
                  </a:lnTo>
                  <a:lnTo>
                    <a:pt x="66294" y="2060181"/>
                  </a:lnTo>
                  <a:lnTo>
                    <a:pt x="51943" y="2035594"/>
                  </a:lnTo>
                  <a:lnTo>
                    <a:pt x="28575" y="1995551"/>
                  </a:lnTo>
                  <a:lnTo>
                    <a:pt x="24638" y="1988693"/>
                  </a:lnTo>
                  <a:lnTo>
                    <a:pt x="15875" y="1986407"/>
                  </a:lnTo>
                  <a:lnTo>
                    <a:pt x="9144" y="1990471"/>
                  </a:lnTo>
                  <a:lnTo>
                    <a:pt x="2286" y="1994408"/>
                  </a:lnTo>
                  <a:lnTo>
                    <a:pt x="0" y="2003171"/>
                  </a:lnTo>
                  <a:lnTo>
                    <a:pt x="66294" y="2116836"/>
                  </a:lnTo>
                  <a:lnTo>
                    <a:pt x="82804" y="2088515"/>
                  </a:lnTo>
                  <a:lnTo>
                    <a:pt x="132588" y="2003171"/>
                  </a:lnTo>
                  <a:close/>
                </a:path>
                <a:path w="132715" h="2117090">
                  <a:moveTo>
                    <a:pt x="132588" y="1131443"/>
                  </a:moveTo>
                  <a:lnTo>
                    <a:pt x="130302" y="1122680"/>
                  </a:lnTo>
                  <a:lnTo>
                    <a:pt x="123444" y="1118743"/>
                  </a:lnTo>
                  <a:lnTo>
                    <a:pt x="116713" y="1114679"/>
                  </a:lnTo>
                  <a:lnTo>
                    <a:pt x="107950" y="1116965"/>
                  </a:lnTo>
                  <a:lnTo>
                    <a:pt x="104013" y="1123823"/>
                  </a:lnTo>
                  <a:lnTo>
                    <a:pt x="80645" y="1163866"/>
                  </a:lnTo>
                  <a:lnTo>
                    <a:pt x="80518" y="1216787"/>
                  </a:lnTo>
                  <a:lnTo>
                    <a:pt x="80518" y="1209548"/>
                  </a:lnTo>
                  <a:lnTo>
                    <a:pt x="80518" y="1164082"/>
                  </a:lnTo>
                  <a:lnTo>
                    <a:pt x="80518" y="871728"/>
                  </a:lnTo>
                  <a:lnTo>
                    <a:pt x="51943" y="871728"/>
                  </a:lnTo>
                  <a:lnTo>
                    <a:pt x="52070" y="1164082"/>
                  </a:lnTo>
                  <a:lnTo>
                    <a:pt x="66294" y="1188453"/>
                  </a:lnTo>
                  <a:lnTo>
                    <a:pt x="51943" y="1163866"/>
                  </a:lnTo>
                  <a:lnTo>
                    <a:pt x="28575" y="1123823"/>
                  </a:lnTo>
                  <a:lnTo>
                    <a:pt x="24638" y="1116965"/>
                  </a:lnTo>
                  <a:lnTo>
                    <a:pt x="15875" y="1114679"/>
                  </a:lnTo>
                  <a:lnTo>
                    <a:pt x="9144" y="1118743"/>
                  </a:lnTo>
                  <a:lnTo>
                    <a:pt x="2286" y="1122680"/>
                  </a:lnTo>
                  <a:lnTo>
                    <a:pt x="0" y="1131443"/>
                  </a:lnTo>
                  <a:lnTo>
                    <a:pt x="66294" y="1245108"/>
                  </a:lnTo>
                  <a:lnTo>
                    <a:pt x="82804" y="1216787"/>
                  </a:lnTo>
                  <a:lnTo>
                    <a:pt x="132588" y="1131443"/>
                  </a:lnTo>
                  <a:close/>
                </a:path>
                <a:path w="132715" h="2117090">
                  <a:moveTo>
                    <a:pt x="132588" y="276098"/>
                  </a:moveTo>
                  <a:lnTo>
                    <a:pt x="130302" y="267462"/>
                  </a:lnTo>
                  <a:lnTo>
                    <a:pt x="116713" y="259461"/>
                  </a:lnTo>
                  <a:lnTo>
                    <a:pt x="107950" y="261747"/>
                  </a:lnTo>
                  <a:lnTo>
                    <a:pt x="104013" y="268605"/>
                  </a:lnTo>
                  <a:lnTo>
                    <a:pt x="80645" y="308648"/>
                  </a:lnTo>
                  <a:lnTo>
                    <a:pt x="80518" y="361442"/>
                  </a:lnTo>
                  <a:lnTo>
                    <a:pt x="80518" y="354330"/>
                  </a:lnTo>
                  <a:lnTo>
                    <a:pt x="80518" y="308864"/>
                  </a:lnTo>
                  <a:lnTo>
                    <a:pt x="80518" y="0"/>
                  </a:lnTo>
                  <a:lnTo>
                    <a:pt x="51943" y="0"/>
                  </a:lnTo>
                  <a:lnTo>
                    <a:pt x="52070" y="308864"/>
                  </a:lnTo>
                  <a:lnTo>
                    <a:pt x="66294" y="333235"/>
                  </a:lnTo>
                  <a:lnTo>
                    <a:pt x="51943" y="308648"/>
                  </a:lnTo>
                  <a:lnTo>
                    <a:pt x="28575" y="268605"/>
                  </a:lnTo>
                  <a:lnTo>
                    <a:pt x="24638" y="261747"/>
                  </a:lnTo>
                  <a:lnTo>
                    <a:pt x="15875" y="259461"/>
                  </a:lnTo>
                  <a:lnTo>
                    <a:pt x="2286" y="267462"/>
                  </a:lnTo>
                  <a:lnTo>
                    <a:pt x="0" y="276098"/>
                  </a:lnTo>
                  <a:lnTo>
                    <a:pt x="3937" y="282956"/>
                  </a:lnTo>
                  <a:lnTo>
                    <a:pt x="66294" y="389890"/>
                  </a:lnTo>
                  <a:lnTo>
                    <a:pt x="82880" y="361442"/>
                  </a:lnTo>
                  <a:lnTo>
                    <a:pt x="128651" y="282956"/>
                  </a:lnTo>
                  <a:lnTo>
                    <a:pt x="132588" y="276098"/>
                  </a:lnTo>
                  <a:close/>
                </a:path>
              </a:pathLst>
            </a:custGeom>
            <a:solidFill>
              <a:srgbClr val="000066"/>
            </a:solidFill>
          </p:spPr>
          <p:txBody>
            <a:bodyPr wrap="square" lIns="0" tIns="0" rIns="0" bIns="0" rtlCol="0"/>
            <a:lstStyle/>
            <a:p>
              <a:endParaRPr/>
            </a:p>
          </p:txBody>
        </p:sp>
        <p:sp>
          <p:nvSpPr>
            <p:cNvPr id="20" name="object 20"/>
            <p:cNvSpPr/>
            <p:nvPr/>
          </p:nvSpPr>
          <p:spPr>
            <a:xfrm>
              <a:off x="7002780" y="2031492"/>
              <a:ext cx="2280285" cy="498475"/>
            </a:xfrm>
            <a:custGeom>
              <a:avLst/>
              <a:gdLst/>
              <a:ahLst/>
              <a:cxnLst/>
              <a:rect l="l" t="t" r="r" b="b"/>
              <a:pathLst>
                <a:path w="2280284" h="498475">
                  <a:moveTo>
                    <a:pt x="2279904" y="0"/>
                  </a:moveTo>
                  <a:lnTo>
                    <a:pt x="0" y="0"/>
                  </a:lnTo>
                  <a:lnTo>
                    <a:pt x="0" y="498348"/>
                  </a:lnTo>
                  <a:lnTo>
                    <a:pt x="2279904" y="498348"/>
                  </a:lnTo>
                  <a:lnTo>
                    <a:pt x="2279904" y="0"/>
                  </a:lnTo>
                  <a:close/>
                </a:path>
              </a:pathLst>
            </a:custGeom>
            <a:solidFill>
              <a:srgbClr val="FFFFFF"/>
            </a:solidFill>
          </p:spPr>
          <p:txBody>
            <a:bodyPr wrap="square" lIns="0" tIns="0" rIns="0" bIns="0" rtlCol="0"/>
            <a:lstStyle/>
            <a:p>
              <a:endParaRPr/>
            </a:p>
          </p:txBody>
        </p:sp>
        <p:sp>
          <p:nvSpPr>
            <p:cNvPr id="21" name="object 21"/>
            <p:cNvSpPr/>
            <p:nvPr/>
          </p:nvSpPr>
          <p:spPr>
            <a:xfrm>
              <a:off x="7002780" y="2031492"/>
              <a:ext cx="2280285" cy="498475"/>
            </a:xfrm>
            <a:custGeom>
              <a:avLst/>
              <a:gdLst/>
              <a:ahLst/>
              <a:cxnLst/>
              <a:rect l="l" t="t" r="r" b="b"/>
              <a:pathLst>
                <a:path w="2280284" h="498475">
                  <a:moveTo>
                    <a:pt x="0" y="498348"/>
                  </a:moveTo>
                  <a:lnTo>
                    <a:pt x="2279904" y="498348"/>
                  </a:lnTo>
                  <a:lnTo>
                    <a:pt x="2279904" y="0"/>
                  </a:lnTo>
                  <a:lnTo>
                    <a:pt x="0" y="0"/>
                  </a:lnTo>
                  <a:lnTo>
                    <a:pt x="0" y="498348"/>
                  </a:lnTo>
                  <a:close/>
                </a:path>
              </a:pathLst>
            </a:custGeom>
            <a:ln w="15875">
              <a:solidFill>
                <a:srgbClr val="000000"/>
              </a:solidFill>
            </a:ln>
          </p:spPr>
          <p:txBody>
            <a:bodyPr wrap="square" lIns="0" tIns="0" rIns="0" bIns="0" rtlCol="0"/>
            <a:lstStyle/>
            <a:p>
              <a:endParaRPr/>
            </a:p>
          </p:txBody>
        </p:sp>
      </p:grpSp>
      <p:sp>
        <p:nvSpPr>
          <p:cNvPr id="22" name="object 22"/>
          <p:cNvSpPr txBox="1"/>
          <p:nvPr/>
        </p:nvSpPr>
        <p:spPr>
          <a:xfrm>
            <a:off x="7886445" y="2124583"/>
            <a:ext cx="5130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Franklin Gothic Medium"/>
                <a:cs typeface="Franklin Gothic Medium"/>
              </a:rPr>
              <a:t>c</a:t>
            </a:r>
            <a:r>
              <a:rPr sz="1800" spc="-50" dirty="0">
                <a:latin typeface="Franklin Gothic Medium"/>
                <a:cs typeface="Franklin Gothic Medium"/>
              </a:rPr>
              <a:t> </a:t>
            </a:r>
            <a:r>
              <a:rPr sz="1800" dirty="0">
                <a:latin typeface="Franklin Gothic Medium"/>
                <a:cs typeface="Franklin Gothic Medium"/>
              </a:rPr>
              <a:t>=</a:t>
            </a:r>
            <a:r>
              <a:rPr sz="1800" spc="-55" dirty="0">
                <a:latin typeface="Franklin Gothic Medium"/>
                <a:cs typeface="Franklin Gothic Medium"/>
              </a:rPr>
              <a:t> </a:t>
            </a:r>
            <a:r>
              <a:rPr sz="1800" dirty="0">
                <a:latin typeface="Franklin Gothic Medium"/>
                <a:cs typeface="Franklin Gothic Medium"/>
              </a:rPr>
              <a:t>1</a:t>
            </a:r>
            <a:endParaRPr sz="1800">
              <a:latin typeface="Franklin Gothic Medium"/>
              <a:cs typeface="Franklin Gothic Medium"/>
            </a:endParaRPr>
          </a:p>
        </p:txBody>
      </p:sp>
      <p:sp>
        <p:nvSpPr>
          <p:cNvPr id="23" name="object 23"/>
          <p:cNvSpPr/>
          <p:nvPr/>
        </p:nvSpPr>
        <p:spPr>
          <a:xfrm>
            <a:off x="7002780" y="4660391"/>
            <a:ext cx="2350135" cy="856615"/>
          </a:xfrm>
          <a:custGeom>
            <a:avLst/>
            <a:gdLst/>
            <a:ahLst/>
            <a:cxnLst/>
            <a:rect l="l" t="t" r="r" b="b"/>
            <a:pathLst>
              <a:path w="2350134" h="856614">
                <a:moveTo>
                  <a:pt x="0" y="428243"/>
                </a:moveTo>
                <a:lnTo>
                  <a:pt x="1175003" y="0"/>
                </a:lnTo>
                <a:lnTo>
                  <a:pt x="2350008" y="428243"/>
                </a:lnTo>
                <a:lnTo>
                  <a:pt x="1175003" y="856487"/>
                </a:lnTo>
                <a:lnTo>
                  <a:pt x="0" y="428243"/>
                </a:lnTo>
                <a:close/>
              </a:path>
            </a:pathLst>
          </a:custGeom>
          <a:ln w="15875">
            <a:solidFill>
              <a:srgbClr val="000000"/>
            </a:solidFill>
          </a:ln>
        </p:spPr>
        <p:txBody>
          <a:bodyPr wrap="square" lIns="0" tIns="0" rIns="0" bIns="0" rtlCol="0"/>
          <a:lstStyle/>
          <a:p>
            <a:endParaRPr/>
          </a:p>
        </p:txBody>
      </p:sp>
      <p:sp>
        <p:nvSpPr>
          <p:cNvPr id="24" name="object 24"/>
          <p:cNvSpPr txBox="1"/>
          <p:nvPr/>
        </p:nvSpPr>
        <p:spPr>
          <a:xfrm>
            <a:off x="7704201" y="4933950"/>
            <a:ext cx="94932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Franklin Gothic Medium"/>
                <a:cs typeface="Franklin Gothic Medium"/>
              </a:rPr>
              <a:t>c</a:t>
            </a:r>
            <a:r>
              <a:rPr sz="1800" spc="-30" dirty="0">
                <a:latin typeface="Franklin Gothic Medium"/>
                <a:cs typeface="Franklin Gothic Medium"/>
              </a:rPr>
              <a:t> </a:t>
            </a:r>
            <a:r>
              <a:rPr sz="1800" spc="-5" dirty="0">
                <a:latin typeface="Franklin Gothic Medium"/>
                <a:cs typeface="Franklin Gothic Medium"/>
              </a:rPr>
              <a:t>&lt;=</a:t>
            </a:r>
            <a:r>
              <a:rPr sz="1800" spc="-45" dirty="0">
                <a:latin typeface="Franklin Gothic Medium"/>
                <a:cs typeface="Franklin Gothic Medium"/>
              </a:rPr>
              <a:t> </a:t>
            </a:r>
            <a:r>
              <a:rPr sz="1800" spc="-10" dirty="0">
                <a:latin typeface="Franklin Gothic Medium"/>
                <a:cs typeface="Franklin Gothic Medium"/>
              </a:rPr>
              <a:t>10</a:t>
            </a:r>
            <a:r>
              <a:rPr sz="1800" spc="-45" dirty="0">
                <a:latin typeface="Franklin Gothic Medium"/>
                <a:cs typeface="Franklin Gothic Medium"/>
              </a:rPr>
              <a:t> </a:t>
            </a:r>
            <a:r>
              <a:rPr sz="1800" dirty="0">
                <a:latin typeface="Franklin Gothic Medium"/>
                <a:cs typeface="Franklin Gothic Medium"/>
              </a:rPr>
              <a:t>?</a:t>
            </a:r>
            <a:endParaRPr sz="1800">
              <a:latin typeface="Franklin Gothic Medium"/>
              <a:cs typeface="Franklin Gothic Medium"/>
            </a:endParaRPr>
          </a:p>
        </p:txBody>
      </p:sp>
      <p:grpSp>
        <p:nvGrpSpPr>
          <p:cNvPr id="25" name="object 25"/>
          <p:cNvGrpSpPr/>
          <p:nvPr/>
        </p:nvGrpSpPr>
        <p:grpSpPr>
          <a:xfrm>
            <a:off x="6643306" y="3765486"/>
            <a:ext cx="2647315" cy="2139950"/>
            <a:chOff x="6643306" y="3765486"/>
            <a:chExt cx="2647315" cy="2139950"/>
          </a:xfrm>
        </p:grpSpPr>
        <p:sp>
          <p:nvSpPr>
            <p:cNvPr id="26" name="object 26"/>
            <p:cNvSpPr/>
            <p:nvPr/>
          </p:nvSpPr>
          <p:spPr>
            <a:xfrm>
              <a:off x="6657593" y="5891022"/>
              <a:ext cx="1520825" cy="0"/>
            </a:xfrm>
            <a:custGeom>
              <a:avLst/>
              <a:gdLst/>
              <a:ahLst/>
              <a:cxnLst/>
              <a:rect l="l" t="t" r="r" b="b"/>
              <a:pathLst>
                <a:path w="1520825">
                  <a:moveTo>
                    <a:pt x="0" y="0"/>
                  </a:moveTo>
                  <a:lnTo>
                    <a:pt x="1520825" y="0"/>
                  </a:lnTo>
                </a:path>
              </a:pathLst>
            </a:custGeom>
            <a:ln w="28575">
              <a:solidFill>
                <a:srgbClr val="000066"/>
              </a:solidFill>
            </a:ln>
          </p:spPr>
          <p:txBody>
            <a:bodyPr wrap="square" lIns="0" tIns="0" rIns="0" bIns="0" rtlCol="0"/>
            <a:lstStyle/>
            <a:p>
              <a:endParaRPr/>
            </a:p>
          </p:txBody>
        </p:sp>
        <p:sp>
          <p:nvSpPr>
            <p:cNvPr id="27" name="object 27"/>
            <p:cNvSpPr/>
            <p:nvPr/>
          </p:nvSpPr>
          <p:spPr>
            <a:xfrm>
              <a:off x="8112251" y="4272533"/>
              <a:ext cx="132715" cy="373380"/>
            </a:xfrm>
            <a:custGeom>
              <a:avLst/>
              <a:gdLst/>
              <a:ahLst/>
              <a:cxnLst/>
              <a:rect l="l" t="t" r="r" b="b"/>
              <a:pathLst>
                <a:path w="132715" h="373379">
                  <a:moveTo>
                    <a:pt x="15875" y="242951"/>
                  </a:moveTo>
                  <a:lnTo>
                    <a:pt x="9144" y="247015"/>
                  </a:lnTo>
                  <a:lnTo>
                    <a:pt x="2286" y="250952"/>
                  </a:lnTo>
                  <a:lnTo>
                    <a:pt x="0" y="259715"/>
                  </a:lnTo>
                  <a:lnTo>
                    <a:pt x="66294" y="373380"/>
                  </a:lnTo>
                  <a:lnTo>
                    <a:pt x="82808" y="345059"/>
                  </a:lnTo>
                  <a:lnTo>
                    <a:pt x="51943" y="345059"/>
                  </a:lnTo>
                  <a:lnTo>
                    <a:pt x="51943" y="292129"/>
                  </a:lnTo>
                  <a:lnTo>
                    <a:pt x="28575" y="252095"/>
                  </a:lnTo>
                  <a:lnTo>
                    <a:pt x="24638" y="245237"/>
                  </a:lnTo>
                  <a:lnTo>
                    <a:pt x="15875" y="242951"/>
                  </a:lnTo>
                  <a:close/>
                </a:path>
                <a:path w="132715" h="373379">
                  <a:moveTo>
                    <a:pt x="51943" y="292129"/>
                  </a:moveTo>
                  <a:lnTo>
                    <a:pt x="51943" y="345059"/>
                  </a:lnTo>
                  <a:lnTo>
                    <a:pt x="80518" y="345059"/>
                  </a:lnTo>
                  <a:lnTo>
                    <a:pt x="80518" y="337820"/>
                  </a:lnTo>
                  <a:lnTo>
                    <a:pt x="53975" y="337820"/>
                  </a:lnTo>
                  <a:lnTo>
                    <a:pt x="66294" y="316715"/>
                  </a:lnTo>
                  <a:lnTo>
                    <a:pt x="51943" y="292129"/>
                  </a:lnTo>
                  <a:close/>
                </a:path>
                <a:path w="132715" h="373379">
                  <a:moveTo>
                    <a:pt x="116713" y="242951"/>
                  </a:moveTo>
                  <a:lnTo>
                    <a:pt x="107950" y="245237"/>
                  </a:lnTo>
                  <a:lnTo>
                    <a:pt x="104013" y="252095"/>
                  </a:lnTo>
                  <a:lnTo>
                    <a:pt x="80645" y="292129"/>
                  </a:lnTo>
                  <a:lnTo>
                    <a:pt x="80518" y="345059"/>
                  </a:lnTo>
                  <a:lnTo>
                    <a:pt x="82808" y="345059"/>
                  </a:lnTo>
                  <a:lnTo>
                    <a:pt x="132588" y="259715"/>
                  </a:lnTo>
                  <a:lnTo>
                    <a:pt x="130301" y="250952"/>
                  </a:lnTo>
                  <a:lnTo>
                    <a:pt x="123444" y="247015"/>
                  </a:lnTo>
                  <a:lnTo>
                    <a:pt x="116713" y="242951"/>
                  </a:lnTo>
                  <a:close/>
                </a:path>
                <a:path w="132715" h="373379">
                  <a:moveTo>
                    <a:pt x="66294" y="316715"/>
                  </a:moveTo>
                  <a:lnTo>
                    <a:pt x="53975" y="337820"/>
                  </a:lnTo>
                  <a:lnTo>
                    <a:pt x="78613" y="337820"/>
                  </a:lnTo>
                  <a:lnTo>
                    <a:pt x="66294" y="316715"/>
                  </a:lnTo>
                  <a:close/>
                </a:path>
                <a:path w="132715" h="373379">
                  <a:moveTo>
                    <a:pt x="80518" y="292346"/>
                  </a:moveTo>
                  <a:lnTo>
                    <a:pt x="66294" y="316715"/>
                  </a:lnTo>
                  <a:lnTo>
                    <a:pt x="78613" y="337820"/>
                  </a:lnTo>
                  <a:lnTo>
                    <a:pt x="80518" y="337820"/>
                  </a:lnTo>
                  <a:lnTo>
                    <a:pt x="80518" y="292346"/>
                  </a:lnTo>
                  <a:close/>
                </a:path>
                <a:path w="132715" h="373379">
                  <a:moveTo>
                    <a:pt x="80518" y="0"/>
                  </a:moveTo>
                  <a:lnTo>
                    <a:pt x="51943" y="0"/>
                  </a:lnTo>
                  <a:lnTo>
                    <a:pt x="52070" y="292346"/>
                  </a:lnTo>
                  <a:lnTo>
                    <a:pt x="66294" y="316715"/>
                  </a:lnTo>
                  <a:lnTo>
                    <a:pt x="80518" y="292346"/>
                  </a:lnTo>
                  <a:lnTo>
                    <a:pt x="80518" y="0"/>
                  </a:lnTo>
                  <a:close/>
                </a:path>
              </a:pathLst>
            </a:custGeom>
            <a:solidFill>
              <a:srgbClr val="000066"/>
            </a:solidFill>
          </p:spPr>
          <p:txBody>
            <a:bodyPr wrap="square" lIns="0" tIns="0" rIns="0" bIns="0" rtlCol="0"/>
            <a:lstStyle/>
            <a:p>
              <a:endParaRPr/>
            </a:p>
          </p:txBody>
        </p:sp>
        <p:sp>
          <p:nvSpPr>
            <p:cNvPr id="28" name="object 28"/>
            <p:cNvSpPr/>
            <p:nvPr/>
          </p:nvSpPr>
          <p:spPr>
            <a:xfrm>
              <a:off x="7002779" y="3773423"/>
              <a:ext cx="2280285" cy="498475"/>
            </a:xfrm>
            <a:custGeom>
              <a:avLst/>
              <a:gdLst/>
              <a:ahLst/>
              <a:cxnLst/>
              <a:rect l="l" t="t" r="r" b="b"/>
              <a:pathLst>
                <a:path w="2280284" h="498475">
                  <a:moveTo>
                    <a:pt x="0" y="498348"/>
                  </a:moveTo>
                  <a:lnTo>
                    <a:pt x="2279904" y="498348"/>
                  </a:lnTo>
                  <a:lnTo>
                    <a:pt x="2279904" y="0"/>
                  </a:lnTo>
                  <a:lnTo>
                    <a:pt x="0" y="0"/>
                  </a:lnTo>
                  <a:lnTo>
                    <a:pt x="0" y="498348"/>
                  </a:lnTo>
                  <a:close/>
                </a:path>
              </a:pathLst>
            </a:custGeom>
            <a:ln w="15875">
              <a:solidFill>
                <a:srgbClr val="000000"/>
              </a:solidFill>
            </a:ln>
          </p:spPr>
          <p:txBody>
            <a:bodyPr wrap="square" lIns="0" tIns="0" rIns="0" bIns="0" rtlCol="0"/>
            <a:lstStyle/>
            <a:p>
              <a:endParaRPr/>
            </a:p>
          </p:txBody>
        </p:sp>
      </p:grpSp>
      <p:sp>
        <p:nvSpPr>
          <p:cNvPr id="29" name="object 29"/>
          <p:cNvSpPr txBox="1"/>
          <p:nvPr/>
        </p:nvSpPr>
        <p:spPr>
          <a:xfrm>
            <a:off x="7709661" y="3868039"/>
            <a:ext cx="8686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Franklin Gothic Medium"/>
                <a:cs typeface="Franklin Gothic Medium"/>
              </a:rPr>
              <a:t>c</a:t>
            </a:r>
            <a:r>
              <a:rPr sz="1800" spc="-25" dirty="0">
                <a:latin typeface="Franklin Gothic Medium"/>
                <a:cs typeface="Franklin Gothic Medium"/>
              </a:rPr>
              <a:t> </a:t>
            </a:r>
            <a:r>
              <a:rPr sz="1800" dirty="0">
                <a:latin typeface="Franklin Gothic Medium"/>
                <a:cs typeface="Franklin Gothic Medium"/>
              </a:rPr>
              <a:t>=</a:t>
            </a:r>
            <a:r>
              <a:rPr sz="1800" spc="-40" dirty="0">
                <a:latin typeface="Franklin Gothic Medium"/>
                <a:cs typeface="Franklin Gothic Medium"/>
              </a:rPr>
              <a:t> </a:t>
            </a:r>
            <a:r>
              <a:rPr sz="1800" dirty="0">
                <a:latin typeface="Franklin Gothic Medium"/>
                <a:cs typeface="Franklin Gothic Medium"/>
              </a:rPr>
              <a:t>c</a:t>
            </a:r>
            <a:r>
              <a:rPr sz="1800" spc="-20" dirty="0">
                <a:latin typeface="Franklin Gothic Medium"/>
                <a:cs typeface="Franklin Gothic Medium"/>
              </a:rPr>
              <a:t> </a:t>
            </a:r>
            <a:r>
              <a:rPr sz="1800" dirty="0">
                <a:latin typeface="Franklin Gothic Medium"/>
                <a:cs typeface="Franklin Gothic Medium"/>
              </a:rPr>
              <a:t>+</a:t>
            </a:r>
            <a:r>
              <a:rPr sz="1800" spc="-25" dirty="0">
                <a:latin typeface="Franklin Gothic Medium"/>
                <a:cs typeface="Franklin Gothic Medium"/>
              </a:rPr>
              <a:t> </a:t>
            </a:r>
            <a:r>
              <a:rPr sz="1800" dirty="0">
                <a:latin typeface="Franklin Gothic Medium"/>
                <a:cs typeface="Franklin Gothic Medium"/>
              </a:rPr>
              <a:t>1</a:t>
            </a:r>
            <a:endParaRPr sz="1800">
              <a:latin typeface="Franklin Gothic Medium"/>
              <a:cs typeface="Franklin Gothic Medium"/>
            </a:endParaRPr>
          </a:p>
        </p:txBody>
      </p:sp>
      <p:grpSp>
        <p:nvGrpSpPr>
          <p:cNvPr id="30" name="object 30"/>
          <p:cNvGrpSpPr/>
          <p:nvPr/>
        </p:nvGrpSpPr>
        <p:grpSpPr>
          <a:xfrm>
            <a:off x="6924738" y="2895282"/>
            <a:ext cx="2505075" cy="534035"/>
            <a:chOff x="6924738" y="2895282"/>
            <a:chExt cx="2505075" cy="534035"/>
          </a:xfrm>
        </p:grpSpPr>
        <p:sp>
          <p:nvSpPr>
            <p:cNvPr id="31" name="object 31"/>
            <p:cNvSpPr/>
            <p:nvPr/>
          </p:nvSpPr>
          <p:spPr>
            <a:xfrm>
              <a:off x="6932676" y="2903220"/>
              <a:ext cx="2489200" cy="518159"/>
            </a:xfrm>
            <a:custGeom>
              <a:avLst/>
              <a:gdLst/>
              <a:ahLst/>
              <a:cxnLst/>
              <a:rect l="l" t="t" r="r" b="b"/>
              <a:pathLst>
                <a:path w="2489200" h="518160">
                  <a:moveTo>
                    <a:pt x="2488692" y="0"/>
                  </a:moveTo>
                  <a:lnTo>
                    <a:pt x="497713" y="0"/>
                  </a:lnTo>
                  <a:lnTo>
                    <a:pt x="0" y="518159"/>
                  </a:lnTo>
                  <a:lnTo>
                    <a:pt x="1990978" y="518159"/>
                  </a:lnTo>
                  <a:lnTo>
                    <a:pt x="2488692" y="0"/>
                  </a:lnTo>
                  <a:close/>
                </a:path>
              </a:pathLst>
            </a:custGeom>
            <a:solidFill>
              <a:srgbClr val="FFFFFF"/>
            </a:solidFill>
          </p:spPr>
          <p:txBody>
            <a:bodyPr wrap="square" lIns="0" tIns="0" rIns="0" bIns="0" rtlCol="0"/>
            <a:lstStyle/>
            <a:p>
              <a:endParaRPr/>
            </a:p>
          </p:txBody>
        </p:sp>
        <p:sp>
          <p:nvSpPr>
            <p:cNvPr id="32" name="object 32"/>
            <p:cNvSpPr/>
            <p:nvPr/>
          </p:nvSpPr>
          <p:spPr>
            <a:xfrm>
              <a:off x="6932676" y="2903220"/>
              <a:ext cx="2489200" cy="518159"/>
            </a:xfrm>
            <a:custGeom>
              <a:avLst/>
              <a:gdLst/>
              <a:ahLst/>
              <a:cxnLst/>
              <a:rect l="l" t="t" r="r" b="b"/>
              <a:pathLst>
                <a:path w="2489200" h="518160">
                  <a:moveTo>
                    <a:pt x="0" y="518159"/>
                  </a:moveTo>
                  <a:lnTo>
                    <a:pt x="497713" y="0"/>
                  </a:lnTo>
                  <a:lnTo>
                    <a:pt x="2488692" y="0"/>
                  </a:lnTo>
                  <a:lnTo>
                    <a:pt x="1990978" y="518159"/>
                  </a:lnTo>
                  <a:lnTo>
                    <a:pt x="0" y="518159"/>
                  </a:lnTo>
                  <a:close/>
                </a:path>
              </a:pathLst>
            </a:custGeom>
            <a:ln w="15874">
              <a:solidFill>
                <a:srgbClr val="000000"/>
              </a:solidFill>
            </a:ln>
          </p:spPr>
          <p:txBody>
            <a:bodyPr wrap="square" lIns="0" tIns="0" rIns="0" bIns="0" rtlCol="0"/>
            <a:lstStyle/>
            <a:p>
              <a:endParaRPr/>
            </a:p>
          </p:txBody>
        </p:sp>
      </p:grpSp>
      <p:sp>
        <p:nvSpPr>
          <p:cNvPr id="33" name="object 33"/>
          <p:cNvSpPr txBox="1"/>
          <p:nvPr/>
        </p:nvSpPr>
        <p:spPr>
          <a:xfrm>
            <a:off x="7850251" y="3006597"/>
            <a:ext cx="65468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Franklin Gothic Medium"/>
                <a:cs typeface="Franklin Gothic Medium"/>
              </a:rPr>
              <a:t>Print</a:t>
            </a:r>
            <a:r>
              <a:rPr sz="1800" spc="-80" dirty="0">
                <a:latin typeface="Franklin Gothic Medium"/>
                <a:cs typeface="Franklin Gothic Medium"/>
              </a:rPr>
              <a:t> </a:t>
            </a:r>
            <a:r>
              <a:rPr sz="1800" dirty="0">
                <a:latin typeface="Franklin Gothic Medium"/>
                <a:cs typeface="Franklin Gothic Medium"/>
              </a:rPr>
              <a:t>c</a:t>
            </a:r>
            <a:endParaRPr sz="1800">
              <a:latin typeface="Franklin Gothic Medium"/>
              <a:cs typeface="Franklin Gothic Medium"/>
            </a:endParaRPr>
          </a:p>
        </p:txBody>
      </p:sp>
      <p:grpSp>
        <p:nvGrpSpPr>
          <p:cNvPr id="34" name="object 34"/>
          <p:cNvGrpSpPr/>
          <p:nvPr/>
        </p:nvGrpSpPr>
        <p:grpSpPr>
          <a:xfrm>
            <a:off x="6657593" y="3096767"/>
            <a:ext cx="5329555" cy="2794635"/>
            <a:chOff x="6657593" y="3096767"/>
            <a:chExt cx="5329555" cy="2794635"/>
          </a:xfrm>
        </p:grpSpPr>
        <p:sp>
          <p:nvSpPr>
            <p:cNvPr id="35" name="object 35"/>
            <p:cNvSpPr/>
            <p:nvPr/>
          </p:nvSpPr>
          <p:spPr>
            <a:xfrm>
              <a:off x="8178545" y="5517641"/>
              <a:ext cx="0" cy="373380"/>
            </a:xfrm>
            <a:custGeom>
              <a:avLst/>
              <a:gdLst/>
              <a:ahLst/>
              <a:cxnLst/>
              <a:rect l="l" t="t" r="r" b="b"/>
              <a:pathLst>
                <a:path h="373379">
                  <a:moveTo>
                    <a:pt x="0" y="0"/>
                  </a:moveTo>
                  <a:lnTo>
                    <a:pt x="0" y="373316"/>
                  </a:lnTo>
                </a:path>
              </a:pathLst>
            </a:custGeom>
            <a:ln w="28575">
              <a:solidFill>
                <a:srgbClr val="000066"/>
              </a:solidFill>
            </a:ln>
          </p:spPr>
          <p:txBody>
            <a:bodyPr wrap="square" lIns="0" tIns="0" rIns="0" bIns="0" rtlCol="0"/>
            <a:lstStyle/>
            <a:p>
              <a:endParaRPr/>
            </a:p>
          </p:txBody>
        </p:sp>
        <p:sp>
          <p:nvSpPr>
            <p:cNvPr id="36" name="object 36"/>
            <p:cNvSpPr/>
            <p:nvPr/>
          </p:nvSpPr>
          <p:spPr>
            <a:xfrm>
              <a:off x="6657593" y="3096767"/>
              <a:ext cx="3663950" cy="2059305"/>
            </a:xfrm>
            <a:custGeom>
              <a:avLst/>
              <a:gdLst/>
              <a:ahLst/>
              <a:cxnLst/>
              <a:rect l="l" t="t" r="r" b="b"/>
              <a:pathLst>
                <a:path w="3663950" h="2059304">
                  <a:moveTo>
                    <a:pt x="525780" y="66294"/>
                  </a:moveTo>
                  <a:lnTo>
                    <a:pt x="501192" y="51943"/>
                  </a:lnTo>
                  <a:lnTo>
                    <a:pt x="412115" y="0"/>
                  </a:lnTo>
                  <a:lnTo>
                    <a:pt x="403352" y="2286"/>
                  </a:lnTo>
                  <a:lnTo>
                    <a:pt x="399415" y="9144"/>
                  </a:lnTo>
                  <a:lnTo>
                    <a:pt x="395351" y="15875"/>
                  </a:lnTo>
                  <a:lnTo>
                    <a:pt x="397764" y="24638"/>
                  </a:lnTo>
                  <a:lnTo>
                    <a:pt x="444525" y="51943"/>
                  </a:lnTo>
                  <a:lnTo>
                    <a:pt x="0" y="51943"/>
                  </a:lnTo>
                  <a:lnTo>
                    <a:pt x="0" y="80518"/>
                  </a:lnTo>
                  <a:lnTo>
                    <a:pt x="444741" y="80518"/>
                  </a:lnTo>
                  <a:lnTo>
                    <a:pt x="397764" y="107950"/>
                  </a:lnTo>
                  <a:lnTo>
                    <a:pt x="395351" y="116713"/>
                  </a:lnTo>
                  <a:lnTo>
                    <a:pt x="399415" y="123444"/>
                  </a:lnTo>
                  <a:lnTo>
                    <a:pt x="403352" y="130302"/>
                  </a:lnTo>
                  <a:lnTo>
                    <a:pt x="412115" y="132588"/>
                  </a:lnTo>
                  <a:lnTo>
                    <a:pt x="501408" y="80518"/>
                  </a:lnTo>
                  <a:lnTo>
                    <a:pt x="525780" y="66294"/>
                  </a:lnTo>
                  <a:close/>
                </a:path>
                <a:path w="3663950" h="2059304">
                  <a:moveTo>
                    <a:pt x="3663696" y="1992630"/>
                  </a:moveTo>
                  <a:lnTo>
                    <a:pt x="3639083" y="1978279"/>
                  </a:lnTo>
                  <a:lnTo>
                    <a:pt x="3550031" y="1926336"/>
                  </a:lnTo>
                  <a:lnTo>
                    <a:pt x="3541268" y="1928622"/>
                  </a:lnTo>
                  <a:lnTo>
                    <a:pt x="3537204" y="1935480"/>
                  </a:lnTo>
                  <a:lnTo>
                    <a:pt x="3533267" y="1942211"/>
                  </a:lnTo>
                  <a:lnTo>
                    <a:pt x="3535553" y="1950974"/>
                  </a:lnTo>
                  <a:lnTo>
                    <a:pt x="3582403" y="1978279"/>
                  </a:lnTo>
                  <a:lnTo>
                    <a:pt x="2695956" y="1978279"/>
                  </a:lnTo>
                  <a:lnTo>
                    <a:pt x="2695956" y="2006854"/>
                  </a:lnTo>
                  <a:lnTo>
                    <a:pt x="3582619" y="2006854"/>
                  </a:lnTo>
                  <a:lnTo>
                    <a:pt x="3535553" y="2034286"/>
                  </a:lnTo>
                  <a:lnTo>
                    <a:pt x="3533267" y="2043049"/>
                  </a:lnTo>
                  <a:lnTo>
                    <a:pt x="3537204" y="2049780"/>
                  </a:lnTo>
                  <a:lnTo>
                    <a:pt x="3541268" y="2056638"/>
                  </a:lnTo>
                  <a:lnTo>
                    <a:pt x="3550031" y="2058924"/>
                  </a:lnTo>
                  <a:lnTo>
                    <a:pt x="3639299" y="2006854"/>
                  </a:lnTo>
                  <a:lnTo>
                    <a:pt x="3663696" y="1992630"/>
                  </a:lnTo>
                  <a:close/>
                </a:path>
              </a:pathLst>
            </a:custGeom>
            <a:solidFill>
              <a:srgbClr val="000066"/>
            </a:solidFill>
          </p:spPr>
          <p:txBody>
            <a:bodyPr wrap="square" lIns="0" tIns="0" rIns="0" bIns="0" rtlCol="0"/>
            <a:lstStyle/>
            <a:p>
              <a:endParaRPr/>
            </a:p>
          </p:txBody>
        </p:sp>
        <p:sp>
          <p:nvSpPr>
            <p:cNvPr id="37" name="object 37"/>
            <p:cNvSpPr/>
            <p:nvPr/>
          </p:nvSpPr>
          <p:spPr>
            <a:xfrm>
              <a:off x="10320527" y="4893563"/>
              <a:ext cx="1658620" cy="373380"/>
            </a:xfrm>
            <a:custGeom>
              <a:avLst/>
              <a:gdLst/>
              <a:ahLst/>
              <a:cxnLst/>
              <a:rect l="l" t="t" r="r" b="b"/>
              <a:pathLst>
                <a:path w="1658620" h="373379">
                  <a:moveTo>
                    <a:pt x="266700" y="0"/>
                  </a:moveTo>
                  <a:lnTo>
                    <a:pt x="1391412" y="0"/>
                  </a:lnTo>
                  <a:lnTo>
                    <a:pt x="1445168" y="3792"/>
                  </a:lnTo>
                  <a:lnTo>
                    <a:pt x="1495234" y="14668"/>
                  </a:lnTo>
                  <a:lnTo>
                    <a:pt x="1540537" y="31878"/>
                  </a:lnTo>
                  <a:lnTo>
                    <a:pt x="1580007" y="54673"/>
                  </a:lnTo>
                  <a:lnTo>
                    <a:pt x="1612570" y="82301"/>
                  </a:lnTo>
                  <a:lnTo>
                    <a:pt x="1637157" y="114014"/>
                  </a:lnTo>
                  <a:lnTo>
                    <a:pt x="1652694" y="149060"/>
                  </a:lnTo>
                  <a:lnTo>
                    <a:pt x="1658112" y="186690"/>
                  </a:lnTo>
                  <a:lnTo>
                    <a:pt x="1652694" y="224319"/>
                  </a:lnTo>
                  <a:lnTo>
                    <a:pt x="1637156" y="259365"/>
                  </a:lnTo>
                  <a:lnTo>
                    <a:pt x="1612570" y="291078"/>
                  </a:lnTo>
                  <a:lnTo>
                    <a:pt x="1580006" y="318706"/>
                  </a:lnTo>
                  <a:lnTo>
                    <a:pt x="1540537" y="341501"/>
                  </a:lnTo>
                  <a:lnTo>
                    <a:pt x="1495234" y="358711"/>
                  </a:lnTo>
                  <a:lnTo>
                    <a:pt x="1445168" y="369587"/>
                  </a:lnTo>
                  <a:lnTo>
                    <a:pt x="1391412" y="373380"/>
                  </a:lnTo>
                  <a:lnTo>
                    <a:pt x="266700" y="373380"/>
                  </a:lnTo>
                  <a:lnTo>
                    <a:pt x="212943" y="369587"/>
                  </a:lnTo>
                  <a:lnTo>
                    <a:pt x="162877" y="358711"/>
                  </a:lnTo>
                  <a:lnTo>
                    <a:pt x="117574" y="341501"/>
                  </a:lnTo>
                  <a:lnTo>
                    <a:pt x="78104" y="318706"/>
                  </a:lnTo>
                  <a:lnTo>
                    <a:pt x="45541" y="291078"/>
                  </a:lnTo>
                  <a:lnTo>
                    <a:pt x="20954" y="259365"/>
                  </a:lnTo>
                  <a:lnTo>
                    <a:pt x="5417" y="224319"/>
                  </a:lnTo>
                  <a:lnTo>
                    <a:pt x="0" y="186690"/>
                  </a:lnTo>
                  <a:lnTo>
                    <a:pt x="5417" y="149060"/>
                  </a:lnTo>
                  <a:lnTo>
                    <a:pt x="20955" y="114014"/>
                  </a:lnTo>
                  <a:lnTo>
                    <a:pt x="45541" y="82301"/>
                  </a:lnTo>
                  <a:lnTo>
                    <a:pt x="78105" y="54673"/>
                  </a:lnTo>
                  <a:lnTo>
                    <a:pt x="117574" y="31878"/>
                  </a:lnTo>
                  <a:lnTo>
                    <a:pt x="162877" y="14668"/>
                  </a:lnTo>
                  <a:lnTo>
                    <a:pt x="212943" y="3792"/>
                  </a:lnTo>
                  <a:lnTo>
                    <a:pt x="266700" y="0"/>
                  </a:lnTo>
                  <a:close/>
                </a:path>
              </a:pathLst>
            </a:custGeom>
            <a:ln w="15875">
              <a:solidFill>
                <a:srgbClr val="000000"/>
              </a:solidFill>
            </a:ln>
          </p:spPr>
          <p:txBody>
            <a:bodyPr wrap="square" lIns="0" tIns="0" rIns="0" bIns="0" rtlCol="0"/>
            <a:lstStyle/>
            <a:p>
              <a:endParaRPr/>
            </a:p>
          </p:txBody>
        </p:sp>
      </p:grpSp>
      <p:sp>
        <p:nvSpPr>
          <p:cNvPr id="38" name="object 38"/>
          <p:cNvSpPr txBox="1"/>
          <p:nvPr/>
        </p:nvSpPr>
        <p:spPr>
          <a:xfrm>
            <a:off x="10916539" y="4925695"/>
            <a:ext cx="4679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S</a:t>
            </a:r>
            <a:r>
              <a:rPr sz="1800" spc="-45" dirty="0">
                <a:latin typeface="Franklin Gothic Medium"/>
                <a:cs typeface="Franklin Gothic Medium"/>
              </a:rPr>
              <a:t>t</a:t>
            </a:r>
            <a:r>
              <a:rPr sz="1800" dirty="0">
                <a:latin typeface="Franklin Gothic Medium"/>
                <a:cs typeface="Franklin Gothic Medium"/>
              </a:rPr>
              <a:t>op</a:t>
            </a:r>
            <a:endParaRPr sz="1800">
              <a:latin typeface="Franklin Gothic Medium"/>
              <a:cs typeface="Franklin Gothic Medium"/>
            </a:endParaRPr>
          </a:p>
        </p:txBody>
      </p:sp>
      <p:sp>
        <p:nvSpPr>
          <p:cNvPr id="39" name="object 39"/>
          <p:cNvSpPr txBox="1"/>
          <p:nvPr/>
        </p:nvSpPr>
        <p:spPr>
          <a:xfrm>
            <a:off x="9586086" y="4789373"/>
            <a:ext cx="29337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No</a:t>
            </a:r>
            <a:endParaRPr sz="1800">
              <a:latin typeface="Franklin Gothic Medium"/>
              <a:cs typeface="Franklin Gothic Medium"/>
            </a:endParaRPr>
          </a:p>
        </p:txBody>
      </p:sp>
      <p:sp>
        <p:nvSpPr>
          <p:cNvPr id="40" name="object 40"/>
          <p:cNvSpPr txBox="1"/>
          <p:nvPr/>
        </p:nvSpPr>
        <p:spPr>
          <a:xfrm>
            <a:off x="8308340" y="5537098"/>
            <a:ext cx="361950" cy="299720"/>
          </a:xfrm>
          <a:prstGeom prst="rect">
            <a:avLst/>
          </a:prstGeom>
        </p:spPr>
        <p:txBody>
          <a:bodyPr vert="horz" wrap="square" lIns="0" tIns="12700" rIns="0" bIns="0" rtlCol="0">
            <a:spAutoFit/>
          </a:bodyPr>
          <a:lstStyle/>
          <a:p>
            <a:pPr marL="12700">
              <a:lnSpc>
                <a:spcPct val="100000"/>
              </a:lnSpc>
              <a:spcBef>
                <a:spcPts val="100"/>
              </a:spcBef>
            </a:pPr>
            <a:r>
              <a:rPr sz="1800" spc="-95" dirty="0">
                <a:latin typeface="Franklin Gothic Medium"/>
                <a:cs typeface="Franklin Gothic Medium"/>
              </a:rPr>
              <a:t>Y</a:t>
            </a:r>
            <a:r>
              <a:rPr sz="1800" spc="-5" dirty="0">
                <a:latin typeface="Franklin Gothic Medium"/>
                <a:cs typeface="Franklin Gothic Medium"/>
              </a:rPr>
              <a:t>es</a:t>
            </a:r>
            <a:endParaRPr sz="1800">
              <a:latin typeface="Franklin Gothic Medium"/>
              <a:cs typeface="Franklin Gothic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237845" y="183007"/>
            <a:ext cx="7280909"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C00000"/>
                </a:solidFill>
                <a:latin typeface="Franklin Gothic Medium"/>
                <a:cs typeface="Franklin Gothic Medium"/>
              </a:rPr>
              <a:t>Art</a:t>
            </a:r>
            <a:r>
              <a:rPr sz="2400" spc="-2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of</a:t>
            </a:r>
            <a:r>
              <a:rPr sz="2400" spc="-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Programming</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through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Algorithms</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and</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Flowcharts</a:t>
            </a:r>
            <a:endParaRPr sz="2400">
              <a:latin typeface="Franklin Gothic Medium"/>
              <a:cs typeface="Franklin Gothic Medium"/>
            </a:endParaRPr>
          </a:p>
        </p:txBody>
      </p:sp>
      <p:sp>
        <p:nvSpPr>
          <p:cNvPr id="7" name="object 7"/>
          <p:cNvSpPr txBox="1"/>
          <p:nvPr/>
        </p:nvSpPr>
        <p:spPr>
          <a:xfrm>
            <a:off x="315874" y="1135126"/>
            <a:ext cx="11378565" cy="30746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Do</a:t>
            </a:r>
            <a:r>
              <a:rPr sz="2000" spc="-35"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it</a:t>
            </a:r>
            <a:r>
              <a:rPr sz="2000" spc="-4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yourself</a:t>
            </a:r>
            <a:endParaRPr sz="2000" dirty="0">
              <a:latin typeface="Franklin Gothic Medium"/>
              <a:cs typeface="Franklin Gothic Medium"/>
            </a:endParaRPr>
          </a:p>
          <a:p>
            <a:pPr>
              <a:lnSpc>
                <a:spcPct val="100000"/>
              </a:lnSpc>
            </a:pPr>
            <a:endParaRPr sz="2200" dirty="0">
              <a:latin typeface="Franklin Gothic Medium"/>
              <a:cs typeface="Franklin Gothic Medium"/>
            </a:endParaRPr>
          </a:p>
          <a:p>
            <a:pPr>
              <a:lnSpc>
                <a:spcPct val="100000"/>
              </a:lnSpc>
              <a:spcBef>
                <a:spcPts val="40"/>
              </a:spcBef>
            </a:pPr>
            <a:endParaRPr sz="2000" dirty="0">
              <a:latin typeface="Franklin Gothic Medium"/>
              <a:cs typeface="Franklin Gothic Medium"/>
            </a:endParaRPr>
          </a:p>
          <a:p>
            <a:pPr marL="355600" indent="-342900">
              <a:lnSpc>
                <a:spcPct val="100000"/>
              </a:lnSpc>
              <a:buAutoNum type="arabicPeriod"/>
              <a:tabLst>
                <a:tab pos="354965" algn="l"/>
                <a:tab pos="355600" algn="l"/>
              </a:tabLst>
            </a:pPr>
            <a:r>
              <a:rPr sz="2000" spc="-15" dirty="0">
                <a:latin typeface="Franklin Gothic Medium"/>
                <a:cs typeface="Franklin Gothic Medium"/>
              </a:rPr>
              <a:t>Write </a:t>
            </a:r>
            <a:r>
              <a:rPr sz="2000" dirty="0">
                <a:latin typeface="Franklin Gothic Medium"/>
                <a:cs typeface="Franklin Gothic Medium"/>
              </a:rPr>
              <a:t>algorithm</a:t>
            </a:r>
            <a:r>
              <a:rPr sz="2000" spc="-20" dirty="0">
                <a:latin typeface="Franklin Gothic Medium"/>
                <a:cs typeface="Franklin Gothic Medium"/>
              </a:rPr>
              <a:t> </a:t>
            </a:r>
            <a:r>
              <a:rPr sz="2000" spc="-5" dirty="0">
                <a:latin typeface="Franklin Gothic Medium"/>
                <a:cs typeface="Franklin Gothic Medium"/>
              </a:rPr>
              <a:t>and</a:t>
            </a:r>
            <a:r>
              <a:rPr sz="2000" spc="5" dirty="0">
                <a:latin typeface="Franklin Gothic Medium"/>
                <a:cs typeface="Franklin Gothic Medium"/>
              </a:rPr>
              <a:t> </a:t>
            </a:r>
            <a:r>
              <a:rPr sz="2000" dirty="0">
                <a:latin typeface="Franklin Gothic Medium"/>
                <a:cs typeface="Franklin Gothic Medium"/>
              </a:rPr>
              <a:t>flowchart</a:t>
            </a:r>
            <a:r>
              <a:rPr sz="2000" spc="-5" dirty="0">
                <a:latin typeface="Franklin Gothic Medium"/>
                <a:cs typeface="Franklin Gothic Medium"/>
              </a:rPr>
              <a:t> </a:t>
            </a:r>
            <a:r>
              <a:rPr sz="2000" spc="-20" dirty="0">
                <a:latin typeface="Franklin Gothic Medium"/>
                <a:cs typeface="Franklin Gothic Medium"/>
              </a:rPr>
              <a:t>to</a:t>
            </a:r>
            <a:r>
              <a:rPr sz="2000" spc="15" dirty="0">
                <a:latin typeface="Franklin Gothic Medium"/>
                <a:cs typeface="Franklin Gothic Medium"/>
              </a:rPr>
              <a:t> </a:t>
            </a:r>
            <a:r>
              <a:rPr sz="2000" spc="-5" dirty="0">
                <a:latin typeface="Franklin Gothic Medium"/>
                <a:cs typeface="Franklin Gothic Medium"/>
              </a:rPr>
              <a:t>input </a:t>
            </a:r>
            <a:r>
              <a:rPr sz="2000" dirty="0">
                <a:latin typeface="Franklin Gothic Medium"/>
                <a:cs typeface="Franklin Gothic Medium"/>
              </a:rPr>
              <a:t>radius</a:t>
            </a:r>
            <a:r>
              <a:rPr sz="2000" spc="-5" dirty="0">
                <a:latin typeface="Franklin Gothic Medium"/>
                <a:cs typeface="Franklin Gothic Medium"/>
              </a:rPr>
              <a:t> </a:t>
            </a:r>
            <a:r>
              <a:rPr sz="2000" dirty="0">
                <a:latin typeface="Franklin Gothic Medium"/>
                <a:cs typeface="Franklin Gothic Medium"/>
              </a:rPr>
              <a:t>of</a:t>
            </a:r>
            <a:r>
              <a:rPr sz="2000" spc="5" dirty="0">
                <a:latin typeface="Franklin Gothic Medium"/>
                <a:cs typeface="Franklin Gothic Medium"/>
              </a:rPr>
              <a:t> </a:t>
            </a:r>
            <a:r>
              <a:rPr sz="2000" dirty="0">
                <a:latin typeface="Franklin Gothic Medium"/>
                <a:cs typeface="Franklin Gothic Medium"/>
              </a:rPr>
              <a:t>a</a:t>
            </a:r>
            <a:r>
              <a:rPr sz="2000" spc="-5" dirty="0">
                <a:latin typeface="Franklin Gothic Medium"/>
                <a:cs typeface="Franklin Gothic Medium"/>
              </a:rPr>
              <a:t> </a:t>
            </a:r>
            <a:r>
              <a:rPr sz="2000" dirty="0">
                <a:latin typeface="Franklin Gothic Medium"/>
                <a:cs typeface="Franklin Gothic Medium"/>
              </a:rPr>
              <a:t>circle,</a:t>
            </a:r>
            <a:r>
              <a:rPr sz="2000" spc="10" dirty="0">
                <a:latin typeface="Franklin Gothic Medium"/>
                <a:cs typeface="Franklin Gothic Medium"/>
              </a:rPr>
              <a:t> </a:t>
            </a:r>
            <a:r>
              <a:rPr sz="2000" spc="-5" dirty="0">
                <a:latin typeface="Franklin Gothic Medium"/>
                <a:cs typeface="Franklin Gothic Medium"/>
              </a:rPr>
              <a:t>find</a:t>
            </a:r>
            <a:r>
              <a:rPr sz="2000" spc="5" dirty="0">
                <a:latin typeface="Franklin Gothic Medium"/>
                <a:cs typeface="Franklin Gothic Medium"/>
              </a:rPr>
              <a:t> </a:t>
            </a:r>
            <a:r>
              <a:rPr sz="2000" dirty="0">
                <a:latin typeface="Franklin Gothic Medium"/>
                <a:cs typeface="Franklin Gothic Medium"/>
              </a:rPr>
              <a:t>the </a:t>
            </a:r>
            <a:r>
              <a:rPr sz="2000" spc="-5" dirty="0">
                <a:latin typeface="Franklin Gothic Medium"/>
                <a:cs typeface="Franklin Gothic Medium"/>
              </a:rPr>
              <a:t>area</a:t>
            </a:r>
            <a:r>
              <a:rPr sz="2000" spc="-20" dirty="0">
                <a:latin typeface="Franklin Gothic Medium"/>
                <a:cs typeface="Franklin Gothic Medium"/>
              </a:rPr>
              <a:t> </a:t>
            </a:r>
            <a:r>
              <a:rPr sz="2000" spc="-5" dirty="0">
                <a:latin typeface="Franklin Gothic Medium"/>
                <a:cs typeface="Franklin Gothic Medium"/>
              </a:rPr>
              <a:t>and</a:t>
            </a:r>
            <a:r>
              <a:rPr sz="2000" spc="10" dirty="0">
                <a:latin typeface="Franklin Gothic Medium"/>
                <a:cs typeface="Franklin Gothic Medium"/>
              </a:rPr>
              <a:t> </a:t>
            </a:r>
            <a:r>
              <a:rPr sz="2000" spc="-5" dirty="0">
                <a:latin typeface="Franklin Gothic Medium"/>
                <a:cs typeface="Franklin Gothic Medium"/>
              </a:rPr>
              <a:t>circumference</a:t>
            </a:r>
            <a:r>
              <a:rPr sz="2000" spc="-10" dirty="0">
                <a:latin typeface="Franklin Gothic Medium"/>
                <a:cs typeface="Franklin Gothic Medium"/>
              </a:rPr>
              <a:t> </a:t>
            </a:r>
            <a:r>
              <a:rPr sz="2000" dirty="0">
                <a:latin typeface="Franklin Gothic Medium"/>
                <a:cs typeface="Franklin Gothic Medium"/>
              </a:rPr>
              <a:t>of</a:t>
            </a:r>
            <a:r>
              <a:rPr sz="2000" spc="5" dirty="0">
                <a:latin typeface="Franklin Gothic Medium"/>
                <a:cs typeface="Franklin Gothic Medium"/>
              </a:rPr>
              <a:t> </a:t>
            </a:r>
            <a:r>
              <a:rPr sz="2000" dirty="0">
                <a:latin typeface="Franklin Gothic Medium"/>
                <a:cs typeface="Franklin Gothic Medium"/>
              </a:rPr>
              <a:t>the </a:t>
            </a:r>
            <a:r>
              <a:rPr sz="2000" spc="-5" dirty="0">
                <a:latin typeface="Franklin Gothic Medium"/>
                <a:cs typeface="Franklin Gothic Medium"/>
              </a:rPr>
              <a:t>circle.</a:t>
            </a:r>
            <a:endParaRPr sz="2000" dirty="0">
              <a:latin typeface="Franklin Gothic Medium"/>
              <a:cs typeface="Franklin Gothic Medium"/>
            </a:endParaRPr>
          </a:p>
          <a:p>
            <a:pPr marL="355600" indent="-342900">
              <a:lnSpc>
                <a:spcPct val="100000"/>
              </a:lnSpc>
              <a:spcBef>
                <a:spcPts val="1200"/>
              </a:spcBef>
              <a:buAutoNum type="arabicPeriod"/>
              <a:tabLst>
                <a:tab pos="354965" algn="l"/>
                <a:tab pos="355600" algn="l"/>
              </a:tabLst>
            </a:pPr>
            <a:r>
              <a:rPr sz="2000" spc="-15" dirty="0">
                <a:latin typeface="Franklin Gothic Medium"/>
                <a:cs typeface="Franklin Gothic Medium"/>
              </a:rPr>
              <a:t>Write </a:t>
            </a:r>
            <a:r>
              <a:rPr sz="2000" dirty="0">
                <a:latin typeface="Franklin Gothic Medium"/>
                <a:cs typeface="Franklin Gothic Medium"/>
              </a:rPr>
              <a:t>algorithm</a:t>
            </a:r>
            <a:r>
              <a:rPr sz="2000" spc="-20" dirty="0">
                <a:latin typeface="Franklin Gothic Medium"/>
                <a:cs typeface="Franklin Gothic Medium"/>
              </a:rPr>
              <a:t> </a:t>
            </a:r>
            <a:r>
              <a:rPr sz="2000" spc="-5" dirty="0">
                <a:latin typeface="Franklin Gothic Medium"/>
                <a:cs typeface="Franklin Gothic Medium"/>
              </a:rPr>
              <a:t>and</a:t>
            </a:r>
            <a:r>
              <a:rPr sz="2000" spc="5" dirty="0">
                <a:latin typeface="Franklin Gothic Medium"/>
                <a:cs typeface="Franklin Gothic Medium"/>
              </a:rPr>
              <a:t> </a:t>
            </a:r>
            <a:r>
              <a:rPr sz="2000" dirty="0">
                <a:latin typeface="Franklin Gothic Medium"/>
                <a:cs typeface="Franklin Gothic Medium"/>
              </a:rPr>
              <a:t>flowchart</a:t>
            </a:r>
            <a:r>
              <a:rPr sz="2000" spc="-5" dirty="0">
                <a:latin typeface="Franklin Gothic Medium"/>
                <a:cs typeface="Franklin Gothic Medium"/>
              </a:rPr>
              <a:t> </a:t>
            </a:r>
            <a:r>
              <a:rPr sz="2000" spc="-20" dirty="0">
                <a:latin typeface="Franklin Gothic Medium"/>
                <a:cs typeface="Franklin Gothic Medium"/>
              </a:rPr>
              <a:t>to</a:t>
            </a:r>
            <a:r>
              <a:rPr sz="2000" spc="10" dirty="0">
                <a:latin typeface="Franklin Gothic Medium"/>
                <a:cs typeface="Franklin Gothic Medium"/>
              </a:rPr>
              <a:t> </a:t>
            </a:r>
            <a:r>
              <a:rPr sz="2000" spc="-5" dirty="0">
                <a:latin typeface="Franklin Gothic Medium"/>
                <a:cs typeface="Franklin Gothic Medium"/>
              </a:rPr>
              <a:t>find</a:t>
            </a:r>
            <a:r>
              <a:rPr sz="2000" spc="5" dirty="0">
                <a:latin typeface="Franklin Gothic Medium"/>
                <a:cs typeface="Franklin Gothic Medium"/>
              </a:rPr>
              <a:t> </a:t>
            </a:r>
            <a:r>
              <a:rPr sz="2000" spc="-15" dirty="0">
                <a:latin typeface="Franklin Gothic Medium"/>
                <a:cs typeface="Franklin Gothic Medium"/>
              </a:rPr>
              <a:t>total</a:t>
            </a:r>
            <a:r>
              <a:rPr sz="2000" dirty="0">
                <a:latin typeface="Franklin Gothic Medium"/>
                <a:cs typeface="Franklin Gothic Medium"/>
              </a:rPr>
              <a:t> </a:t>
            </a:r>
            <a:r>
              <a:rPr sz="2000" spc="-5" dirty="0">
                <a:latin typeface="Franklin Gothic Medium"/>
                <a:cs typeface="Franklin Gothic Medium"/>
              </a:rPr>
              <a:t>and </a:t>
            </a:r>
            <a:r>
              <a:rPr sz="2000" spc="-10" dirty="0">
                <a:latin typeface="Franklin Gothic Medium"/>
                <a:cs typeface="Franklin Gothic Medium"/>
              </a:rPr>
              <a:t>average</a:t>
            </a:r>
            <a:r>
              <a:rPr sz="2000" spc="-25" dirty="0">
                <a:latin typeface="Franklin Gothic Medium"/>
                <a:cs typeface="Franklin Gothic Medium"/>
              </a:rPr>
              <a:t> </a:t>
            </a:r>
            <a:r>
              <a:rPr sz="2000" dirty="0">
                <a:latin typeface="Franklin Gothic Medium"/>
                <a:cs typeface="Franklin Gothic Medium"/>
              </a:rPr>
              <a:t>of</a:t>
            </a:r>
            <a:r>
              <a:rPr sz="2000" spc="20" dirty="0">
                <a:latin typeface="Franklin Gothic Medium"/>
                <a:cs typeface="Franklin Gothic Medium"/>
              </a:rPr>
              <a:t> </a:t>
            </a:r>
            <a:r>
              <a:rPr sz="2000" spc="-5" dirty="0">
                <a:latin typeface="Franklin Gothic Medium"/>
                <a:cs typeface="Franklin Gothic Medium"/>
              </a:rPr>
              <a:t>five</a:t>
            </a:r>
            <a:r>
              <a:rPr sz="2000" spc="-15" dirty="0">
                <a:latin typeface="Franklin Gothic Medium"/>
                <a:cs typeface="Franklin Gothic Medium"/>
              </a:rPr>
              <a:t> </a:t>
            </a:r>
            <a:r>
              <a:rPr sz="2000" dirty="0">
                <a:latin typeface="Franklin Gothic Medium"/>
                <a:cs typeface="Franklin Gothic Medium"/>
              </a:rPr>
              <a:t>numbers</a:t>
            </a:r>
            <a:r>
              <a:rPr sz="2000" spc="-5" dirty="0">
                <a:latin typeface="Franklin Gothic Medium"/>
                <a:cs typeface="Franklin Gothic Medium"/>
              </a:rPr>
              <a:t> </a:t>
            </a:r>
            <a:r>
              <a:rPr sz="2000" spc="-10" dirty="0">
                <a:latin typeface="Franklin Gothic Medium"/>
                <a:cs typeface="Franklin Gothic Medium"/>
              </a:rPr>
              <a:t>taken </a:t>
            </a:r>
            <a:r>
              <a:rPr sz="2000" dirty="0">
                <a:latin typeface="Franklin Gothic Medium"/>
                <a:cs typeface="Franklin Gothic Medium"/>
              </a:rPr>
              <a:t>as</a:t>
            </a:r>
            <a:r>
              <a:rPr sz="2000" spc="-5" dirty="0">
                <a:latin typeface="Franklin Gothic Medium"/>
                <a:cs typeface="Franklin Gothic Medium"/>
              </a:rPr>
              <a:t> input</a:t>
            </a:r>
            <a:r>
              <a:rPr sz="2000" dirty="0">
                <a:latin typeface="Franklin Gothic Medium"/>
                <a:cs typeface="Franklin Gothic Medium"/>
              </a:rPr>
              <a:t> </a:t>
            </a:r>
            <a:r>
              <a:rPr sz="2000" spc="-5" dirty="0">
                <a:latin typeface="Franklin Gothic Medium"/>
                <a:cs typeface="Franklin Gothic Medium"/>
              </a:rPr>
              <a:t>from</a:t>
            </a:r>
            <a:r>
              <a:rPr sz="2000" spc="10" dirty="0">
                <a:latin typeface="Franklin Gothic Medium"/>
                <a:cs typeface="Franklin Gothic Medium"/>
              </a:rPr>
              <a:t> </a:t>
            </a:r>
            <a:r>
              <a:rPr sz="2000" dirty="0">
                <a:latin typeface="Franklin Gothic Medium"/>
                <a:cs typeface="Franklin Gothic Medium"/>
              </a:rPr>
              <a:t>the </a:t>
            </a:r>
            <a:r>
              <a:rPr sz="2000" spc="-15" dirty="0">
                <a:latin typeface="Franklin Gothic Medium"/>
                <a:cs typeface="Franklin Gothic Medium"/>
              </a:rPr>
              <a:t>user.</a:t>
            </a:r>
            <a:endParaRPr sz="2000" dirty="0">
              <a:latin typeface="Franklin Gothic Medium"/>
              <a:cs typeface="Franklin Gothic Medium"/>
            </a:endParaRPr>
          </a:p>
          <a:p>
            <a:pPr marL="355600" indent="-342900">
              <a:lnSpc>
                <a:spcPct val="100000"/>
              </a:lnSpc>
              <a:spcBef>
                <a:spcPts val="1200"/>
              </a:spcBef>
              <a:buAutoNum type="arabicPeriod"/>
              <a:tabLst>
                <a:tab pos="354965" algn="l"/>
                <a:tab pos="355600" algn="l"/>
              </a:tabLst>
            </a:pPr>
            <a:r>
              <a:rPr sz="2000" spc="-15" dirty="0">
                <a:latin typeface="Franklin Gothic Medium"/>
                <a:cs typeface="Franklin Gothic Medium"/>
              </a:rPr>
              <a:t>Write</a:t>
            </a:r>
            <a:r>
              <a:rPr sz="2000" spc="-20" dirty="0">
                <a:latin typeface="Franklin Gothic Medium"/>
                <a:cs typeface="Franklin Gothic Medium"/>
              </a:rPr>
              <a:t> </a:t>
            </a:r>
            <a:r>
              <a:rPr sz="2000" dirty="0">
                <a:latin typeface="Franklin Gothic Medium"/>
                <a:cs typeface="Franklin Gothic Medium"/>
              </a:rPr>
              <a:t>algorithm</a:t>
            </a:r>
            <a:r>
              <a:rPr sz="2000" spc="-20" dirty="0">
                <a:latin typeface="Franklin Gothic Medium"/>
                <a:cs typeface="Franklin Gothic Medium"/>
              </a:rPr>
              <a:t> </a:t>
            </a:r>
            <a:r>
              <a:rPr sz="2000" spc="-5" dirty="0">
                <a:latin typeface="Franklin Gothic Medium"/>
                <a:cs typeface="Franklin Gothic Medium"/>
              </a:rPr>
              <a:t>and</a:t>
            </a:r>
            <a:r>
              <a:rPr sz="2000" spc="5" dirty="0">
                <a:latin typeface="Franklin Gothic Medium"/>
                <a:cs typeface="Franklin Gothic Medium"/>
              </a:rPr>
              <a:t> </a:t>
            </a:r>
            <a:r>
              <a:rPr sz="2000" dirty="0">
                <a:latin typeface="Franklin Gothic Medium"/>
                <a:cs typeface="Franklin Gothic Medium"/>
              </a:rPr>
              <a:t>flowchart</a:t>
            </a:r>
            <a:r>
              <a:rPr sz="2000" spc="-10" dirty="0">
                <a:latin typeface="Franklin Gothic Medium"/>
                <a:cs typeface="Franklin Gothic Medium"/>
              </a:rPr>
              <a:t> </a:t>
            </a:r>
            <a:r>
              <a:rPr sz="2000" spc="-20" dirty="0">
                <a:latin typeface="Franklin Gothic Medium"/>
                <a:cs typeface="Franklin Gothic Medium"/>
              </a:rPr>
              <a:t>to</a:t>
            </a:r>
            <a:r>
              <a:rPr sz="2000" spc="10" dirty="0">
                <a:latin typeface="Franklin Gothic Medium"/>
                <a:cs typeface="Franklin Gothic Medium"/>
              </a:rPr>
              <a:t> </a:t>
            </a:r>
            <a:r>
              <a:rPr sz="2000" spc="-5" dirty="0">
                <a:latin typeface="Franklin Gothic Medium"/>
                <a:cs typeface="Franklin Gothic Medium"/>
              </a:rPr>
              <a:t>input </a:t>
            </a:r>
            <a:r>
              <a:rPr sz="2000" dirty="0">
                <a:latin typeface="Franklin Gothic Medium"/>
                <a:cs typeface="Franklin Gothic Medium"/>
              </a:rPr>
              <a:t>an</a:t>
            </a:r>
            <a:r>
              <a:rPr sz="2000" spc="-5" dirty="0">
                <a:latin typeface="Franklin Gothic Medium"/>
                <a:cs typeface="Franklin Gothic Medium"/>
              </a:rPr>
              <a:t> integer</a:t>
            </a:r>
            <a:r>
              <a:rPr sz="2000" spc="-10" dirty="0">
                <a:latin typeface="Franklin Gothic Medium"/>
                <a:cs typeface="Franklin Gothic Medium"/>
              </a:rPr>
              <a:t> </a:t>
            </a:r>
            <a:r>
              <a:rPr sz="2000" dirty="0">
                <a:latin typeface="Franklin Gothic Medium"/>
                <a:cs typeface="Franklin Gothic Medium"/>
              </a:rPr>
              <a:t>n </a:t>
            </a:r>
            <a:r>
              <a:rPr sz="2000" spc="-5" dirty="0">
                <a:latin typeface="Franklin Gothic Medium"/>
                <a:cs typeface="Franklin Gothic Medium"/>
              </a:rPr>
              <a:t>and </a:t>
            </a:r>
            <a:r>
              <a:rPr sz="2000" spc="5" dirty="0">
                <a:latin typeface="Franklin Gothic Medium"/>
                <a:cs typeface="Franklin Gothic Medium"/>
              </a:rPr>
              <a:t>check</a:t>
            </a:r>
            <a:r>
              <a:rPr sz="2000" spc="-5" dirty="0">
                <a:latin typeface="Franklin Gothic Medium"/>
                <a:cs typeface="Franklin Gothic Medium"/>
              </a:rPr>
              <a:t> </a:t>
            </a:r>
            <a:r>
              <a:rPr sz="2000" dirty="0">
                <a:latin typeface="Franklin Gothic Medium"/>
                <a:cs typeface="Franklin Gothic Medium"/>
              </a:rPr>
              <a:t>whether</a:t>
            </a:r>
            <a:r>
              <a:rPr sz="2000" spc="-25" dirty="0">
                <a:latin typeface="Franklin Gothic Medium"/>
                <a:cs typeface="Franklin Gothic Medium"/>
              </a:rPr>
              <a:t> </a:t>
            </a:r>
            <a:r>
              <a:rPr sz="2000" dirty="0">
                <a:latin typeface="Franklin Gothic Medium"/>
                <a:cs typeface="Franklin Gothic Medium"/>
              </a:rPr>
              <a:t>it</a:t>
            </a:r>
            <a:r>
              <a:rPr sz="2000" spc="5" dirty="0">
                <a:latin typeface="Franklin Gothic Medium"/>
                <a:cs typeface="Franklin Gothic Medium"/>
              </a:rPr>
              <a:t> </a:t>
            </a:r>
            <a:r>
              <a:rPr sz="2000" dirty="0">
                <a:latin typeface="Franklin Gothic Medium"/>
                <a:cs typeface="Franklin Gothic Medium"/>
              </a:rPr>
              <a:t>is</a:t>
            </a:r>
            <a:r>
              <a:rPr sz="2000" spc="-5" dirty="0">
                <a:latin typeface="Franklin Gothic Medium"/>
                <a:cs typeface="Franklin Gothic Medium"/>
              </a:rPr>
              <a:t> </a:t>
            </a:r>
            <a:r>
              <a:rPr sz="2000" dirty="0">
                <a:latin typeface="Franklin Gothic Medium"/>
                <a:cs typeface="Franklin Gothic Medium"/>
              </a:rPr>
              <a:t>odd or</a:t>
            </a:r>
            <a:r>
              <a:rPr sz="2000" spc="-5" dirty="0">
                <a:latin typeface="Franklin Gothic Medium"/>
                <a:cs typeface="Franklin Gothic Medium"/>
              </a:rPr>
              <a:t> </a:t>
            </a:r>
            <a:r>
              <a:rPr sz="2000" spc="-10" dirty="0">
                <a:latin typeface="Franklin Gothic Medium"/>
                <a:cs typeface="Franklin Gothic Medium"/>
              </a:rPr>
              <a:t>even.</a:t>
            </a:r>
            <a:endParaRPr sz="2000" dirty="0">
              <a:latin typeface="Franklin Gothic Medium"/>
              <a:cs typeface="Franklin Gothic Medium"/>
            </a:endParaRPr>
          </a:p>
          <a:p>
            <a:pPr marL="355600" indent="-342900">
              <a:lnSpc>
                <a:spcPct val="100000"/>
              </a:lnSpc>
              <a:spcBef>
                <a:spcPts val="1200"/>
              </a:spcBef>
              <a:buAutoNum type="arabicPeriod"/>
              <a:tabLst>
                <a:tab pos="354965" algn="l"/>
                <a:tab pos="355600" algn="l"/>
              </a:tabLst>
            </a:pPr>
            <a:r>
              <a:rPr sz="2000" spc="-15" dirty="0">
                <a:latin typeface="Franklin Gothic Medium"/>
                <a:cs typeface="Franklin Gothic Medium"/>
              </a:rPr>
              <a:t>Write</a:t>
            </a:r>
            <a:r>
              <a:rPr sz="2000" spc="-20" dirty="0">
                <a:latin typeface="Franklin Gothic Medium"/>
                <a:cs typeface="Franklin Gothic Medium"/>
              </a:rPr>
              <a:t> </a:t>
            </a:r>
            <a:r>
              <a:rPr sz="2000" dirty="0">
                <a:latin typeface="Franklin Gothic Medium"/>
                <a:cs typeface="Franklin Gothic Medium"/>
              </a:rPr>
              <a:t>algorithm</a:t>
            </a:r>
            <a:r>
              <a:rPr sz="2000" spc="-20" dirty="0">
                <a:latin typeface="Franklin Gothic Medium"/>
                <a:cs typeface="Franklin Gothic Medium"/>
              </a:rPr>
              <a:t> </a:t>
            </a:r>
            <a:r>
              <a:rPr sz="2000" spc="-5" dirty="0">
                <a:latin typeface="Franklin Gothic Medium"/>
                <a:cs typeface="Franklin Gothic Medium"/>
              </a:rPr>
              <a:t>and</a:t>
            </a:r>
            <a:r>
              <a:rPr sz="2000" dirty="0">
                <a:latin typeface="Franklin Gothic Medium"/>
                <a:cs typeface="Franklin Gothic Medium"/>
              </a:rPr>
              <a:t> flowchart</a:t>
            </a:r>
            <a:r>
              <a:rPr sz="2000" spc="-5" dirty="0">
                <a:latin typeface="Franklin Gothic Medium"/>
                <a:cs typeface="Franklin Gothic Medium"/>
              </a:rPr>
              <a:t> </a:t>
            </a:r>
            <a:r>
              <a:rPr sz="2000" spc="-20" dirty="0">
                <a:latin typeface="Franklin Gothic Medium"/>
                <a:cs typeface="Franklin Gothic Medium"/>
              </a:rPr>
              <a:t>to</a:t>
            </a:r>
            <a:r>
              <a:rPr sz="2000" spc="5" dirty="0">
                <a:latin typeface="Franklin Gothic Medium"/>
                <a:cs typeface="Franklin Gothic Medium"/>
              </a:rPr>
              <a:t> </a:t>
            </a:r>
            <a:r>
              <a:rPr sz="2000" spc="-5" dirty="0">
                <a:latin typeface="Franklin Gothic Medium"/>
                <a:cs typeface="Franklin Gothic Medium"/>
              </a:rPr>
              <a:t>find</a:t>
            </a:r>
            <a:r>
              <a:rPr sz="2000" dirty="0">
                <a:latin typeface="Franklin Gothic Medium"/>
                <a:cs typeface="Franklin Gothic Medium"/>
              </a:rPr>
              <a:t> </a:t>
            </a:r>
            <a:r>
              <a:rPr sz="2000" spc="-5" dirty="0">
                <a:latin typeface="Franklin Gothic Medium"/>
                <a:cs typeface="Franklin Gothic Medium"/>
              </a:rPr>
              <a:t>maximum</a:t>
            </a:r>
            <a:r>
              <a:rPr sz="2000" spc="-20" dirty="0">
                <a:latin typeface="Franklin Gothic Medium"/>
                <a:cs typeface="Franklin Gothic Medium"/>
              </a:rPr>
              <a:t> </a:t>
            </a:r>
            <a:r>
              <a:rPr sz="2000" dirty="0">
                <a:latin typeface="Franklin Gothic Medium"/>
                <a:cs typeface="Franklin Gothic Medium"/>
              </a:rPr>
              <a:t>of</a:t>
            </a:r>
            <a:r>
              <a:rPr sz="2000" spc="5" dirty="0">
                <a:latin typeface="Franklin Gothic Medium"/>
                <a:cs typeface="Franklin Gothic Medium"/>
              </a:rPr>
              <a:t> </a:t>
            </a:r>
            <a:r>
              <a:rPr sz="2000" spc="-5" dirty="0">
                <a:latin typeface="Franklin Gothic Medium"/>
                <a:cs typeface="Franklin Gothic Medium"/>
              </a:rPr>
              <a:t>two</a:t>
            </a:r>
            <a:r>
              <a:rPr sz="2000" dirty="0">
                <a:latin typeface="Franklin Gothic Medium"/>
                <a:cs typeface="Franklin Gothic Medium"/>
              </a:rPr>
              <a:t> numbers</a:t>
            </a:r>
            <a:r>
              <a:rPr sz="2000" spc="-5" dirty="0">
                <a:latin typeface="Franklin Gothic Medium"/>
                <a:cs typeface="Franklin Gothic Medium"/>
              </a:rPr>
              <a:t> input </a:t>
            </a:r>
            <a:r>
              <a:rPr sz="2000" spc="-15" dirty="0">
                <a:latin typeface="Franklin Gothic Medium"/>
                <a:cs typeface="Franklin Gothic Medium"/>
              </a:rPr>
              <a:t>by</a:t>
            </a:r>
            <a:r>
              <a:rPr sz="2000" spc="-5" dirty="0">
                <a:latin typeface="Franklin Gothic Medium"/>
                <a:cs typeface="Franklin Gothic Medium"/>
              </a:rPr>
              <a:t> </a:t>
            </a:r>
            <a:r>
              <a:rPr sz="2000" dirty="0">
                <a:latin typeface="Franklin Gothic Medium"/>
                <a:cs typeface="Franklin Gothic Medium"/>
              </a:rPr>
              <a:t>the </a:t>
            </a:r>
            <a:r>
              <a:rPr sz="2000" spc="-15" dirty="0">
                <a:latin typeface="Franklin Gothic Medium"/>
                <a:cs typeface="Franklin Gothic Medium"/>
              </a:rPr>
              <a:t>user.</a:t>
            </a:r>
            <a:endParaRPr sz="2000" dirty="0">
              <a:latin typeface="Franklin Gothic Medium"/>
              <a:cs typeface="Franklin Gothic Medium"/>
            </a:endParaRPr>
          </a:p>
          <a:p>
            <a:pPr marL="355600" indent="-342900">
              <a:lnSpc>
                <a:spcPct val="100000"/>
              </a:lnSpc>
              <a:spcBef>
                <a:spcPts val="1200"/>
              </a:spcBef>
              <a:buAutoNum type="arabicPeriod"/>
              <a:tabLst>
                <a:tab pos="354965" algn="l"/>
                <a:tab pos="355600" algn="l"/>
              </a:tabLst>
            </a:pPr>
            <a:r>
              <a:rPr sz="2000" spc="-15" dirty="0">
                <a:latin typeface="Franklin Gothic Medium"/>
                <a:cs typeface="Franklin Gothic Medium"/>
              </a:rPr>
              <a:t>Write</a:t>
            </a:r>
            <a:r>
              <a:rPr sz="2000" spc="-20" dirty="0">
                <a:latin typeface="Franklin Gothic Medium"/>
                <a:cs typeface="Franklin Gothic Medium"/>
              </a:rPr>
              <a:t> </a:t>
            </a:r>
            <a:r>
              <a:rPr sz="2000" dirty="0">
                <a:latin typeface="Franklin Gothic Medium"/>
                <a:cs typeface="Franklin Gothic Medium"/>
              </a:rPr>
              <a:t>algorithm</a:t>
            </a:r>
            <a:r>
              <a:rPr sz="2000" spc="-25" dirty="0">
                <a:latin typeface="Franklin Gothic Medium"/>
                <a:cs typeface="Franklin Gothic Medium"/>
              </a:rPr>
              <a:t> </a:t>
            </a:r>
            <a:r>
              <a:rPr sz="2000" spc="-5" dirty="0">
                <a:latin typeface="Franklin Gothic Medium"/>
                <a:cs typeface="Franklin Gothic Medium"/>
              </a:rPr>
              <a:t>and</a:t>
            </a:r>
            <a:r>
              <a:rPr sz="2000" dirty="0">
                <a:latin typeface="Franklin Gothic Medium"/>
                <a:cs typeface="Franklin Gothic Medium"/>
              </a:rPr>
              <a:t> flowchart</a:t>
            </a:r>
            <a:r>
              <a:rPr sz="2000" spc="-5" dirty="0">
                <a:latin typeface="Franklin Gothic Medium"/>
                <a:cs typeface="Franklin Gothic Medium"/>
              </a:rPr>
              <a:t> </a:t>
            </a:r>
            <a:r>
              <a:rPr sz="2000" spc="-20" dirty="0">
                <a:latin typeface="Franklin Gothic Medium"/>
                <a:cs typeface="Franklin Gothic Medium"/>
              </a:rPr>
              <a:t>to</a:t>
            </a:r>
            <a:r>
              <a:rPr sz="2000" dirty="0">
                <a:latin typeface="Franklin Gothic Medium"/>
                <a:cs typeface="Franklin Gothic Medium"/>
              </a:rPr>
              <a:t> </a:t>
            </a:r>
            <a:r>
              <a:rPr sz="2000" spc="-5" dirty="0">
                <a:latin typeface="Franklin Gothic Medium"/>
                <a:cs typeface="Franklin Gothic Medium"/>
              </a:rPr>
              <a:t>generate</a:t>
            </a:r>
            <a:r>
              <a:rPr sz="2000" spc="-20" dirty="0">
                <a:latin typeface="Franklin Gothic Medium"/>
                <a:cs typeface="Franklin Gothic Medium"/>
              </a:rPr>
              <a:t> </a:t>
            </a:r>
            <a:r>
              <a:rPr sz="2000" dirty="0">
                <a:latin typeface="Franklin Gothic Medium"/>
                <a:cs typeface="Franklin Gothic Medium"/>
              </a:rPr>
              <a:t>numbers</a:t>
            </a:r>
            <a:r>
              <a:rPr sz="2000" spc="-5" dirty="0">
                <a:latin typeface="Franklin Gothic Medium"/>
                <a:cs typeface="Franklin Gothic Medium"/>
              </a:rPr>
              <a:t> from</a:t>
            </a:r>
            <a:r>
              <a:rPr sz="2000" spc="-10" dirty="0">
                <a:latin typeface="Franklin Gothic Medium"/>
                <a:cs typeface="Franklin Gothic Medium"/>
              </a:rPr>
              <a:t> </a:t>
            </a:r>
            <a:r>
              <a:rPr sz="2000" spc="-15" dirty="0">
                <a:latin typeface="Franklin Gothic Medium"/>
                <a:cs typeface="Franklin Gothic Medium"/>
              </a:rPr>
              <a:t>10</a:t>
            </a:r>
            <a:r>
              <a:rPr sz="2000" spc="-5" dirty="0">
                <a:latin typeface="Franklin Gothic Medium"/>
                <a:cs typeface="Franklin Gothic Medium"/>
              </a:rPr>
              <a:t> </a:t>
            </a:r>
            <a:r>
              <a:rPr sz="2000" spc="-15" dirty="0">
                <a:latin typeface="Franklin Gothic Medium"/>
                <a:cs typeface="Franklin Gothic Medium"/>
              </a:rPr>
              <a:t>to</a:t>
            </a:r>
            <a:r>
              <a:rPr sz="2000" spc="5" dirty="0">
                <a:latin typeface="Franklin Gothic Medium"/>
                <a:cs typeface="Franklin Gothic Medium"/>
              </a:rPr>
              <a:t> </a:t>
            </a:r>
            <a:r>
              <a:rPr sz="2000" spc="-10" dirty="0">
                <a:latin typeface="Franklin Gothic Medium"/>
                <a:cs typeface="Franklin Gothic Medium"/>
              </a:rPr>
              <a:t>100.</a:t>
            </a:r>
            <a:endParaRPr sz="2000" dirty="0">
              <a:latin typeface="Franklin Gothic Medium"/>
              <a:cs typeface="Franklin Gothic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34411" y="950975"/>
            <a:ext cx="7639811" cy="4000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4479925" cy="391160"/>
          </a:xfrm>
          <a:prstGeom prst="rect">
            <a:avLst/>
          </a:prstGeom>
        </p:spPr>
        <p:txBody>
          <a:bodyPr vert="horz" wrap="square" lIns="0" tIns="12700" rIns="0" bIns="0" rtlCol="0">
            <a:spAutoFit/>
          </a:bodyPr>
          <a:lstStyle/>
          <a:p>
            <a:pPr marL="12700">
              <a:lnSpc>
                <a:spcPct val="100000"/>
              </a:lnSpc>
              <a:spcBef>
                <a:spcPts val="100"/>
              </a:spcBef>
            </a:pPr>
            <a:r>
              <a:rPr sz="2400" spc="5" dirty="0"/>
              <a:t>Basic</a:t>
            </a:r>
            <a:r>
              <a:rPr sz="2400" spc="-45" dirty="0"/>
              <a:t> </a:t>
            </a:r>
            <a:r>
              <a:rPr sz="2400" dirty="0"/>
              <a:t>Structure</a:t>
            </a:r>
            <a:r>
              <a:rPr sz="2400" spc="-30" dirty="0"/>
              <a:t> </a:t>
            </a:r>
            <a:r>
              <a:rPr sz="2400" spc="5" dirty="0"/>
              <a:t>of</a:t>
            </a:r>
            <a:r>
              <a:rPr sz="2400" spc="-20" dirty="0"/>
              <a:t> </a:t>
            </a:r>
            <a:r>
              <a:rPr sz="2400" dirty="0"/>
              <a:t>C</a:t>
            </a:r>
            <a:r>
              <a:rPr sz="2400" spc="-20" dirty="0"/>
              <a:t> </a:t>
            </a:r>
            <a:r>
              <a:rPr sz="2400" dirty="0"/>
              <a:t>Programming</a:t>
            </a:r>
          </a:p>
        </p:txBody>
      </p:sp>
      <p:sp>
        <p:nvSpPr>
          <p:cNvPr id="3" name="object 3"/>
          <p:cNvSpPr txBox="1"/>
          <p:nvPr/>
        </p:nvSpPr>
        <p:spPr>
          <a:xfrm>
            <a:off x="321563" y="713231"/>
            <a:ext cx="4395470" cy="368935"/>
          </a:xfrm>
          <a:prstGeom prst="rect">
            <a:avLst/>
          </a:prstGeom>
          <a:solidFill>
            <a:srgbClr val="FFC000"/>
          </a:solidFill>
          <a:ln w="9525">
            <a:solidFill>
              <a:srgbClr val="000000"/>
            </a:solidFill>
          </a:ln>
        </p:spPr>
        <p:txBody>
          <a:bodyPr vert="horz" wrap="square" lIns="0" tIns="39370" rIns="0" bIns="0" rtlCol="0">
            <a:spAutoFit/>
          </a:bodyPr>
          <a:lstStyle/>
          <a:p>
            <a:pPr marL="91440">
              <a:lnSpc>
                <a:spcPct val="100000"/>
              </a:lnSpc>
              <a:spcBef>
                <a:spcPts val="310"/>
              </a:spcBef>
            </a:pPr>
            <a:r>
              <a:rPr sz="1800" spc="-5" dirty="0">
                <a:latin typeface="Franklin Gothic Medium"/>
                <a:cs typeface="Franklin Gothic Medium"/>
              </a:rPr>
              <a:t>Documentation</a:t>
            </a:r>
            <a:r>
              <a:rPr sz="1800" spc="-40" dirty="0">
                <a:latin typeface="Franklin Gothic Medium"/>
                <a:cs typeface="Franklin Gothic Medium"/>
              </a:rPr>
              <a:t> </a:t>
            </a:r>
            <a:r>
              <a:rPr sz="1800" dirty="0">
                <a:latin typeface="Franklin Gothic Medium"/>
                <a:cs typeface="Franklin Gothic Medium"/>
              </a:rPr>
              <a:t>Section</a:t>
            </a:r>
            <a:endParaRPr sz="1800">
              <a:latin typeface="Franklin Gothic Medium"/>
              <a:cs typeface="Franklin Gothic Medium"/>
            </a:endParaRPr>
          </a:p>
        </p:txBody>
      </p:sp>
      <p:sp>
        <p:nvSpPr>
          <p:cNvPr id="4" name="object 4"/>
          <p:cNvSpPr txBox="1"/>
          <p:nvPr/>
        </p:nvSpPr>
        <p:spPr>
          <a:xfrm>
            <a:off x="321563" y="1178052"/>
            <a:ext cx="4395470" cy="368935"/>
          </a:xfrm>
          <a:prstGeom prst="rect">
            <a:avLst/>
          </a:prstGeom>
          <a:solidFill>
            <a:srgbClr val="5DD3FF"/>
          </a:solidFill>
          <a:ln w="9525">
            <a:solidFill>
              <a:srgbClr val="000000"/>
            </a:solidFill>
          </a:ln>
        </p:spPr>
        <p:txBody>
          <a:bodyPr vert="horz" wrap="square" lIns="0" tIns="39370" rIns="0" bIns="0" rtlCol="0">
            <a:spAutoFit/>
          </a:bodyPr>
          <a:lstStyle/>
          <a:p>
            <a:pPr marL="91440">
              <a:lnSpc>
                <a:spcPct val="100000"/>
              </a:lnSpc>
              <a:spcBef>
                <a:spcPts val="310"/>
              </a:spcBef>
            </a:pPr>
            <a:r>
              <a:rPr sz="1800" spc="-5" dirty="0">
                <a:latin typeface="Franklin Gothic Medium"/>
                <a:cs typeface="Franklin Gothic Medium"/>
              </a:rPr>
              <a:t>Preprocessor Directive</a:t>
            </a:r>
            <a:r>
              <a:rPr sz="1800" spc="-20" dirty="0">
                <a:latin typeface="Franklin Gothic Medium"/>
                <a:cs typeface="Franklin Gothic Medium"/>
              </a:rPr>
              <a:t> </a:t>
            </a:r>
            <a:r>
              <a:rPr sz="1800" spc="-5" dirty="0">
                <a:latin typeface="Franklin Gothic Medium"/>
                <a:cs typeface="Franklin Gothic Medium"/>
              </a:rPr>
              <a:t>Section</a:t>
            </a:r>
            <a:endParaRPr sz="1800">
              <a:latin typeface="Franklin Gothic Medium"/>
              <a:cs typeface="Franklin Gothic Medium"/>
            </a:endParaRPr>
          </a:p>
        </p:txBody>
      </p:sp>
      <p:sp>
        <p:nvSpPr>
          <p:cNvPr id="5" name="object 5"/>
          <p:cNvSpPr txBox="1"/>
          <p:nvPr/>
        </p:nvSpPr>
        <p:spPr>
          <a:xfrm>
            <a:off x="321563" y="1626107"/>
            <a:ext cx="4395470" cy="368935"/>
          </a:xfrm>
          <a:prstGeom prst="rect">
            <a:avLst/>
          </a:prstGeom>
          <a:solidFill>
            <a:srgbClr val="5DD3FF"/>
          </a:solidFill>
          <a:ln w="9525">
            <a:solidFill>
              <a:srgbClr val="000000"/>
            </a:solidFill>
          </a:ln>
        </p:spPr>
        <p:txBody>
          <a:bodyPr vert="horz" wrap="square" lIns="0" tIns="39370" rIns="0" bIns="0" rtlCol="0">
            <a:spAutoFit/>
          </a:bodyPr>
          <a:lstStyle/>
          <a:p>
            <a:pPr marL="91440">
              <a:lnSpc>
                <a:spcPct val="100000"/>
              </a:lnSpc>
              <a:spcBef>
                <a:spcPts val="310"/>
              </a:spcBef>
            </a:pPr>
            <a:r>
              <a:rPr sz="1800" dirty="0">
                <a:latin typeface="Franklin Gothic Medium"/>
                <a:cs typeface="Franklin Gothic Medium"/>
              </a:rPr>
              <a:t>Link</a:t>
            </a:r>
            <a:r>
              <a:rPr sz="1800" spc="-30" dirty="0">
                <a:latin typeface="Franklin Gothic Medium"/>
                <a:cs typeface="Franklin Gothic Medium"/>
              </a:rPr>
              <a:t> </a:t>
            </a:r>
            <a:r>
              <a:rPr sz="1800" spc="-5" dirty="0">
                <a:latin typeface="Franklin Gothic Medium"/>
                <a:cs typeface="Franklin Gothic Medium"/>
              </a:rPr>
              <a:t>Section</a:t>
            </a:r>
            <a:endParaRPr sz="1800">
              <a:latin typeface="Franklin Gothic Medium"/>
              <a:cs typeface="Franklin Gothic Medium"/>
            </a:endParaRPr>
          </a:p>
        </p:txBody>
      </p:sp>
      <p:sp>
        <p:nvSpPr>
          <p:cNvPr id="6" name="object 6"/>
          <p:cNvSpPr txBox="1"/>
          <p:nvPr/>
        </p:nvSpPr>
        <p:spPr>
          <a:xfrm>
            <a:off x="321563" y="2077211"/>
            <a:ext cx="4395470" cy="368935"/>
          </a:xfrm>
          <a:prstGeom prst="rect">
            <a:avLst/>
          </a:prstGeom>
          <a:solidFill>
            <a:srgbClr val="92D050"/>
          </a:solidFill>
          <a:ln w="9525">
            <a:solidFill>
              <a:srgbClr val="000000"/>
            </a:solidFill>
          </a:ln>
        </p:spPr>
        <p:txBody>
          <a:bodyPr vert="horz" wrap="square" lIns="0" tIns="39370" rIns="0" bIns="0" rtlCol="0">
            <a:spAutoFit/>
          </a:bodyPr>
          <a:lstStyle/>
          <a:p>
            <a:pPr marL="91440">
              <a:lnSpc>
                <a:spcPct val="100000"/>
              </a:lnSpc>
              <a:spcBef>
                <a:spcPts val="310"/>
              </a:spcBef>
            </a:pPr>
            <a:r>
              <a:rPr sz="1800" spc="-5" dirty="0">
                <a:latin typeface="Franklin Gothic Medium"/>
                <a:cs typeface="Franklin Gothic Medium"/>
              </a:rPr>
              <a:t>Definition</a:t>
            </a:r>
            <a:r>
              <a:rPr sz="1800" spc="-45" dirty="0">
                <a:latin typeface="Franklin Gothic Medium"/>
                <a:cs typeface="Franklin Gothic Medium"/>
              </a:rPr>
              <a:t> </a:t>
            </a:r>
            <a:r>
              <a:rPr sz="1800" dirty="0">
                <a:latin typeface="Franklin Gothic Medium"/>
                <a:cs typeface="Franklin Gothic Medium"/>
              </a:rPr>
              <a:t>Section</a:t>
            </a:r>
            <a:endParaRPr sz="1800">
              <a:latin typeface="Franklin Gothic Medium"/>
              <a:cs typeface="Franklin Gothic Medium"/>
            </a:endParaRPr>
          </a:p>
        </p:txBody>
      </p:sp>
      <p:sp>
        <p:nvSpPr>
          <p:cNvPr id="7" name="object 7"/>
          <p:cNvSpPr txBox="1"/>
          <p:nvPr/>
        </p:nvSpPr>
        <p:spPr>
          <a:xfrm>
            <a:off x="321563" y="2517648"/>
            <a:ext cx="4395470" cy="368935"/>
          </a:xfrm>
          <a:prstGeom prst="rect">
            <a:avLst/>
          </a:prstGeom>
          <a:solidFill>
            <a:srgbClr val="FF8080"/>
          </a:solidFill>
          <a:ln w="9525">
            <a:solidFill>
              <a:srgbClr val="000000"/>
            </a:solidFill>
          </a:ln>
        </p:spPr>
        <p:txBody>
          <a:bodyPr vert="horz" wrap="square" lIns="0" tIns="39370" rIns="0" bIns="0" rtlCol="0">
            <a:spAutoFit/>
          </a:bodyPr>
          <a:lstStyle/>
          <a:p>
            <a:pPr marL="91440">
              <a:lnSpc>
                <a:spcPct val="100000"/>
              </a:lnSpc>
              <a:spcBef>
                <a:spcPts val="310"/>
              </a:spcBef>
            </a:pPr>
            <a:r>
              <a:rPr sz="1800" spc="-5" dirty="0">
                <a:latin typeface="Franklin Gothic Medium"/>
                <a:cs typeface="Franklin Gothic Medium"/>
              </a:rPr>
              <a:t>Global</a:t>
            </a:r>
            <a:r>
              <a:rPr sz="1800" spc="-40" dirty="0">
                <a:latin typeface="Franklin Gothic Medium"/>
                <a:cs typeface="Franklin Gothic Medium"/>
              </a:rPr>
              <a:t> </a:t>
            </a:r>
            <a:r>
              <a:rPr sz="1800" dirty="0">
                <a:latin typeface="Franklin Gothic Medium"/>
                <a:cs typeface="Franklin Gothic Medium"/>
              </a:rPr>
              <a:t>declaration</a:t>
            </a:r>
            <a:r>
              <a:rPr sz="1800" spc="-40" dirty="0">
                <a:latin typeface="Franklin Gothic Medium"/>
                <a:cs typeface="Franklin Gothic Medium"/>
              </a:rPr>
              <a:t> </a:t>
            </a:r>
            <a:r>
              <a:rPr sz="1800" dirty="0">
                <a:latin typeface="Franklin Gothic Medium"/>
                <a:cs typeface="Franklin Gothic Medium"/>
              </a:rPr>
              <a:t>Section</a:t>
            </a:r>
            <a:endParaRPr sz="1800">
              <a:latin typeface="Franklin Gothic Medium"/>
              <a:cs typeface="Franklin Gothic Medium"/>
            </a:endParaRPr>
          </a:p>
        </p:txBody>
      </p:sp>
      <p:sp>
        <p:nvSpPr>
          <p:cNvPr id="8" name="object 8"/>
          <p:cNvSpPr txBox="1"/>
          <p:nvPr/>
        </p:nvSpPr>
        <p:spPr>
          <a:xfrm>
            <a:off x="334454" y="2951829"/>
            <a:ext cx="4395470" cy="1754505"/>
          </a:xfrm>
          <a:prstGeom prst="rect">
            <a:avLst/>
          </a:prstGeom>
          <a:solidFill>
            <a:srgbClr val="99FF99"/>
          </a:solidFill>
          <a:ln w="9525">
            <a:solidFill>
              <a:srgbClr val="000000"/>
            </a:solidFill>
          </a:ln>
        </p:spPr>
        <p:txBody>
          <a:bodyPr vert="horz" wrap="square" lIns="0" tIns="39370" rIns="0" bIns="0" rtlCol="0">
            <a:spAutoFit/>
          </a:bodyPr>
          <a:lstStyle/>
          <a:p>
            <a:pPr marL="91440">
              <a:lnSpc>
                <a:spcPct val="100000"/>
              </a:lnSpc>
              <a:spcBef>
                <a:spcPts val="310"/>
              </a:spcBef>
            </a:pPr>
            <a:r>
              <a:rPr sz="1800" dirty="0">
                <a:latin typeface="Franklin Gothic Medium"/>
                <a:cs typeface="Franklin Gothic Medium"/>
              </a:rPr>
              <a:t>main()</a:t>
            </a:r>
            <a:r>
              <a:rPr sz="1800" spc="-45" dirty="0">
                <a:latin typeface="Franklin Gothic Medium"/>
                <a:cs typeface="Franklin Gothic Medium"/>
              </a:rPr>
              <a:t> </a:t>
            </a:r>
            <a:r>
              <a:rPr sz="1800" spc="-5" dirty="0">
                <a:latin typeface="Franklin Gothic Medium"/>
                <a:cs typeface="Franklin Gothic Medium"/>
              </a:rPr>
              <a:t>function</a:t>
            </a:r>
            <a:r>
              <a:rPr sz="1800" spc="-25" dirty="0">
                <a:latin typeface="Franklin Gothic Medium"/>
                <a:cs typeface="Franklin Gothic Medium"/>
              </a:rPr>
              <a:t> </a:t>
            </a:r>
            <a:r>
              <a:rPr sz="1800" dirty="0">
                <a:latin typeface="Franklin Gothic Medium"/>
                <a:cs typeface="Franklin Gothic Medium"/>
              </a:rPr>
              <a:t>Section</a:t>
            </a:r>
            <a:endParaRPr sz="1800">
              <a:latin typeface="Franklin Gothic Medium"/>
              <a:cs typeface="Franklin Gothic Medium"/>
            </a:endParaRPr>
          </a:p>
          <a:p>
            <a:pPr marL="91440">
              <a:lnSpc>
                <a:spcPct val="100000"/>
              </a:lnSpc>
            </a:pPr>
            <a:r>
              <a:rPr sz="1800" dirty="0">
                <a:latin typeface="Franklin Gothic Medium"/>
                <a:cs typeface="Franklin Gothic Medium"/>
              </a:rPr>
              <a:t>{</a:t>
            </a:r>
            <a:endParaRPr sz="1800">
              <a:latin typeface="Franklin Gothic Medium"/>
              <a:cs typeface="Franklin Gothic Medium"/>
            </a:endParaRPr>
          </a:p>
          <a:p>
            <a:pPr marL="549275">
              <a:lnSpc>
                <a:spcPct val="100000"/>
              </a:lnSpc>
              <a:spcBef>
                <a:spcPts val="5"/>
              </a:spcBef>
            </a:pPr>
            <a:r>
              <a:rPr sz="1800" spc="-5" dirty="0">
                <a:latin typeface="Franklin Gothic Medium"/>
                <a:cs typeface="Franklin Gothic Medium"/>
              </a:rPr>
              <a:t>Declaration</a:t>
            </a:r>
            <a:r>
              <a:rPr sz="1800" spc="-25" dirty="0">
                <a:latin typeface="Franklin Gothic Medium"/>
                <a:cs typeface="Franklin Gothic Medium"/>
              </a:rPr>
              <a:t> </a:t>
            </a:r>
            <a:r>
              <a:rPr sz="1800" spc="5" dirty="0">
                <a:latin typeface="Franklin Gothic Medium"/>
                <a:cs typeface="Franklin Gothic Medium"/>
              </a:rPr>
              <a:t>part</a:t>
            </a:r>
            <a:endParaRPr sz="1800">
              <a:latin typeface="Franklin Gothic Medium"/>
              <a:cs typeface="Franklin Gothic Medium"/>
            </a:endParaRPr>
          </a:p>
          <a:p>
            <a:pPr>
              <a:lnSpc>
                <a:spcPct val="100000"/>
              </a:lnSpc>
            </a:pPr>
            <a:endParaRPr sz="1900">
              <a:latin typeface="Franklin Gothic Medium"/>
              <a:cs typeface="Franklin Gothic Medium"/>
            </a:endParaRPr>
          </a:p>
          <a:p>
            <a:pPr marL="549275">
              <a:lnSpc>
                <a:spcPct val="100000"/>
              </a:lnSpc>
              <a:spcBef>
                <a:spcPts val="5"/>
              </a:spcBef>
            </a:pPr>
            <a:r>
              <a:rPr sz="1800" spc="-5" dirty="0">
                <a:latin typeface="Franklin Gothic Medium"/>
                <a:cs typeface="Franklin Gothic Medium"/>
              </a:rPr>
              <a:t>Executable</a:t>
            </a:r>
            <a:r>
              <a:rPr sz="1800" spc="-20" dirty="0">
                <a:latin typeface="Franklin Gothic Medium"/>
                <a:cs typeface="Franklin Gothic Medium"/>
              </a:rPr>
              <a:t> </a:t>
            </a:r>
            <a:r>
              <a:rPr sz="1800" spc="5" dirty="0">
                <a:latin typeface="Franklin Gothic Medium"/>
                <a:cs typeface="Franklin Gothic Medium"/>
              </a:rPr>
              <a:t>part</a:t>
            </a:r>
            <a:endParaRPr sz="1800">
              <a:latin typeface="Franklin Gothic Medium"/>
              <a:cs typeface="Franklin Gothic Medium"/>
            </a:endParaRPr>
          </a:p>
          <a:p>
            <a:pPr marL="91440">
              <a:lnSpc>
                <a:spcPct val="100000"/>
              </a:lnSpc>
            </a:pPr>
            <a:r>
              <a:rPr sz="1800" dirty="0">
                <a:latin typeface="Franklin Gothic Medium"/>
                <a:cs typeface="Franklin Gothic Medium"/>
              </a:rPr>
              <a:t>}</a:t>
            </a:r>
            <a:endParaRPr sz="1800">
              <a:latin typeface="Franklin Gothic Medium"/>
              <a:cs typeface="Franklin Gothic Medium"/>
            </a:endParaRPr>
          </a:p>
        </p:txBody>
      </p:sp>
      <p:sp>
        <p:nvSpPr>
          <p:cNvPr id="9" name="object 9"/>
          <p:cNvSpPr txBox="1"/>
          <p:nvPr/>
        </p:nvSpPr>
        <p:spPr>
          <a:xfrm>
            <a:off x="321563" y="4815840"/>
            <a:ext cx="4395470" cy="1201420"/>
          </a:xfrm>
          <a:prstGeom prst="rect">
            <a:avLst/>
          </a:prstGeom>
          <a:solidFill>
            <a:srgbClr val="FFCCFF"/>
          </a:solidFill>
          <a:ln w="9525">
            <a:solidFill>
              <a:srgbClr val="000000"/>
            </a:solidFill>
          </a:ln>
        </p:spPr>
        <p:txBody>
          <a:bodyPr vert="horz" wrap="square" lIns="0" tIns="41275" rIns="0" bIns="0" rtlCol="0">
            <a:spAutoFit/>
          </a:bodyPr>
          <a:lstStyle/>
          <a:p>
            <a:pPr marL="91440">
              <a:lnSpc>
                <a:spcPct val="100000"/>
              </a:lnSpc>
              <a:spcBef>
                <a:spcPts val="325"/>
              </a:spcBef>
            </a:pPr>
            <a:r>
              <a:rPr sz="1800" spc="-5" dirty="0">
                <a:latin typeface="Franklin Gothic Medium"/>
                <a:cs typeface="Franklin Gothic Medium"/>
              </a:rPr>
              <a:t>Sub</a:t>
            </a:r>
            <a:r>
              <a:rPr sz="1800" spc="-25" dirty="0">
                <a:latin typeface="Franklin Gothic Medium"/>
                <a:cs typeface="Franklin Gothic Medium"/>
              </a:rPr>
              <a:t> </a:t>
            </a:r>
            <a:r>
              <a:rPr sz="1800" spc="-5" dirty="0">
                <a:latin typeface="Franklin Gothic Medium"/>
                <a:cs typeface="Franklin Gothic Medium"/>
              </a:rPr>
              <a:t>program</a:t>
            </a:r>
            <a:r>
              <a:rPr sz="1800" spc="-15" dirty="0">
                <a:latin typeface="Franklin Gothic Medium"/>
                <a:cs typeface="Franklin Gothic Medium"/>
              </a:rPr>
              <a:t> </a:t>
            </a:r>
            <a:r>
              <a:rPr sz="1800" spc="-5" dirty="0">
                <a:latin typeface="Franklin Gothic Medium"/>
                <a:cs typeface="Franklin Gothic Medium"/>
              </a:rPr>
              <a:t>Section</a:t>
            </a:r>
            <a:endParaRPr sz="1800">
              <a:latin typeface="Franklin Gothic Medium"/>
              <a:cs typeface="Franklin Gothic Medium"/>
            </a:endParaRPr>
          </a:p>
          <a:p>
            <a:pPr marL="91440" marR="236854">
              <a:lnSpc>
                <a:spcPct val="100000"/>
              </a:lnSpc>
              <a:tabLst>
                <a:tab pos="1920875" algn="l"/>
              </a:tabLst>
            </a:pPr>
            <a:r>
              <a:rPr sz="1800" spc="-10" dirty="0">
                <a:latin typeface="Franklin Gothic Medium"/>
                <a:cs typeface="Franklin Gothic Medium"/>
              </a:rPr>
              <a:t>Function </a:t>
            </a:r>
            <a:r>
              <a:rPr sz="1800" dirty="0">
                <a:latin typeface="Franklin Gothic Medium"/>
                <a:cs typeface="Franklin Gothic Medium"/>
              </a:rPr>
              <a:t>1	User</a:t>
            </a:r>
            <a:r>
              <a:rPr sz="1800" spc="-25" dirty="0">
                <a:latin typeface="Franklin Gothic Medium"/>
                <a:cs typeface="Franklin Gothic Medium"/>
              </a:rPr>
              <a:t> </a:t>
            </a:r>
            <a:r>
              <a:rPr sz="1800" spc="-5" dirty="0">
                <a:latin typeface="Franklin Gothic Medium"/>
                <a:cs typeface="Franklin Gothic Medium"/>
              </a:rPr>
              <a:t>defined</a:t>
            </a:r>
            <a:r>
              <a:rPr sz="1800" spc="-20" dirty="0">
                <a:latin typeface="Franklin Gothic Medium"/>
                <a:cs typeface="Franklin Gothic Medium"/>
              </a:rPr>
              <a:t> </a:t>
            </a:r>
            <a:r>
              <a:rPr sz="1800" spc="-10" dirty="0">
                <a:latin typeface="Franklin Gothic Medium"/>
                <a:cs typeface="Franklin Gothic Medium"/>
              </a:rPr>
              <a:t>Functions </a:t>
            </a:r>
            <a:r>
              <a:rPr sz="1800" spc="-434" dirty="0">
                <a:latin typeface="Franklin Gothic Medium"/>
                <a:cs typeface="Franklin Gothic Medium"/>
              </a:rPr>
              <a:t> </a:t>
            </a:r>
            <a:r>
              <a:rPr sz="1800" spc="-10" dirty="0">
                <a:latin typeface="Franklin Gothic Medium"/>
                <a:cs typeface="Franklin Gothic Medium"/>
              </a:rPr>
              <a:t>Function</a:t>
            </a:r>
            <a:r>
              <a:rPr sz="1800" spc="-15" dirty="0">
                <a:latin typeface="Franklin Gothic Medium"/>
                <a:cs typeface="Franklin Gothic Medium"/>
              </a:rPr>
              <a:t> </a:t>
            </a:r>
            <a:r>
              <a:rPr sz="1800" dirty="0">
                <a:latin typeface="Franklin Gothic Medium"/>
                <a:cs typeface="Franklin Gothic Medium"/>
              </a:rPr>
              <a:t>2</a:t>
            </a:r>
            <a:endParaRPr sz="1800">
              <a:latin typeface="Franklin Gothic Medium"/>
              <a:cs typeface="Franklin Gothic Medium"/>
            </a:endParaRPr>
          </a:p>
          <a:p>
            <a:pPr marL="91440">
              <a:lnSpc>
                <a:spcPct val="100000"/>
              </a:lnSpc>
            </a:pPr>
            <a:r>
              <a:rPr sz="1800" spc="-5" dirty="0">
                <a:latin typeface="Franklin Gothic Medium"/>
                <a:cs typeface="Franklin Gothic Medium"/>
              </a:rPr>
              <a:t>-------</a:t>
            </a:r>
            <a:endParaRPr sz="1800">
              <a:latin typeface="Franklin Gothic Medium"/>
              <a:cs typeface="Franklin Gothic Medium"/>
            </a:endParaRPr>
          </a:p>
        </p:txBody>
      </p:sp>
      <p:sp>
        <p:nvSpPr>
          <p:cNvPr id="10" name="object 10"/>
          <p:cNvSpPr/>
          <p:nvPr/>
        </p:nvSpPr>
        <p:spPr>
          <a:xfrm>
            <a:off x="214122" y="665480"/>
            <a:ext cx="4636135" cy="5582920"/>
          </a:xfrm>
          <a:custGeom>
            <a:avLst/>
            <a:gdLst/>
            <a:ahLst/>
            <a:cxnLst/>
            <a:rect l="l" t="t" r="r" b="b"/>
            <a:pathLst>
              <a:path w="4636135" h="5582920">
                <a:moveTo>
                  <a:pt x="0" y="5582412"/>
                </a:moveTo>
                <a:lnTo>
                  <a:pt x="4636008" y="5582412"/>
                </a:lnTo>
                <a:lnTo>
                  <a:pt x="4636008" y="0"/>
                </a:lnTo>
                <a:lnTo>
                  <a:pt x="0" y="0"/>
                </a:lnTo>
                <a:lnTo>
                  <a:pt x="0" y="5582412"/>
                </a:lnTo>
                <a:close/>
              </a:path>
            </a:pathLst>
          </a:custGeom>
          <a:ln w="28574">
            <a:solidFill>
              <a:srgbClr val="FF0000"/>
            </a:solidFill>
          </a:ln>
        </p:spPr>
        <p:txBody>
          <a:bodyPr wrap="square" lIns="0" tIns="0" rIns="0" bIns="0" rtlCol="0"/>
          <a:lstStyle/>
          <a:p>
            <a:endParaRPr/>
          </a:p>
        </p:txBody>
      </p:sp>
      <p:sp>
        <p:nvSpPr>
          <p:cNvPr id="11" name="object 11"/>
          <p:cNvSpPr/>
          <p:nvPr/>
        </p:nvSpPr>
        <p:spPr>
          <a:xfrm>
            <a:off x="4957571" y="573023"/>
            <a:ext cx="7152640" cy="585470"/>
          </a:xfrm>
          <a:custGeom>
            <a:avLst/>
            <a:gdLst/>
            <a:ahLst/>
            <a:cxnLst/>
            <a:rect l="l" t="t" r="r" b="b"/>
            <a:pathLst>
              <a:path w="7152640" h="585469">
                <a:moveTo>
                  <a:pt x="0" y="585215"/>
                </a:moveTo>
                <a:lnTo>
                  <a:pt x="7152132" y="585215"/>
                </a:lnTo>
                <a:lnTo>
                  <a:pt x="7152132" y="0"/>
                </a:lnTo>
                <a:lnTo>
                  <a:pt x="0" y="0"/>
                </a:lnTo>
                <a:lnTo>
                  <a:pt x="0" y="585215"/>
                </a:lnTo>
                <a:close/>
              </a:path>
            </a:pathLst>
          </a:custGeom>
          <a:ln w="9525">
            <a:solidFill>
              <a:srgbClr val="FF0000"/>
            </a:solidFill>
          </a:ln>
        </p:spPr>
        <p:txBody>
          <a:bodyPr wrap="square" lIns="0" tIns="0" rIns="0" bIns="0" rtlCol="0"/>
          <a:lstStyle/>
          <a:p>
            <a:endParaRPr/>
          </a:p>
        </p:txBody>
      </p:sp>
      <p:sp>
        <p:nvSpPr>
          <p:cNvPr id="12" name="object 12"/>
          <p:cNvSpPr txBox="1"/>
          <p:nvPr/>
        </p:nvSpPr>
        <p:spPr>
          <a:xfrm>
            <a:off x="4973764" y="577786"/>
            <a:ext cx="7131684" cy="595630"/>
          </a:xfrm>
          <a:prstGeom prst="rect">
            <a:avLst/>
          </a:prstGeom>
          <a:solidFill>
            <a:srgbClr val="FFC000"/>
          </a:solidFill>
        </p:spPr>
        <p:txBody>
          <a:bodyPr vert="horz" wrap="square" lIns="0" tIns="34290" rIns="0" bIns="0" rtlCol="0">
            <a:spAutoFit/>
          </a:bodyPr>
          <a:lstStyle/>
          <a:p>
            <a:pPr marL="76200" marR="570865">
              <a:lnSpc>
                <a:spcPct val="100000"/>
              </a:lnSpc>
              <a:spcBef>
                <a:spcPts val="270"/>
              </a:spcBef>
            </a:pPr>
            <a:r>
              <a:rPr sz="1600" spc="-10" dirty="0">
                <a:latin typeface="Franklin Gothic Medium"/>
                <a:cs typeface="Franklin Gothic Medium"/>
              </a:rPr>
              <a:t>statement</a:t>
            </a:r>
            <a:r>
              <a:rPr sz="1600" spc="-15" dirty="0">
                <a:latin typeface="Franklin Gothic Medium"/>
                <a:cs typeface="Franklin Gothic Medium"/>
              </a:rPr>
              <a:t> </a:t>
            </a:r>
            <a:r>
              <a:rPr sz="1600" spc="-10" dirty="0">
                <a:latin typeface="Franklin Gothic Medium"/>
                <a:cs typeface="Franklin Gothic Medium"/>
              </a:rPr>
              <a:t>specified</a:t>
            </a:r>
            <a:r>
              <a:rPr sz="1600" spc="-5" dirty="0">
                <a:latin typeface="Franklin Gothic Medium"/>
                <a:cs typeface="Franklin Gothic Medium"/>
              </a:rPr>
              <a:t> at</a:t>
            </a:r>
            <a:r>
              <a:rPr sz="1600" spc="5" dirty="0">
                <a:latin typeface="Franklin Gothic Medium"/>
                <a:cs typeface="Franklin Gothic Medium"/>
              </a:rPr>
              <a:t> </a:t>
            </a:r>
            <a:r>
              <a:rPr sz="1600" spc="-10" dirty="0">
                <a:latin typeface="Franklin Gothic Medium"/>
                <a:cs typeface="Franklin Gothic Medium"/>
              </a:rPr>
              <a:t>the</a:t>
            </a:r>
            <a:r>
              <a:rPr sz="1600" dirty="0">
                <a:latin typeface="Franklin Gothic Medium"/>
                <a:cs typeface="Franklin Gothic Medium"/>
              </a:rPr>
              <a:t> </a:t>
            </a:r>
            <a:r>
              <a:rPr sz="1600" spc="-5" dirty="0">
                <a:latin typeface="Franklin Gothic Medium"/>
                <a:cs typeface="Franklin Gothic Medium"/>
              </a:rPr>
              <a:t>beginning</a:t>
            </a:r>
            <a:r>
              <a:rPr sz="1600" spc="-30" dirty="0">
                <a:latin typeface="Franklin Gothic Medium"/>
                <a:cs typeface="Franklin Gothic Medium"/>
              </a:rPr>
              <a:t> </a:t>
            </a:r>
            <a:r>
              <a:rPr sz="1600" spc="-5" dirty="0">
                <a:latin typeface="Franklin Gothic Medium"/>
                <a:cs typeface="Franklin Gothic Medium"/>
              </a:rPr>
              <a:t>of</a:t>
            </a:r>
            <a:r>
              <a:rPr sz="1600" dirty="0">
                <a:latin typeface="Franklin Gothic Medium"/>
                <a:cs typeface="Franklin Gothic Medium"/>
              </a:rPr>
              <a:t> </a:t>
            </a:r>
            <a:r>
              <a:rPr sz="1600" spc="-5" dirty="0">
                <a:latin typeface="Franklin Gothic Medium"/>
                <a:cs typeface="Franklin Gothic Medium"/>
              </a:rPr>
              <a:t>a</a:t>
            </a:r>
            <a:r>
              <a:rPr sz="1600" spc="5" dirty="0">
                <a:latin typeface="Franklin Gothic Medium"/>
                <a:cs typeface="Franklin Gothic Medium"/>
              </a:rPr>
              <a:t> </a:t>
            </a:r>
            <a:r>
              <a:rPr sz="1600" spc="-5" dirty="0">
                <a:latin typeface="Franklin Gothic Medium"/>
                <a:cs typeface="Franklin Gothic Medium"/>
              </a:rPr>
              <a:t>program</a:t>
            </a:r>
            <a:r>
              <a:rPr sz="1600" spc="20" dirty="0">
                <a:latin typeface="Franklin Gothic Medium"/>
                <a:cs typeface="Franklin Gothic Medium"/>
              </a:rPr>
              <a:t> </a:t>
            </a:r>
            <a:r>
              <a:rPr sz="1600" spc="-5" dirty="0">
                <a:latin typeface="Franklin Gothic Medium"/>
                <a:cs typeface="Franklin Gothic Medium"/>
              </a:rPr>
              <a:t>-</a:t>
            </a:r>
            <a:r>
              <a:rPr sz="1600" spc="10" dirty="0">
                <a:latin typeface="Franklin Gothic Medium"/>
                <a:cs typeface="Franklin Gothic Medium"/>
              </a:rPr>
              <a:t> </a:t>
            </a:r>
            <a:r>
              <a:rPr sz="1600" spc="-5" dirty="0">
                <a:latin typeface="Franklin Gothic Medium"/>
                <a:cs typeface="Franklin Gothic Medium"/>
              </a:rPr>
              <a:t>program's</a:t>
            </a:r>
            <a:r>
              <a:rPr sz="1600" spc="5" dirty="0">
                <a:latin typeface="Franklin Gothic Medium"/>
                <a:cs typeface="Franklin Gothic Medium"/>
              </a:rPr>
              <a:t> </a:t>
            </a:r>
            <a:r>
              <a:rPr sz="1600" dirty="0">
                <a:latin typeface="Franklin Gothic Medium"/>
                <a:cs typeface="Franklin Gothic Medium"/>
              </a:rPr>
              <a:t>name,</a:t>
            </a:r>
            <a:r>
              <a:rPr sz="1600" spc="-35" dirty="0">
                <a:latin typeface="Franklin Gothic Medium"/>
                <a:cs typeface="Franklin Gothic Medium"/>
              </a:rPr>
              <a:t> </a:t>
            </a:r>
            <a:r>
              <a:rPr sz="1600" spc="-5" dirty="0">
                <a:latin typeface="Franklin Gothic Medium"/>
                <a:cs typeface="Franklin Gothic Medium"/>
              </a:rPr>
              <a:t>date, </a:t>
            </a:r>
            <a:r>
              <a:rPr sz="1600" spc="-385" dirty="0">
                <a:latin typeface="Franklin Gothic Medium"/>
                <a:cs typeface="Franklin Gothic Medium"/>
              </a:rPr>
              <a:t> </a:t>
            </a:r>
            <a:r>
              <a:rPr sz="1600" dirty="0">
                <a:latin typeface="Franklin Gothic Medium"/>
                <a:cs typeface="Franklin Gothic Medium"/>
              </a:rPr>
              <a:t>description,</a:t>
            </a:r>
            <a:r>
              <a:rPr sz="1600" spc="-25" dirty="0">
                <a:latin typeface="Franklin Gothic Medium"/>
                <a:cs typeface="Franklin Gothic Medium"/>
              </a:rPr>
              <a:t> </a:t>
            </a:r>
            <a:r>
              <a:rPr sz="1600" spc="-5" dirty="0">
                <a:latin typeface="Franklin Gothic Medium"/>
                <a:cs typeface="Franklin Gothic Medium"/>
              </a:rPr>
              <a:t>and</a:t>
            </a:r>
            <a:r>
              <a:rPr sz="1600" dirty="0">
                <a:latin typeface="Franklin Gothic Medium"/>
                <a:cs typeface="Franklin Gothic Medium"/>
              </a:rPr>
              <a:t> title</a:t>
            </a:r>
            <a:endParaRPr sz="1600">
              <a:latin typeface="Franklin Gothic Medium"/>
              <a:cs typeface="Franklin Gothic Medium"/>
            </a:endParaRPr>
          </a:p>
        </p:txBody>
      </p:sp>
      <p:sp>
        <p:nvSpPr>
          <p:cNvPr id="13" name="object 13"/>
          <p:cNvSpPr/>
          <p:nvPr/>
        </p:nvSpPr>
        <p:spPr>
          <a:xfrm>
            <a:off x="4980432" y="1197863"/>
            <a:ext cx="7129780" cy="862965"/>
          </a:xfrm>
          <a:custGeom>
            <a:avLst/>
            <a:gdLst/>
            <a:ahLst/>
            <a:cxnLst/>
            <a:rect l="l" t="t" r="r" b="b"/>
            <a:pathLst>
              <a:path w="7129780" h="862964">
                <a:moveTo>
                  <a:pt x="0" y="862584"/>
                </a:moveTo>
                <a:lnTo>
                  <a:pt x="7129271" y="862584"/>
                </a:lnTo>
                <a:lnTo>
                  <a:pt x="7129271" y="0"/>
                </a:lnTo>
                <a:lnTo>
                  <a:pt x="0" y="0"/>
                </a:lnTo>
                <a:lnTo>
                  <a:pt x="0" y="862584"/>
                </a:lnTo>
                <a:close/>
              </a:path>
            </a:pathLst>
          </a:custGeom>
          <a:ln w="9525">
            <a:solidFill>
              <a:srgbClr val="FF0000"/>
            </a:solidFill>
          </a:ln>
        </p:spPr>
        <p:txBody>
          <a:bodyPr wrap="square" lIns="0" tIns="0" rIns="0" bIns="0" rtlCol="0"/>
          <a:lstStyle/>
          <a:p>
            <a:endParaRPr/>
          </a:p>
        </p:txBody>
      </p:sp>
      <p:sp>
        <p:nvSpPr>
          <p:cNvPr id="14" name="object 14"/>
          <p:cNvSpPr txBox="1"/>
          <p:nvPr/>
        </p:nvSpPr>
        <p:spPr>
          <a:xfrm>
            <a:off x="4973764" y="1182814"/>
            <a:ext cx="7131684" cy="873125"/>
          </a:xfrm>
          <a:prstGeom prst="rect">
            <a:avLst/>
          </a:prstGeom>
          <a:solidFill>
            <a:srgbClr val="5DD3FF"/>
          </a:solidFill>
        </p:spPr>
        <p:txBody>
          <a:bodyPr vert="horz" wrap="square" lIns="0" tIns="54610" rIns="0" bIns="0" rtlCol="0">
            <a:spAutoFit/>
          </a:bodyPr>
          <a:lstStyle/>
          <a:p>
            <a:pPr marL="99060">
              <a:lnSpc>
                <a:spcPct val="100000"/>
              </a:lnSpc>
              <a:spcBef>
                <a:spcPts val="430"/>
              </a:spcBef>
            </a:pPr>
            <a:r>
              <a:rPr sz="1600" spc="-5" dirty="0">
                <a:latin typeface="Franklin Gothic Medium"/>
                <a:cs typeface="Franklin Gothic Medium"/>
              </a:rPr>
              <a:t>header</a:t>
            </a:r>
            <a:r>
              <a:rPr sz="1600" spc="-20" dirty="0">
                <a:latin typeface="Franklin Gothic Medium"/>
                <a:cs typeface="Franklin Gothic Medium"/>
              </a:rPr>
              <a:t> </a:t>
            </a:r>
            <a:r>
              <a:rPr sz="1600" spc="-5" dirty="0">
                <a:latin typeface="Franklin Gothic Medium"/>
                <a:cs typeface="Franklin Gothic Medium"/>
              </a:rPr>
              <a:t>files</a:t>
            </a:r>
            <a:r>
              <a:rPr sz="1600" spc="-30" dirty="0">
                <a:latin typeface="Franklin Gothic Medium"/>
                <a:cs typeface="Franklin Gothic Medium"/>
              </a:rPr>
              <a:t> </a:t>
            </a:r>
            <a:r>
              <a:rPr sz="1600" spc="-5" dirty="0">
                <a:latin typeface="Franklin Gothic Medium"/>
                <a:cs typeface="Franklin Gothic Medium"/>
              </a:rPr>
              <a:t>used</a:t>
            </a:r>
            <a:r>
              <a:rPr sz="1600" dirty="0">
                <a:latin typeface="Franklin Gothic Medium"/>
                <a:cs typeface="Franklin Gothic Medium"/>
              </a:rPr>
              <a:t> </a:t>
            </a:r>
            <a:r>
              <a:rPr sz="1600" spc="-5" dirty="0">
                <a:latin typeface="Franklin Gothic Medium"/>
                <a:cs typeface="Franklin Gothic Medium"/>
              </a:rPr>
              <a:t>in</a:t>
            </a:r>
            <a:r>
              <a:rPr sz="1600" spc="-20" dirty="0">
                <a:latin typeface="Franklin Gothic Medium"/>
                <a:cs typeface="Franklin Gothic Medium"/>
              </a:rPr>
              <a:t> </a:t>
            </a:r>
            <a:r>
              <a:rPr sz="1600" spc="-5" dirty="0">
                <a:latin typeface="Franklin Gothic Medium"/>
                <a:cs typeface="Franklin Gothic Medium"/>
              </a:rPr>
              <a:t>a</a:t>
            </a:r>
            <a:r>
              <a:rPr sz="1600" dirty="0">
                <a:latin typeface="Franklin Gothic Medium"/>
                <a:cs typeface="Franklin Gothic Medium"/>
              </a:rPr>
              <a:t> </a:t>
            </a:r>
            <a:r>
              <a:rPr sz="1600" spc="-10" dirty="0">
                <a:latin typeface="Franklin Gothic Medium"/>
                <a:cs typeface="Franklin Gothic Medium"/>
              </a:rPr>
              <a:t>program.</a:t>
            </a:r>
            <a:endParaRPr sz="1600">
              <a:latin typeface="Franklin Gothic Medium"/>
              <a:cs typeface="Franklin Gothic Medium"/>
            </a:endParaRPr>
          </a:p>
          <a:p>
            <a:pPr marL="99060" marR="5455285">
              <a:lnSpc>
                <a:spcPct val="100000"/>
              </a:lnSpc>
              <a:spcBef>
                <a:spcPts val="5"/>
              </a:spcBef>
            </a:pPr>
            <a:r>
              <a:rPr sz="1600" spc="-5" dirty="0">
                <a:solidFill>
                  <a:srgbClr val="000099"/>
                </a:solidFill>
                <a:latin typeface="Franklin Gothic Medium"/>
                <a:cs typeface="Franklin Gothic Medium"/>
              </a:rPr>
              <a:t>Example : </a:t>
            </a:r>
            <a:r>
              <a:rPr sz="1600" dirty="0">
                <a:solidFill>
                  <a:srgbClr val="000099"/>
                </a:solidFill>
                <a:latin typeface="Franklin Gothic Medium"/>
                <a:cs typeface="Franklin Gothic Medium"/>
              </a:rPr>
              <a:t> </a:t>
            </a:r>
            <a:r>
              <a:rPr sz="1600" spc="-10" dirty="0">
                <a:latin typeface="Franklin Gothic Medium"/>
                <a:cs typeface="Franklin Gothic Medium"/>
              </a:rPr>
              <a:t>#</a:t>
            </a:r>
            <a:r>
              <a:rPr sz="1600" spc="-5" dirty="0">
                <a:latin typeface="Franklin Gothic Medium"/>
                <a:cs typeface="Franklin Gothic Medium"/>
              </a:rPr>
              <a:t>incl</a:t>
            </a:r>
            <a:r>
              <a:rPr sz="1600" dirty="0">
                <a:latin typeface="Franklin Gothic Medium"/>
                <a:cs typeface="Franklin Gothic Medium"/>
              </a:rPr>
              <a:t>u</a:t>
            </a:r>
            <a:r>
              <a:rPr sz="1600" spc="-5" dirty="0">
                <a:latin typeface="Franklin Gothic Medium"/>
                <a:cs typeface="Franklin Gothic Medium"/>
              </a:rPr>
              <a:t>d</a:t>
            </a:r>
            <a:r>
              <a:rPr sz="1600" dirty="0">
                <a:latin typeface="Franklin Gothic Medium"/>
                <a:cs typeface="Franklin Gothic Medium"/>
              </a:rPr>
              <a:t>e</a:t>
            </a:r>
            <a:r>
              <a:rPr sz="1600" spc="-10" dirty="0">
                <a:latin typeface="Franklin Gothic Medium"/>
                <a:cs typeface="Franklin Gothic Medium"/>
              </a:rPr>
              <a:t>&lt;std</a:t>
            </a:r>
            <a:r>
              <a:rPr sz="1600" spc="-5" dirty="0">
                <a:latin typeface="Franklin Gothic Medium"/>
                <a:cs typeface="Franklin Gothic Medium"/>
              </a:rPr>
              <a:t>io</a:t>
            </a:r>
            <a:r>
              <a:rPr sz="1600" spc="-10" dirty="0">
                <a:latin typeface="Franklin Gothic Medium"/>
                <a:cs typeface="Franklin Gothic Medium"/>
              </a:rPr>
              <a:t>.</a:t>
            </a:r>
            <a:r>
              <a:rPr sz="1600" spc="-5" dirty="0">
                <a:latin typeface="Franklin Gothic Medium"/>
                <a:cs typeface="Franklin Gothic Medium"/>
              </a:rPr>
              <a:t>h&gt;</a:t>
            </a:r>
            <a:endParaRPr sz="1600">
              <a:latin typeface="Franklin Gothic Medium"/>
              <a:cs typeface="Franklin Gothic Medium"/>
            </a:endParaRPr>
          </a:p>
        </p:txBody>
      </p:sp>
      <p:sp>
        <p:nvSpPr>
          <p:cNvPr id="15" name="object 15"/>
          <p:cNvSpPr txBox="1"/>
          <p:nvPr/>
        </p:nvSpPr>
        <p:spPr>
          <a:xfrm>
            <a:off x="4957571" y="2144267"/>
            <a:ext cx="7152640" cy="338455"/>
          </a:xfrm>
          <a:prstGeom prst="rect">
            <a:avLst/>
          </a:prstGeom>
          <a:solidFill>
            <a:srgbClr val="92D050"/>
          </a:solidFill>
          <a:ln w="9525">
            <a:solidFill>
              <a:srgbClr val="FF0000"/>
            </a:solidFill>
          </a:ln>
        </p:spPr>
        <p:txBody>
          <a:bodyPr vert="horz" wrap="square" lIns="0" tIns="40005" rIns="0" bIns="0" rtlCol="0">
            <a:spAutoFit/>
          </a:bodyPr>
          <a:lstStyle/>
          <a:p>
            <a:pPr marL="92710">
              <a:lnSpc>
                <a:spcPct val="100000"/>
              </a:lnSpc>
              <a:spcBef>
                <a:spcPts val="315"/>
              </a:spcBef>
            </a:pPr>
            <a:r>
              <a:rPr sz="1600" spc="-10" dirty="0">
                <a:latin typeface="Franklin Gothic Medium"/>
                <a:cs typeface="Franklin Gothic Medium"/>
              </a:rPr>
              <a:t>Constants</a:t>
            </a:r>
            <a:r>
              <a:rPr sz="1600" spc="5" dirty="0">
                <a:latin typeface="Franklin Gothic Medium"/>
                <a:cs typeface="Franklin Gothic Medium"/>
              </a:rPr>
              <a:t> </a:t>
            </a:r>
            <a:r>
              <a:rPr sz="1600" spc="-5" dirty="0">
                <a:latin typeface="Franklin Gothic Medium"/>
                <a:cs typeface="Franklin Gothic Medium"/>
              </a:rPr>
              <a:t>declared using</a:t>
            </a:r>
            <a:r>
              <a:rPr sz="1600" spc="5" dirty="0">
                <a:latin typeface="Franklin Gothic Medium"/>
                <a:cs typeface="Franklin Gothic Medium"/>
              </a:rPr>
              <a:t> </a:t>
            </a:r>
            <a:r>
              <a:rPr sz="1600" spc="-10" dirty="0">
                <a:latin typeface="Franklin Gothic Medium"/>
                <a:cs typeface="Franklin Gothic Medium"/>
              </a:rPr>
              <a:t>the </a:t>
            </a:r>
            <a:r>
              <a:rPr sz="1600" spc="-5" dirty="0">
                <a:latin typeface="Franklin Gothic Medium"/>
                <a:cs typeface="Franklin Gothic Medium"/>
              </a:rPr>
              <a:t>define</a:t>
            </a:r>
            <a:r>
              <a:rPr sz="1600" spc="-10" dirty="0">
                <a:latin typeface="Franklin Gothic Medium"/>
                <a:cs typeface="Franklin Gothic Medium"/>
              </a:rPr>
              <a:t> </a:t>
            </a:r>
            <a:r>
              <a:rPr sz="1600" spc="-15" dirty="0">
                <a:latin typeface="Franklin Gothic Medium"/>
                <a:cs typeface="Franklin Gothic Medium"/>
              </a:rPr>
              <a:t>keyword.</a:t>
            </a:r>
            <a:r>
              <a:rPr sz="1600" spc="40" dirty="0">
                <a:latin typeface="Franklin Gothic Medium"/>
                <a:cs typeface="Franklin Gothic Medium"/>
              </a:rPr>
              <a:t> </a:t>
            </a:r>
            <a:r>
              <a:rPr sz="1600" spc="-5" dirty="0">
                <a:latin typeface="Franklin Gothic Medium"/>
                <a:cs typeface="Franklin Gothic Medium"/>
              </a:rPr>
              <a:t>Example:</a:t>
            </a:r>
            <a:r>
              <a:rPr sz="1600" spc="10" dirty="0">
                <a:latin typeface="Franklin Gothic Medium"/>
                <a:cs typeface="Franklin Gothic Medium"/>
              </a:rPr>
              <a:t> </a:t>
            </a:r>
            <a:r>
              <a:rPr sz="1600" spc="-5" dirty="0">
                <a:latin typeface="Franklin Gothic Medium"/>
                <a:cs typeface="Franklin Gothic Medium"/>
              </a:rPr>
              <a:t>#define</a:t>
            </a:r>
            <a:r>
              <a:rPr sz="1600" spc="5" dirty="0">
                <a:latin typeface="Franklin Gothic Medium"/>
                <a:cs typeface="Franklin Gothic Medium"/>
              </a:rPr>
              <a:t> </a:t>
            </a:r>
            <a:r>
              <a:rPr sz="1600" spc="-5" dirty="0">
                <a:latin typeface="Franklin Gothic Medium"/>
                <a:cs typeface="Franklin Gothic Medium"/>
              </a:rPr>
              <a:t>PI</a:t>
            </a:r>
            <a:r>
              <a:rPr sz="1600" spc="5" dirty="0">
                <a:latin typeface="Franklin Gothic Medium"/>
                <a:cs typeface="Franklin Gothic Medium"/>
              </a:rPr>
              <a:t> </a:t>
            </a:r>
            <a:r>
              <a:rPr sz="1600" spc="-15" dirty="0">
                <a:latin typeface="Franklin Gothic Medium"/>
                <a:cs typeface="Franklin Gothic Medium"/>
              </a:rPr>
              <a:t>3.14</a:t>
            </a:r>
            <a:endParaRPr sz="1600">
              <a:latin typeface="Franklin Gothic Medium"/>
              <a:cs typeface="Franklin Gothic Medium"/>
            </a:endParaRPr>
          </a:p>
        </p:txBody>
      </p:sp>
      <p:sp>
        <p:nvSpPr>
          <p:cNvPr id="16" name="object 16"/>
          <p:cNvSpPr txBox="1"/>
          <p:nvPr/>
        </p:nvSpPr>
        <p:spPr>
          <a:xfrm>
            <a:off x="4969764" y="3182111"/>
            <a:ext cx="7152640" cy="1077595"/>
          </a:xfrm>
          <a:prstGeom prst="rect">
            <a:avLst/>
          </a:prstGeom>
          <a:solidFill>
            <a:srgbClr val="99FF99"/>
          </a:solidFill>
          <a:ln w="9525">
            <a:solidFill>
              <a:srgbClr val="FF0000"/>
            </a:solidFill>
          </a:ln>
        </p:spPr>
        <p:txBody>
          <a:bodyPr vert="horz" wrap="square" lIns="0" tIns="39370" rIns="0" bIns="0" rtlCol="0">
            <a:spAutoFit/>
          </a:bodyPr>
          <a:lstStyle/>
          <a:p>
            <a:pPr marL="377825" indent="-287020">
              <a:lnSpc>
                <a:spcPct val="100000"/>
              </a:lnSpc>
              <a:spcBef>
                <a:spcPts val="310"/>
              </a:spcBef>
              <a:buFont typeface="Arial MT"/>
              <a:buChar char="•"/>
              <a:tabLst>
                <a:tab pos="377825" algn="l"/>
                <a:tab pos="378460" algn="l"/>
              </a:tabLst>
            </a:pPr>
            <a:r>
              <a:rPr sz="1600" dirty="0">
                <a:solidFill>
                  <a:srgbClr val="000099"/>
                </a:solidFill>
                <a:latin typeface="Franklin Gothic Medium"/>
                <a:cs typeface="Franklin Gothic Medium"/>
              </a:rPr>
              <a:t>main()</a:t>
            </a:r>
            <a:r>
              <a:rPr sz="1600" spc="-30" dirty="0">
                <a:solidFill>
                  <a:srgbClr val="000099"/>
                </a:solidFill>
                <a:latin typeface="Franklin Gothic Medium"/>
                <a:cs typeface="Franklin Gothic Medium"/>
              </a:rPr>
              <a:t> </a:t>
            </a:r>
            <a:r>
              <a:rPr sz="1600" dirty="0">
                <a:solidFill>
                  <a:srgbClr val="000099"/>
                </a:solidFill>
                <a:latin typeface="Franklin Gothic Medium"/>
                <a:cs typeface="Franklin Gothic Medium"/>
              </a:rPr>
              <a:t>is</a:t>
            </a:r>
            <a:r>
              <a:rPr sz="1600" spc="-5" dirty="0">
                <a:solidFill>
                  <a:srgbClr val="000099"/>
                </a:solidFill>
                <a:latin typeface="Franklin Gothic Medium"/>
                <a:cs typeface="Franklin Gothic Medium"/>
              </a:rPr>
              <a:t> </a:t>
            </a:r>
            <a:r>
              <a:rPr sz="1600" dirty="0">
                <a:solidFill>
                  <a:srgbClr val="000099"/>
                </a:solidFill>
                <a:latin typeface="Franklin Gothic Medium"/>
                <a:cs typeface="Franklin Gothic Medium"/>
              </a:rPr>
              <a:t>the</a:t>
            </a:r>
            <a:r>
              <a:rPr sz="1600" spc="-20" dirty="0">
                <a:solidFill>
                  <a:srgbClr val="000099"/>
                </a:solidFill>
                <a:latin typeface="Franklin Gothic Medium"/>
                <a:cs typeface="Franklin Gothic Medium"/>
              </a:rPr>
              <a:t> </a:t>
            </a:r>
            <a:r>
              <a:rPr sz="1600" spc="5" dirty="0">
                <a:solidFill>
                  <a:srgbClr val="000099"/>
                </a:solidFill>
                <a:latin typeface="Franklin Gothic Medium"/>
                <a:cs typeface="Franklin Gothic Medium"/>
              </a:rPr>
              <a:t>first</a:t>
            </a:r>
            <a:r>
              <a:rPr sz="1600" spc="-25" dirty="0">
                <a:solidFill>
                  <a:srgbClr val="000099"/>
                </a:solidFill>
                <a:latin typeface="Franklin Gothic Medium"/>
                <a:cs typeface="Franklin Gothic Medium"/>
              </a:rPr>
              <a:t> </a:t>
            </a:r>
            <a:r>
              <a:rPr sz="1600" dirty="0">
                <a:solidFill>
                  <a:srgbClr val="000099"/>
                </a:solidFill>
                <a:latin typeface="Franklin Gothic Medium"/>
                <a:cs typeface="Franklin Gothic Medium"/>
              </a:rPr>
              <a:t>function</a:t>
            </a:r>
            <a:r>
              <a:rPr sz="1600" spc="-30" dirty="0">
                <a:solidFill>
                  <a:srgbClr val="000099"/>
                </a:solidFill>
                <a:latin typeface="Franklin Gothic Medium"/>
                <a:cs typeface="Franklin Gothic Medium"/>
              </a:rPr>
              <a:t> </a:t>
            </a:r>
            <a:r>
              <a:rPr sz="1600" spc="-10" dirty="0">
                <a:solidFill>
                  <a:srgbClr val="000099"/>
                </a:solidFill>
                <a:latin typeface="Franklin Gothic Medium"/>
                <a:cs typeface="Franklin Gothic Medium"/>
              </a:rPr>
              <a:t>to</a:t>
            </a:r>
            <a:r>
              <a:rPr sz="1600" spc="-15" dirty="0">
                <a:solidFill>
                  <a:srgbClr val="000099"/>
                </a:solidFill>
                <a:latin typeface="Franklin Gothic Medium"/>
                <a:cs typeface="Franklin Gothic Medium"/>
              </a:rPr>
              <a:t> </a:t>
            </a:r>
            <a:r>
              <a:rPr sz="1600" spc="5" dirty="0">
                <a:solidFill>
                  <a:srgbClr val="000099"/>
                </a:solidFill>
                <a:latin typeface="Franklin Gothic Medium"/>
                <a:cs typeface="Franklin Gothic Medium"/>
              </a:rPr>
              <a:t>be</a:t>
            </a:r>
            <a:r>
              <a:rPr sz="1600" spc="-15" dirty="0">
                <a:solidFill>
                  <a:srgbClr val="000099"/>
                </a:solidFill>
                <a:latin typeface="Franklin Gothic Medium"/>
                <a:cs typeface="Franklin Gothic Medium"/>
              </a:rPr>
              <a:t> </a:t>
            </a:r>
            <a:r>
              <a:rPr sz="1600" spc="-10" dirty="0">
                <a:solidFill>
                  <a:srgbClr val="000099"/>
                </a:solidFill>
                <a:latin typeface="Franklin Gothic Medium"/>
                <a:cs typeface="Franklin Gothic Medium"/>
              </a:rPr>
              <a:t>executed</a:t>
            </a:r>
            <a:r>
              <a:rPr sz="1600" spc="-30" dirty="0">
                <a:solidFill>
                  <a:srgbClr val="000099"/>
                </a:solidFill>
                <a:latin typeface="Franklin Gothic Medium"/>
                <a:cs typeface="Franklin Gothic Medium"/>
              </a:rPr>
              <a:t> </a:t>
            </a:r>
            <a:r>
              <a:rPr sz="1600" spc="-10" dirty="0">
                <a:solidFill>
                  <a:srgbClr val="000099"/>
                </a:solidFill>
                <a:latin typeface="Franklin Gothic Medium"/>
                <a:cs typeface="Franklin Gothic Medium"/>
              </a:rPr>
              <a:t>by</a:t>
            </a:r>
            <a:r>
              <a:rPr sz="1600" dirty="0">
                <a:solidFill>
                  <a:srgbClr val="000099"/>
                </a:solidFill>
                <a:latin typeface="Franklin Gothic Medium"/>
                <a:cs typeface="Franklin Gothic Medium"/>
              </a:rPr>
              <a:t> the</a:t>
            </a:r>
            <a:r>
              <a:rPr sz="1600" spc="-25" dirty="0">
                <a:solidFill>
                  <a:srgbClr val="000099"/>
                </a:solidFill>
                <a:latin typeface="Franklin Gothic Medium"/>
                <a:cs typeface="Franklin Gothic Medium"/>
              </a:rPr>
              <a:t> </a:t>
            </a:r>
            <a:r>
              <a:rPr sz="1600" spc="-10" dirty="0">
                <a:solidFill>
                  <a:srgbClr val="000099"/>
                </a:solidFill>
                <a:latin typeface="Franklin Gothic Medium"/>
                <a:cs typeface="Franklin Gothic Medium"/>
              </a:rPr>
              <a:t>computer.</a:t>
            </a:r>
            <a:endParaRPr sz="1600">
              <a:latin typeface="Franklin Gothic Medium"/>
              <a:cs typeface="Franklin Gothic Medium"/>
            </a:endParaRPr>
          </a:p>
          <a:p>
            <a:pPr marL="377825" indent="-287020">
              <a:lnSpc>
                <a:spcPct val="100000"/>
              </a:lnSpc>
              <a:buFont typeface="Arial MT"/>
              <a:buChar char="•"/>
              <a:tabLst>
                <a:tab pos="377825" algn="l"/>
                <a:tab pos="378460" algn="l"/>
              </a:tabLst>
            </a:pPr>
            <a:r>
              <a:rPr sz="1600" spc="-10" dirty="0">
                <a:latin typeface="Franklin Gothic Medium"/>
                <a:cs typeface="Franklin Gothic Medium"/>
              </a:rPr>
              <a:t>It</a:t>
            </a:r>
            <a:r>
              <a:rPr sz="1600" spc="-5" dirty="0">
                <a:latin typeface="Franklin Gothic Medium"/>
                <a:cs typeface="Franklin Gothic Medium"/>
              </a:rPr>
              <a:t> </a:t>
            </a:r>
            <a:r>
              <a:rPr sz="1600" dirty="0">
                <a:latin typeface="Franklin Gothic Medium"/>
                <a:cs typeface="Franklin Gothic Medium"/>
              </a:rPr>
              <a:t>is</a:t>
            </a:r>
            <a:r>
              <a:rPr sz="1600" spc="-10" dirty="0">
                <a:latin typeface="Franklin Gothic Medium"/>
                <a:cs typeface="Franklin Gothic Medium"/>
              </a:rPr>
              <a:t> </a:t>
            </a:r>
            <a:r>
              <a:rPr sz="1600" dirty="0">
                <a:latin typeface="Franklin Gothic Medium"/>
                <a:cs typeface="Franklin Gothic Medium"/>
              </a:rPr>
              <a:t>necessary</a:t>
            </a:r>
            <a:r>
              <a:rPr sz="1600" spc="15" dirty="0">
                <a:latin typeface="Franklin Gothic Medium"/>
                <a:cs typeface="Franklin Gothic Medium"/>
              </a:rPr>
              <a:t> </a:t>
            </a:r>
            <a:r>
              <a:rPr sz="1600" spc="-10" dirty="0">
                <a:latin typeface="Franklin Gothic Medium"/>
                <a:cs typeface="Franklin Gothic Medium"/>
              </a:rPr>
              <a:t>for </a:t>
            </a:r>
            <a:r>
              <a:rPr sz="1600" spc="-5" dirty="0">
                <a:latin typeface="Franklin Gothic Medium"/>
                <a:cs typeface="Franklin Gothic Medium"/>
              </a:rPr>
              <a:t>a</a:t>
            </a:r>
            <a:r>
              <a:rPr sz="1600" spc="-10" dirty="0">
                <a:latin typeface="Franklin Gothic Medium"/>
                <a:cs typeface="Franklin Gothic Medium"/>
              </a:rPr>
              <a:t> </a:t>
            </a:r>
            <a:r>
              <a:rPr sz="1600" spc="-5" dirty="0">
                <a:latin typeface="Franklin Gothic Medium"/>
                <a:cs typeface="Franklin Gothic Medium"/>
              </a:rPr>
              <a:t>code</a:t>
            </a:r>
            <a:r>
              <a:rPr sz="1600" spc="15" dirty="0">
                <a:latin typeface="Franklin Gothic Medium"/>
                <a:cs typeface="Franklin Gothic Medium"/>
              </a:rPr>
              <a:t> </a:t>
            </a:r>
            <a:r>
              <a:rPr sz="1600" spc="-15" dirty="0">
                <a:latin typeface="Franklin Gothic Medium"/>
                <a:cs typeface="Franklin Gothic Medium"/>
              </a:rPr>
              <a:t>to</a:t>
            </a:r>
            <a:r>
              <a:rPr sz="1600" spc="-10" dirty="0">
                <a:latin typeface="Franklin Gothic Medium"/>
                <a:cs typeface="Franklin Gothic Medium"/>
              </a:rPr>
              <a:t> </a:t>
            </a:r>
            <a:r>
              <a:rPr sz="1600" dirty="0">
                <a:latin typeface="Franklin Gothic Medium"/>
                <a:cs typeface="Franklin Gothic Medium"/>
              </a:rPr>
              <a:t>include</a:t>
            </a:r>
            <a:r>
              <a:rPr sz="1600" spc="-20" dirty="0">
                <a:latin typeface="Franklin Gothic Medium"/>
                <a:cs typeface="Franklin Gothic Medium"/>
              </a:rPr>
              <a:t> </a:t>
            </a:r>
            <a:r>
              <a:rPr sz="1600" spc="-10" dirty="0">
                <a:latin typeface="Franklin Gothic Medium"/>
                <a:cs typeface="Franklin Gothic Medium"/>
              </a:rPr>
              <a:t>the</a:t>
            </a:r>
            <a:r>
              <a:rPr sz="1600" spc="-5" dirty="0">
                <a:latin typeface="Franklin Gothic Medium"/>
                <a:cs typeface="Franklin Gothic Medium"/>
              </a:rPr>
              <a:t> main().</a:t>
            </a:r>
            <a:endParaRPr sz="1600">
              <a:latin typeface="Franklin Gothic Medium"/>
              <a:cs typeface="Franklin Gothic Medium"/>
            </a:endParaRPr>
          </a:p>
          <a:p>
            <a:pPr marL="377825" indent="-287020">
              <a:lnSpc>
                <a:spcPct val="100000"/>
              </a:lnSpc>
              <a:buFont typeface="Arial MT"/>
              <a:buChar char="•"/>
              <a:tabLst>
                <a:tab pos="377825" algn="l"/>
                <a:tab pos="378460" algn="l"/>
              </a:tabLst>
            </a:pPr>
            <a:r>
              <a:rPr sz="1600" spc="-10" dirty="0">
                <a:latin typeface="Franklin Gothic Medium"/>
                <a:cs typeface="Franklin Gothic Medium"/>
              </a:rPr>
              <a:t>It</a:t>
            </a:r>
            <a:r>
              <a:rPr sz="1600" dirty="0">
                <a:latin typeface="Franklin Gothic Medium"/>
                <a:cs typeface="Franklin Gothic Medium"/>
              </a:rPr>
              <a:t> is</a:t>
            </a:r>
            <a:r>
              <a:rPr sz="1600" spc="-10" dirty="0">
                <a:latin typeface="Franklin Gothic Medium"/>
                <a:cs typeface="Franklin Gothic Medium"/>
              </a:rPr>
              <a:t> like</a:t>
            </a:r>
            <a:r>
              <a:rPr sz="1600" spc="-5" dirty="0">
                <a:latin typeface="Franklin Gothic Medium"/>
                <a:cs typeface="Franklin Gothic Medium"/>
              </a:rPr>
              <a:t> </a:t>
            </a:r>
            <a:r>
              <a:rPr sz="1600" spc="-15" dirty="0">
                <a:latin typeface="Franklin Gothic Medium"/>
                <a:cs typeface="Franklin Gothic Medium"/>
              </a:rPr>
              <a:t>any</a:t>
            </a:r>
            <a:r>
              <a:rPr sz="1600" spc="-5" dirty="0">
                <a:latin typeface="Franklin Gothic Medium"/>
                <a:cs typeface="Franklin Gothic Medium"/>
              </a:rPr>
              <a:t> </a:t>
            </a:r>
            <a:r>
              <a:rPr sz="1600" spc="-10" dirty="0">
                <a:latin typeface="Franklin Gothic Medium"/>
                <a:cs typeface="Franklin Gothic Medium"/>
              </a:rPr>
              <a:t>other</a:t>
            </a:r>
            <a:r>
              <a:rPr sz="1600" spc="15" dirty="0">
                <a:latin typeface="Franklin Gothic Medium"/>
                <a:cs typeface="Franklin Gothic Medium"/>
              </a:rPr>
              <a:t> </a:t>
            </a:r>
            <a:r>
              <a:rPr sz="1600" spc="-5" dirty="0">
                <a:latin typeface="Franklin Gothic Medium"/>
                <a:cs typeface="Franklin Gothic Medium"/>
              </a:rPr>
              <a:t>function</a:t>
            </a:r>
            <a:r>
              <a:rPr sz="1600" spc="-10" dirty="0">
                <a:latin typeface="Franklin Gothic Medium"/>
                <a:cs typeface="Franklin Gothic Medium"/>
              </a:rPr>
              <a:t> available</a:t>
            </a:r>
            <a:r>
              <a:rPr sz="1600" spc="-5" dirty="0">
                <a:latin typeface="Franklin Gothic Medium"/>
                <a:cs typeface="Franklin Gothic Medium"/>
              </a:rPr>
              <a:t> </a:t>
            </a:r>
            <a:r>
              <a:rPr sz="1600" dirty="0">
                <a:latin typeface="Franklin Gothic Medium"/>
                <a:cs typeface="Franklin Gothic Medium"/>
              </a:rPr>
              <a:t>in</a:t>
            </a:r>
            <a:r>
              <a:rPr sz="1600" spc="-20" dirty="0">
                <a:latin typeface="Franklin Gothic Medium"/>
                <a:cs typeface="Franklin Gothic Medium"/>
              </a:rPr>
              <a:t> </a:t>
            </a:r>
            <a:r>
              <a:rPr sz="1600" spc="-10" dirty="0">
                <a:latin typeface="Franklin Gothic Medium"/>
                <a:cs typeface="Franklin Gothic Medium"/>
              </a:rPr>
              <a:t>the</a:t>
            </a:r>
            <a:r>
              <a:rPr sz="1600" spc="5" dirty="0">
                <a:latin typeface="Franklin Gothic Medium"/>
                <a:cs typeface="Franklin Gothic Medium"/>
              </a:rPr>
              <a:t> </a:t>
            </a:r>
            <a:r>
              <a:rPr sz="1600" spc="-5" dirty="0">
                <a:latin typeface="Franklin Gothic Medium"/>
                <a:cs typeface="Franklin Gothic Medium"/>
              </a:rPr>
              <a:t>C library.</a:t>
            </a:r>
            <a:endParaRPr sz="1600">
              <a:latin typeface="Franklin Gothic Medium"/>
              <a:cs typeface="Franklin Gothic Medium"/>
            </a:endParaRPr>
          </a:p>
          <a:p>
            <a:pPr marL="377825" indent="-287020">
              <a:lnSpc>
                <a:spcPct val="100000"/>
              </a:lnSpc>
              <a:buFont typeface="Arial MT"/>
              <a:buChar char="•"/>
              <a:tabLst>
                <a:tab pos="377825" algn="l"/>
                <a:tab pos="378460" algn="l"/>
              </a:tabLst>
            </a:pPr>
            <a:r>
              <a:rPr sz="1600" spc="-5" dirty="0">
                <a:latin typeface="Franklin Gothic Medium"/>
                <a:cs typeface="Franklin Gothic Medium"/>
              </a:rPr>
              <a:t>Parenthesis</a:t>
            </a:r>
            <a:r>
              <a:rPr sz="1600" spc="-35" dirty="0">
                <a:latin typeface="Franklin Gothic Medium"/>
                <a:cs typeface="Franklin Gothic Medium"/>
              </a:rPr>
              <a:t> </a:t>
            </a:r>
            <a:r>
              <a:rPr sz="1600" spc="-5" dirty="0">
                <a:latin typeface="Franklin Gothic Medium"/>
                <a:cs typeface="Franklin Gothic Medium"/>
              </a:rPr>
              <a:t>()</a:t>
            </a:r>
            <a:r>
              <a:rPr sz="1600" spc="15" dirty="0">
                <a:latin typeface="Franklin Gothic Medium"/>
                <a:cs typeface="Franklin Gothic Medium"/>
              </a:rPr>
              <a:t> </a:t>
            </a:r>
            <a:r>
              <a:rPr sz="1600" spc="-5" dirty="0">
                <a:latin typeface="Franklin Gothic Medium"/>
                <a:cs typeface="Franklin Gothic Medium"/>
              </a:rPr>
              <a:t>are</a:t>
            </a:r>
            <a:r>
              <a:rPr sz="1600" spc="-25" dirty="0">
                <a:latin typeface="Franklin Gothic Medium"/>
                <a:cs typeface="Franklin Gothic Medium"/>
              </a:rPr>
              <a:t> </a:t>
            </a:r>
            <a:r>
              <a:rPr sz="1600" spc="-5" dirty="0">
                <a:latin typeface="Franklin Gothic Medium"/>
                <a:cs typeface="Franklin Gothic Medium"/>
              </a:rPr>
              <a:t>used</a:t>
            </a:r>
            <a:r>
              <a:rPr sz="1600" spc="10" dirty="0">
                <a:latin typeface="Franklin Gothic Medium"/>
                <a:cs typeface="Franklin Gothic Medium"/>
              </a:rPr>
              <a:t> </a:t>
            </a:r>
            <a:r>
              <a:rPr sz="1600" spc="-5" dirty="0">
                <a:latin typeface="Franklin Gothic Medium"/>
                <a:cs typeface="Franklin Gothic Medium"/>
              </a:rPr>
              <a:t>along</a:t>
            </a:r>
            <a:r>
              <a:rPr sz="1600" spc="-10" dirty="0">
                <a:latin typeface="Franklin Gothic Medium"/>
                <a:cs typeface="Franklin Gothic Medium"/>
              </a:rPr>
              <a:t> </a:t>
            </a:r>
            <a:r>
              <a:rPr sz="1600" spc="-5" dirty="0">
                <a:latin typeface="Franklin Gothic Medium"/>
                <a:cs typeface="Franklin Gothic Medium"/>
              </a:rPr>
              <a:t>with</a:t>
            </a:r>
            <a:r>
              <a:rPr sz="1600" spc="-20" dirty="0">
                <a:latin typeface="Franklin Gothic Medium"/>
                <a:cs typeface="Franklin Gothic Medium"/>
              </a:rPr>
              <a:t> </a:t>
            </a:r>
            <a:r>
              <a:rPr sz="1600" spc="-5" dirty="0">
                <a:latin typeface="Franklin Gothic Medium"/>
                <a:cs typeface="Franklin Gothic Medium"/>
              </a:rPr>
              <a:t>main.</a:t>
            </a:r>
            <a:endParaRPr sz="1600">
              <a:latin typeface="Franklin Gothic Medium"/>
              <a:cs typeface="Franklin Gothic Medium"/>
            </a:endParaRPr>
          </a:p>
        </p:txBody>
      </p:sp>
      <p:sp>
        <p:nvSpPr>
          <p:cNvPr id="17" name="object 17"/>
          <p:cNvSpPr txBox="1"/>
          <p:nvPr/>
        </p:nvSpPr>
        <p:spPr>
          <a:xfrm>
            <a:off x="5027676" y="4985003"/>
            <a:ext cx="7094220" cy="862965"/>
          </a:xfrm>
          <a:prstGeom prst="rect">
            <a:avLst/>
          </a:prstGeom>
          <a:solidFill>
            <a:srgbClr val="FFCCFF"/>
          </a:solidFill>
          <a:ln w="9525">
            <a:solidFill>
              <a:srgbClr val="FF0000"/>
            </a:solidFill>
          </a:ln>
        </p:spPr>
        <p:txBody>
          <a:bodyPr vert="horz" wrap="square" lIns="0" tIns="40640" rIns="0" bIns="0" rtlCol="0">
            <a:spAutoFit/>
          </a:bodyPr>
          <a:lstStyle/>
          <a:p>
            <a:pPr marL="92710" marR="86995">
              <a:lnSpc>
                <a:spcPct val="100000"/>
              </a:lnSpc>
              <a:spcBef>
                <a:spcPts val="320"/>
              </a:spcBef>
            </a:pPr>
            <a:r>
              <a:rPr sz="1600" spc="-5" dirty="0">
                <a:latin typeface="Franklin Gothic Medium"/>
                <a:cs typeface="Franklin Gothic Medium"/>
              </a:rPr>
              <a:t>user</a:t>
            </a:r>
            <a:r>
              <a:rPr sz="1600" spc="10" dirty="0">
                <a:latin typeface="Franklin Gothic Medium"/>
                <a:cs typeface="Franklin Gothic Medium"/>
              </a:rPr>
              <a:t> </a:t>
            </a:r>
            <a:r>
              <a:rPr sz="1600" spc="-5" dirty="0">
                <a:latin typeface="Franklin Gothic Medium"/>
                <a:cs typeface="Franklin Gothic Medium"/>
              </a:rPr>
              <a:t>defined</a:t>
            </a:r>
            <a:r>
              <a:rPr sz="1600" dirty="0">
                <a:latin typeface="Franklin Gothic Medium"/>
                <a:cs typeface="Franklin Gothic Medium"/>
              </a:rPr>
              <a:t> </a:t>
            </a:r>
            <a:r>
              <a:rPr sz="1600" spc="-5" dirty="0">
                <a:latin typeface="Franklin Gothic Medium"/>
                <a:cs typeface="Franklin Gothic Medium"/>
              </a:rPr>
              <a:t>functions</a:t>
            </a:r>
            <a:r>
              <a:rPr sz="1600" dirty="0">
                <a:latin typeface="Franklin Gothic Medium"/>
                <a:cs typeface="Franklin Gothic Medium"/>
              </a:rPr>
              <a:t> </a:t>
            </a:r>
            <a:r>
              <a:rPr sz="1600" spc="-10" dirty="0">
                <a:latin typeface="Franklin Gothic Medium"/>
                <a:cs typeface="Franklin Gothic Medium"/>
              </a:rPr>
              <a:t>specified</a:t>
            </a:r>
            <a:r>
              <a:rPr sz="1600" dirty="0">
                <a:latin typeface="Franklin Gothic Medium"/>
                <a:cs typeface="Franklin Gothic Medium"/>
              </a:rPr>
              <a:t> </a:t>
            </a:r>
            <a:r>
              <a:rPr sz="1600" spc="-10" dirty="0">
                <a:latin typeface="Franklin Gothic Medium"/>
                <a:cs typeface="Franklin Gothic Medium"/>
              </a:rPr>
              <a:t>the</a:t>
            </a:r>
            <a:r>
              <a:rPr sz="1600" spc="5" dirty="0">
                <a:latin typeface="Franklin Gothic Medium"/>
                <a:cs typeface="Franklin Gothic Medium"/>
              </a:rPr>
              <a:t> </a:t>
            </a:r>
            <a:r>
              <a:rPr sz="1600" spc="-5" dirty="0">
                <a:latin typeface="Franklin Gothic Medium"/>
                <a:cs typeface="Franklin Gothic Medium"/>
              </a:rPr>
              <a:t>functions</a:t>
            </a:r>
            <a:r>
              <a:rPr sz="1600" spc="5" dirty="0">
                <a:latin typeface="Franklin Gothic Medium"/>
                <a:cs typeface="Franklin Gothic Medium"/>
              </a:rPr>
              <a:t> </a:t>
            </a:r>
            <a:r>
              <a:rPr sz="1600" spc="-10" dirty="0">
                <a:latin typeface="Franklin Gothic Medium"/>
                <a:cs typeface="Franklin Gothic Medium"/>
              </a:rPr>
              <a:t>specified</a:t>
            </a:r>
            <a:r>
              <a:rPr sz="1600" dirty="0">
                <a:latin typeface="Franklin Gothic Medium"/>
                <a:cs typeface="Franklin Gothic Medium"/>
              </a:rPr>
              <a:t> </a:t>
            </a:r>
            <a:r>
              <a:rPr sz="1600" spc="-5" dirty="0">
                <a:latin typeface="Franklin Gothic Medium"/>
                <a:cs typeface="Franklin Gothic Medium"/>
              </a:rPr>
              <a:t>as</a:t>
            </a:r>
            <a:r>
              <a:rPr sz="1600" spc="10" dirty="0">
                <a:latin typeface="Franklin Gothic Medium"/>
                <a:cs typeface="Franklin Gothic Medium"/>
              </a:rPr>
              <a:t> </a:t>
            </a:r>
            <a:r>
              <a:rPr sz="1600" spc="-5" dirty="0">
                <a:latin typeface="Franklin Gothic Medium"/>
                <a:cs typeface="Franklin Gothic Medium"/>
              </a:rPr>
              <a:t>per</a:t>
            </a:r>
            <a:r>
              <a:rPr sz="1600" spc="5" dirty="0">
                <a:latin typeface="Franklin Gothic Medium"/>
                <a:cs typeface="Franklin Gothic Medium"/>
              </a:rPr>
              <a:t> </a:t>
            </a:r>
            <a:r>
              <a:rPr sz="1600" spc="-10" dirty="0">
                <a:latin typeface="Franklin Gothic Medium"/>
                <a:cs typeface="Franklin Gothic Medium"/>
              </a:rPr>
              <a:t>the</a:t>
            </a:r>
            <a:r>
              <a:rPr sz="1600" spc="5" dirty="0">
                <a:latin typeface="Franklin Gothic Medium"/>
                <a:cs typeface="Franklin Gothic Medium"/>
              </a:rPr>
              <a:t> </a:t>
            </a:r>
            <a:r>
              <a:rPr sz="1600" spc="-5" dirty="0">
                <a:latin typeface="Franklin Gothic Medium"/>
                <a:cs typeface="Franklin Gothic Medium"/>
              </a:rPr>
              <a:t>requirements </a:t>
            </a:r>
            <a:r>
              <a:rPr sz="1600" spc="-385" dirty="0">
                <a:latin typeface="Franklin Gothic Medium"/>
                <a:cs typeface="Franklin Gothic Medium"/>
              </a:rPr>
              <a:t> </a:t>
            </a:r>
            <a:r>
              <a:rPr sz="1600" spc="-5" dirty="0">
                <a:latin typeface="Franklin Gothic Medium"/>
                <a:cs typeface="Franklin Gothic Medium"/>
              </a:rPr>
              <a:t>of</a:t>
            </a:r>
            <a:r>
              <a:rPr sz="1600" spc="-10" dirty="0">
                <a:latin typeface="Franklin Gothic Medium"/>
                <a:cs typeface="Franklin Gothic Medium"/>
              </a:rPr>
              <a:t> </a:t>
            </a:r>
            <a:r>
              <a:rPr sz="1600" spc="-5" dirty="0">
                <a:latin typeface="Franklin Gothic Medium"/>
                <a:cs typeface="Franklin Gothic Medium"/>
              </a:rPr>
              <a:t>the </a:t>
            </a:r>
            <a:r>
              <a:rPr sz="1600" spc="-15" dirty="0">
                <a:latin typeface="Franklin Gothic Medium"/>
                <a:cs typeface="Franklin Gothic Medium"/>
              </a:rPr>
              <a:t>user.</a:t>
            </a:r>
            <a:endParaRPr sz="1600">
              <a:latin typeface="Franklin Gothic Medium"/>
              <a:cs typeface="Franklin Gothic Medium"/>
            </a:endParaRPr>
          </a:p>
          <a:p>
            <a:pPr marL="92710">
              <a:lnSpc>
                <a:spcPct val="100000"/>
              </a:lnSpc>
            </a:pPr>
            <a:r>
              <a:rPr sz="1600" spc="-5" dirty="0">
                <a:latin typeface="Franklin Gothic Medium"/>
                <a:cs typeface="Franklin Gothic Medium"/>
              </a:rPr>
              <a:t>Examples:</a:t>
            </a:r>
            <a:r>
              <a:rPr sz="1600" spc="375" dirty="0">
                <a:latin typeface="Franklin Gothic Medium"/>
                <a:cs typeface="Franklin Gothic Medium"/>
              </a:rPr>
              <a:t> </a:t>
            </a:r>
            <a:r>
              <a:rPr sz="1600" spc="-5" dirty="0">
                <a:latin typeface="Franklin Gothic Medium"/>
                <a:cs typeface="Franklin Gothic Medium"/>
              </a:rPr>
              <a:t>color(),</a:t>
            </a:r>
            <a:r>
              <a:rPr sz="1600" spc="15" dirty="0">
                <a:latin typeface="Franklin Gothic Medium"/>
                <a:cs typeface="Franklin Gothic Medium"/>
              </a:rPr>
              <a:t> </a:t>
            </a:r>
            <a:r>
              <a:rPr sz="1600" spc="-10" dirty="0">
                <a:latin typeface="Franklin Gothic Medium"/>
                <a:cs typeface="Franklin Gothic Medium"/>
              </a:rPr>
              <a:t>sum(),</a:t>
            </a:r>
            <a:r>
              <a:rPr sz="1600" spc="5" dirty="0">
                <a:latin typeface="Franklin Gothic Medium"/>
                <a:cs typeface="Franklin Gothic Medium"/>
              </a:rPr>
              <a:t> </a:t>
            </a:r>
            <a:r>
              <a:rPr sz="1600" spc="-5" dirty="0">
                <a:latin typeface="Franklin Gothic Medium"/>
                <a:cs typeface="Franklin Gothic Medium"/>
              </a:rPr>
              <a:t>division()</a:t>
            </a:r>
            <a:endParaRPr sz="1600">
              <a:latin typeface="Franklin Gothic Medium"/>
              <a:cs typeface="Franklin Gothic Medium"/>
            </a:endParaRPr>
          </a:p>
        </p:txBody>
      </p:sp>
      <p:sp>
        <p:nvSpPr>
          <p:cNvPr id="18" name="object 18"/>
          <p:cNvSpPr txBox="1"/>
          <p:nvPr/>
        </p:nvSpPr>
        <p:spPr>
          <a:xfrm>
            <a:off x="4957571" y="2566416"/>
            <a:ext cx="7152640" cy="340360"/>
          </a:xfrm>
          <a:prstGeom prst="rect">
            <a:avLst/>
          </a:prstGeom>
          <a:solidFill>
            <a:srgbClr val="FF8080"/>
          </a:solidFill>
          <a:ln w="9525">
            <a:solidFill>
              <a:srgbClr val="FF0000"/>
            </a:solidFill>
          </a:ln>
        </p:spPr>
        <p:txBody>
          <a:bodyPr vert="horz" wrap="square" lIns="0" tIns="40005" rIns="0" bIns="0" rtlCol="0">
            <a:spAutoFit/>
          </a:bodyPr>
          <a:lstStyle/>
          <a:p>
            <a:pPr marL="92710">
              <a:lnSpc>
                <a:spcPct val="100000"/>
              </a:lnSpc>
              <a:spcBef>
                <a:spcPts val="315"/>
              </a:spcBef>
              <a:tabLst>
                <a:tab pos="2835910" algn="l"/>
              </a:tabLst>
            </a:pPr>
            <a:r>
              <a:rPr sz="1600" spc="-5" dirty="0">
                <a:latin typeface="Franklin Gothic Medium"/>
                <a:cs typeface="Franklin Gothic Medium"/>
              </a:rPr>
              <a:t>Example</a:t>
            </a:r>
            <a:r>
              <a:rPr sz="1600" spc="5" dirty="0">
                <a:latin typeface="Franklin Gothic Medium"/>
                <a:cs typeface="Franklin Gothic Medium"/>
              </a:rPr>
              <a:t> </a:t>
            </a:r>
            <a:r>
              <a:rPr sz="1600" spc="-5" dirty="0">
                <a:latin typeface="Franklin Gothic Medium"/>
                <a:cs typeface="Franklin Gothic Medium"/>
              </a:rPr>
              <a:t>:</a:t>
            </a:r>
            <a:r>
              <a:rPr sz="1600" spc="10" dirty="0">
                <a:latin typeface="Franklin Gothic Medium"/>
                <a:cs typeface="Franklin Gothic Medium"/>
              </a:rPr>
              <a:t> </a:t>
            </a:r>
            <a:r>
              <a:rPr sz="1600" spc="-5" dirty="0">
                <a:latin typeface="Franklin Gothic Medium"/>
                <a:cs typeface="Franklin Gothic Medium"/>
              </a:rPr>
              <a:t>float</a:t>
            </a:r>
            <a:r>
              <a:rPr sz="1600" dirty="0">
                <a:latin typeface="Franklin Gothic Medium"/>
                <a:cs typeface="Franklin Gothic Medium"/>
              </a:rPr>
              <a:t> </a:t>
            </a:r>
            <a:r>
              <a:rPr sz="1600" spc="-5" dirty="0">
                <a:latin typeface="Franklin Gothic Medium"/>
                <a:cs typeface="Franklin Gothic Medium"/>
              </a:rPr>
              <a:t>num =</a:t>
            </a:r>
            <a:r>
              <a:rPr sz="1600" spc="10" dirty="0">
                <a:latin typeface="Franklin Gothic Medium"/>
                <a:cs typeface="Franklin Gothic Medium"/>
              </a:rPr>
              <a:t> </a:t>
            </a:r>
            <a:r>
              <a:rPr sz="1600" spc="-5" dirty="0">
                <a:latin typeface="Franklin Gothic Medium"/>
                <a:cs typeface="Franklin Gothic Medium"/>
              </a:rPr>
              <a:t>2.54;	int</a:t>
            </a:r>
            <a:r>
              <a:rPr sz="1600" spc="-30" dirty="0">
                <a:latin typeface="Franklin Gothic Medium"/>
                <a:cs typeface="Franklin Gothic Medium"/>
              </a:rPr>
              <a:t> </a:t>
            </a:r>
            <a:r>
              <a:rPr sz="1600" spc="-5" dirty="0">
                <a:latin typeface="Franklin Gothic Medium"/>
                <a:cs typeface="Franklin Gothic Medium"/>
              </a:rPr>
              <a:t>a</a:t>
            </a:r>
            <a:r>
              <a:rPr sz="1600" spc="-25" dirty="0">
                <a:latin typeface="Franklin Gothic Medium"/>
                <a:cs typeface="Franklin Gothic Medium"/>
              </a:rPr>
              <a:t> </a:t>
            </a:r>
            <a:r>
              <a:rPr sz="1600" spc="-5" dirty="0">
                <a:latin typeface="Franklin Gothic Medium"/>
                <a:cs typeface="Franklin Gothic Medium"/>
              </a:rPr>
              <a:t>=</a:t>
            </a:r>
            <a:r>
              <a:rPr sz="1600" spc="-15" dirty="0">
                <a:latin typeface="Franklin Gothic Medium"/>
                <a:cs typeface="Franklin Gothic Medium"/>
              </a:rPr>
              <a:t> </a:t>
            </a:r>
            <a:r>
              <a:rPr sz="1600" spc="-5" dirty="0">
                <a:latin typeface="Franklin Gothic Medium"/>
                <a:cs typeface="Franklin Gothic Medium"/>
              </a:rPr>
              <a:t>5;</a:t>
            </a:r>
            <a:endParaRPr sz="1600">
              <a:latin typeface="Franklin Gothic Medium"/>
              <a:cs typeface="Franklin Gothic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4479925" cy="391160"/>
          </a:xfrm>
          <a:prstGeom prst="rect">
            <a:avLst/>
          </a:prstGeom>
        </p:spPr>
        <p:txBody>
          <a:bodyPr vert="horz" wrap="square" lIns="0" tIns="12700" rIns="0" bIns="0" rtlCol="0">
            <a:spAutoFit/>
          </a:bodyPr>
          <a:lstStyle/>
          <a:p>
            <a:pPr marL="12700">
              <a:lnSpc>
                <a:spcPct val="100000"/>
              </a:lnSpc>
              <a:spcBef>
                <a:spcPts val="100"/>
              </a:spcBef>
            </a:pPr>
            <a:r>
              <a:rPr sz="2400" spc="5" dirty="0"/>
              <a:t>Basic</a:t>
            </a:r>
            <a:r>
              <a:rPr sz="2400" spc="-45" dirty="0"/>
              <a:t> </a:t>
            </a:r>
            <a:r>
              <a:rPr sz="2400" dirty="0"/>
              <a:t>Structure</a:t>
            </a:r>
            <a:r>
              <a:rPr sz="2400" spc="-30" dirty="0"/>
              <a:t> </a:t>
            </a:r>
            <a:r>
              <a:rPr sz="2400" spc="5" dirty="0"/>
              <a:t>of</a:t>
            </a:r>
            <a:r>
              <a:rPr sz="2400" spc="-20" dirty="0"/>
              <a:t> </a:t>
            </a:r>
            <a:r>
              <a:rPr sz="2400" dirty="0"/>
              <a:t>C</a:t>
            </a:r>
            <a:r>
              <a:rPr sz="2400" spc="-20" dirty="0"/>
              <a:t> </a:t>
            </a:r>
            <a:r>
              <a:rPr sz="2400" dirty="0"/>
              <a:t>Programming</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grpSp>
        <p:nvGrpSpPr>
          <p:cNvPr id="7" name="object 7"/>
          <p:cNvGrpSpPr/>
          <p:nvPr/>
        </p:nvGrpSpPr>
        <p:grpSpPr>
          <a:xfrm>
            <a:off x="354711" y="810387"/>
            <a:ext cx="6219190" cy="5314950"/>
            <a:chOff x="354711" y="810387"/>
            <a:chExt cx="6219190" cy="5314950"/>
          </a:xfrm>
        </p:grpSpPr>
        <p:pic>
          <p:nvPicPr>
            <p:cNvPr id="8" name="object 8"/>
            <p:cNvPicPr/>
            <p:nvPr/>
          </p:nvPicPr>
          <p:blipFill>
            <a:blip r:embed="rId4" cstate="print"/>
            <a:stretch>
              <a:fillRect/>
            </a:stretch>
          </p:blipFill>
          <p:spPr>
            <a:xfrm>
              <a:off x="554700" y="896112"/>
              <a:ext cx="6009167" cy="5172075"/>
            </a:xfrm>
            <a:prstGeom prst="rect">
              <a:avLst/>
            </a:prstGeom>
          </p:spPr>
        </p:pic>
        <p:sp>
          <p:nvSpPr>
            <p:cNvPr id="9" name="object 9"/>
            <p:cNvSpPr/>
            <p:nvPr/>
          </p:nvSpPr>
          <p:spPr>
            <a:xfrm>
              <a:off x="359473" y="815149"/>
              <a:ext cx="6209665" cy="5305425"/>
            </a:xfrm>
            <a:custGeom>
              <a:avLst/>
              <a:gdLst/>
              <a:ahLst/>
              <a:cxnLst/>
              <a:rect l="l" t="t" r="r" b="b"/>
              <a:pathLst>
                <a:path w="6209665" h="5305425">
                  <a:moveTo>
                    <a:pt x="0" y="5305425"/>
                  </a:moveTo>
                  <a:lnTo>
                    <a:pt x="6209157" y="5305425"/>
                  </a:lnTo>
                  <a:lnTo>
                    <a:pt x="6209157" y="0"/>
                  </a:lnTo>
                  <a:lnTo>
                    <a:pt x="0" y="0"/>
                  </a:lnTo>
                  <a:lnTo>
                    <a:pt x="0" y="5305425"/>
                  </a:lnTo>
                  <a:close/>
                </a:path>
              </a:pathLst>
            </a:custGeom>
            <a:ln w="9525">
              <a:solidFill>
                <a:srgbClr val="000000"/>
              </a:solidFill>
            </a:ln>
          </p:spPr>
          <p:txBody>
            <a:bodyPr wrap="square" lIns="0" tIns="0" rIns="0" bIns="0" rtlCol="0"/>
            <a:lstStyle/>
            <a:p>
              <a:endParaRPr/>
            </a:p>
          </p:txBody>
        </p:sp>
      </p:grpSp>
      <p:grpSp>
        <p:nvGrpSpPr>
          <p:cNvPr id="10" name="object 10"/>
          <p:cNvGrpSpPr/>
          <p:nvPr/>
        </p:nvGrpSpPr>
        <p:grpSpPr>
          <a:xfrm>
            <a:off x="6885241" y="949261"/>
            <a:ext cx="5098415" cy="5037455"/>
            <a:chOff x="6885241" y="949261"/>
            <a:chExt cx="5098415" cy="5037455"/>
          </a:xfrm>
        </p:grpSpPr>
        <p:sp>
          <p:nvSpPr>
            <p:cNvPr id="11" name="object 11"/>
            <p:cNvSpPr/>
            <p:nvPr/>
          </p:nvSpPr>
          <p:spPr>
            <a:xfrm>
              <a:off x="6890004" y="954024"/>
              <a:ext cx="5088890" cy="5027930"/>
            </a:xfrm>
            <a:custGeom>
              <a:avLst/>
              <a:gdLst/>
              <a:ahLst/>
              <a:cxnLst/>
              <a:rect l="l" t="t" r="r" b="b"/>
              <a:pathLst>
                <a:path w="5088890" h="5027930">
                  <a:moveTo>
                    <a:pt x="5088636" y="0"/>
                  </a:moveTo>
                  <a:lnTo>
                    <a:pt x="0" y="0"/>
                  </a:lnTo>
                  <a:lnTo>
                    <a:pt x="0" y="5027676"/>
                  </a:lnTo>
                  <a:lnTo>
                    <a:pt x="5088636" y="5027676"/>
                  </a:lnTo>
                  <a:lnTo>
                    <a:pt x="5088636" y="0"/>
                  </a:lnTo>
                  <a:close/>
                </a:path>
              </a:pathLst>
            </a:custGeom>
            <a:solidFill>
              <a:srgbClr val="C8F0FF"/>
            </a:solidFill>
          </p:spPr>
          <p:txBody>
            <a:bodyPr wrap="square" lIns="0" tIns="0" rIns="0" bIns="0" rtlCol="0"/>
            <a:lstStyle/>
            <a:p>
              <a:endParaRPr/>
            </a:p>
          </p:txBody>
        </p:sp>
        <p:sp>
          <p:nvSpPr>
            <p:cNvPr id="12" name="object 12"/>
            <p:cNvSpPr/>
            <p:nvPr/>
          </p:nvSpPr>
          <p:spPr>
            <a:xfrm>
              <a:off x="6890004" y="954024"/>
              <a:ext cx="5088890" cy="5027930"/>
            </a:xfrm>
            <a:custGeom>
              <a:avLst/>
              <a:gdLst/>
              <a:ahLst/>
              <a:cxnLst/>
              <a:rect l="l" t="t" r="r" b="b"/>
              <a:pathLst>
                <a:path w="5088890" h="5027930">
                  <a:moveTo>
                    <a:pt x="0" y="5027676"/>
                  </a:moveTo>
                  <a:lnTo>
                    <a:pt x="5088636" y="5027676"/>
                  </a:lnTo>
                  <a:lnTo>
                    <a:pt x="5088636" y="0"/>
                  </a:lnTo>
                  <a:lnTo>
                    <a:pt x="0" y="0"/>
                  </a:lnTo>
                  <a:lnTo>
                    <a:pt x="0" y="5027676"/>
                  </a:lnTo>
                  <a:close/>
                </a:path>
              </a:pathLst>
            </a:custGeom>
            <a:ln w="9525">
              <a:solidFill>
                <a:srgbClr val="000099"/>
              </a:solidFill>
            </a:ln>
          </p:spPr>
          <p:txBody>
            <a:bodyPr wrap="square" lIns="0" tIns="0" rIns="0" bIns="0" rtlCol="0"/>
            <a:lstStyle/>
            <a:p>
              <a:endParaRPr/>
            </a:p>
          </p:txBody>
        </p:sp>
      </p:grpSp>
      <p:sp>
        <p:nvSpPr>
          <p:cNvPr id="13" name="object 13"/>
          <p:cNvSpPr txBox="1"/>
          <p:nvPr/>
        </p:nvSpPr>
        <p:spPr>
          <a:xfrm>
            <a:off x="6968997" y="930402"/>
            <a:ext cx="4933950" cy="4964430"/>
          </a:xfrm>
          <a:prstGeom prst="rect">
            <a:avLst/>
          </a:prstGeom>
        </p:spPr>
        <p:txBody>
          <a:bodyPr vert="horz" wrap="square" lIns="0" tIns="149860" rIns="0" bIns="0" rtlCol="0">
            <a:spAutoFit/>
          </a:bodyPr>
          <a:lstStyle/>
          <a:p>
            <a:pPr marL="12700">
              <a:lnSpc>
                <a:spcPct val="100000"/>
              </a:lnSpc>
              <a:spcBef>
                <a:spcPts val="1180"/>
              </a:spcBef>
            </a:pPr>
            <a:r>
              <a:rPr sz="1800" spc="-5" dirty="0">
                <a:latin typeface="Franklin Gothic Medium"/>
                <a:cs typeface="Franklin Gothic Medium"/>
              </a:rPr>
              <a:t>Note</a:t>
            </a:r>
            <a:r>
              <a:rPr sz="1800" spc="-65" dirty="0">
                <a:latin typeface="Franklin Gothic Medium"/>
                <a:cs typeface="Franklin Gothic Medium"/>
              </a:rPr>
              <a:t> </a:t>
            </a:r>
            <a:r>
              <a:rPr sz="1800" dirty="0">
                <a:latin typeface="Franklin Gothic Medium"/>
                <a:cs typeface="Franklin Gothic Medium"/>
              </a:rPr>
              <a:t>:</a:t>
            </a:r>
          </a:p>
          <a:p>
            <a:pPr marL="355600" marR="6985" indent="-342900">
              <a:lnSpc>
                <a:spcPts val="3240"/>
              </a:lnSpc>
              <a:spcBef>
                <a:spcPts val="285"/>
              </a:spcBef>
              <a:buAutoNum type="arabicPeriod"/>
              <a:tabLst>
                <a:tab pos="354965" algn="l"/>
                <a:tab pos="355600" algn="l"/>
              </a:tabLst>
            </a:pPr>
            <a:r>
              <a:rPr sz="1800" i="1" spc="-5" dirty="0">
                <a:latin typeface="Franklin Gothic Medium"/>
                <a:cs typeface="Franklin Gothic Medium"/>
              </a:rPr>
              <a:t>Comment</a:t>
            </a:r>
            <a:r>
              <a:rPr sz="1800" i="1" spc="420" dirty="0">
                <a:latin typeface="Franklin Gothic Medium"/>
                <a:cs typeface="Franklin Gothic Medium"/>
              </a:rPr>
              <a:t> </a:t>
            </a:r>
            <a:r>
              <a:rPr sz="1800" i="1" spc="-5" dirty="0">
                <a:latin typeface="Franklin Gothic Medium"/>
                <a:cs typeface="Franklin Gothic Medium"/>
              </a:rPr>
              <a:t>is</a:t>
            </a:r>
            <a:r>
              <a:rPr sz="1800" i="1" spc="415" dirty="0">
                <a:latin typeface="Franklin Gothic Medium"/>
                <a:cs typeface="Franklin Gothic Medium"/>
              </a:rPr>
              <a:t> </a:t>
            </a:r>
            <a:r>
              <a:rPr sz="1800" i="1" spc="-5" dirty="0">
                <a:latin typeface="Franklin Gothic Medium"/>
                <a:cs typeface="Franklin Gothic Medium"/>
              </a:rPr>
              <a:t>non</a:t>
            </a:r>
            <a:r>
              <a:rPr sz="1800" i="1" spc="434" dirty="0">
                <a:latin typeface="Franklin Gothic Medium"/>
                <a:cs typeface="Franklin Gothic Medium"/>
              </a:rPr>
              <a:t> </a:t>
            </a:r>
            <a:r>
              <a:rPr sz="1800" i="1" spc="-10" dirty="0">
                <a:latin typeface="Franklin Gothic Medium"/>
                <a:cs typeface="Franklin Gothic Medium"/>
              </a:rPr>
              <a:t>executable</a:t>
            </a:r>
            <a:r>
              <a:rPr sz="1800" i="1" spc="415" dirty="0">
                <a:latin typeface="Franklin Gothic Medium"/>
                <a:cs typeface="Franklin Gothic Medium"/>
              </a:rPr>
              <a:t> </a:t>
            </a:r>
            <a:r>
              <a:rPr sz="1800" i="1" spc="-5" dirty="0">
                <a:latin typeface="Franklin Gothic Medium"/>
                <a:cs typeface="Franklin Gothic Medium"/>
              </a:rPr>
              <a:t>statement</a:t>
            </a:r>
            <a:r>
              <a:rPr sz="1800" spc="-5" dirty="0">
                <a:latin typeface="Franklin Gothic Medium"/>
                <a:cs typeface="Franklin Gothic Medium"/>
              </a:rPr>
              <a:t>.</a:t>
            </a:r>
            <a:r>
              <a:rPr sz="1800" spc="415" dirty="0">
                <a:latin typeface="Franklin Gothic Medium"/>
                <a:cs typeface="Franklin Gothic Medium"/>
              </a:rPr>
              <a:t> </a:t>
            </a:r>
            <a:r>
              <a:rPr sz="1800" dirty="0">
                <a:latin typeface="Franklin Gothic Medium"/>
                <a:cs typeface="Franklin Gothic Medium"/>
              </a:rPr>
              <a:t>It</a:t>
            </a:r>
            <a:r>
              <a:rPr sz="1800" spc="409" dirty="0">
                <a:latin typeface="Franklin Gothic Medium"/>
                <a:cs typeface="Franklin Gothic Medium"/>
              </a:rPr>
              <a:t> </a:t>
            </a:r>
            <a:r>
              <a:rPr sz="1800" spc="-10" dirty="0">
                <a:latin typeface="Franklin Gothic Medium"/>
                <a:cs typeface="Franklin Gothic Medium"/>
              </a:rPr>
              <a:t>is </a:t>
            </a:r>
            <a:r>
              <a:rPr sz="1800" spc="-434" dirty="0">
                <a:latin typeface="Franklin Gothic Medium"/>
                <a:cs typeface="Franklin Gothic Medium"/>
              </a:rPr>
              <a:t> </a:t>
            </a:r>
            <a:r>
              <a:rPr sz="1800" dirty="0">
                <a:latin typeface="Franklin Gothic Medium"/>
                <a:cs typeface="Franklin Gothic Medium"/>
              </a:rPr>
              <a:t>used</a:t>
            </a:r>
            <a:r>
              <a:rPr sz="1800" spc="5" dirty="0">
                <a:latin typeface="Franklin Gothic Medium"/>
                <a:cs typeface="Franklin Gothic Medium"/>
              </a:rPr>
              <a:t> </a:t>
            </a:r>
            <a:r>
              <a:rPr sz="1800" spc="-5" dirty="0">
                <a:latin typeface="Franklin Gothic Medium"/>
                <a:cs typeface="Franklin Gothic Medium"/>
              </a:rPr>
              <a:t>as</a:t>
            </a:r>
            <a:r>
              <a:rPr sz="1800" spc="-10" dirty="0">
                <a:latin typeface="Franklin Gothic Medium"/>
                <a:cs typeface="Franklin Gothic Medium"/>
              </a:rPr>
              <a:t> </a:t>
            </a:r>
            <a:r>
              <a:rPr sz="1800" dirty="0">
                <a:latin typeface="Franklin Gothic Medium"/>
                <a:cs typeface="Franklin Gothic Medium"/>
              </a:rPr>
              <a:t>a</a:t>
            </a:r>
            <a:r>
              <a:rPr sz="1800" spc="5" dirty="0">
                <a:latin typeface="Franklin Gothic Medium"/>
                <a:cs typeface="Franklin Gothic Medium"/>
              </a:rPr>
              <a:t> </a:t>
            </a:r>
            <a:r>
              <a:rPr sz="1800" dirty="0">
                <a:latin typeface="Franklin Gothic Medium"/>
                <a:cs typeface="Franklin Gothic Medium"/>
              </a:rPr>
              <a:t>label</a:t>
            </a:r>
            <a:r>
              <a:rPr sz="1800" spc="-10" dirty="0">
                <a:latin typeface="Franklin Gothic Medium"/>
                <a:cs typeface="Franklin Gothic Medium"/>
              </a:rPr>
              <a:t> </a:t>
            </a:r>
            <a:r>
              <a:rPr sz="1800" spc="-5" dirty="0">
                <a:latin typeface="Franklin Gothic Medium"/>
                <a:cs typeface="Franklin Gothic Medium"/>
              </a:rPr>
              <a:t>of</a:t>
            </a:r>
            <a:r>
              <a:rPr sz="1800" dirty="0">
                <a:latin typeface="Franklin Gothic Medium"/>
                <a:cs typeface="Franklin Gothic Medium"/>
              </a:rPr>
              <a:t> </a:t>
            </a:r>
            <a:r>
              <a:rPr sz="1800" spc="-5" dirty="0">
                <a:latin typeface="Franklin Gothic Medium"/>
                <a:cs typeface="Franklin Gothic Medium"/>
              </a:rPr>
              <a:t>the</a:t>
            </a:r>
            <a:r>
              <a:rPr sz="1800" spc="10" dirty="0">
                <a:latin typeface="Franklin Gothic Medium"/>
                <a:cs typeface="Franklin Gothic Medium"/>
              </a:rPr>
              <a:t> </a:t>
            </a:r>
            <a:r>
              <a:rPr sz="1800" spc="-5" dirty="0">
                <a:latin typeface="Franklin Gothic Medium"/>
                <a:cs typeface="Franklin Gothic Medium"/>
              </a:rPr>
              <a:t>program.</a:t>
            </a:r>
            <a:endParaRPr sz="1800" dirty="0">
              <a:latin typeface="Franklin Gothic Medium"/>
              <a:cs typeface="Franklin Gothic Medium"/>
            </a:endParaRPr>
          </a:p>
          <a:p>
            <a:pPr marL="355600" indent="-342900">
              <a:lnSpc>
                <a:spcPct val="100000"/>
              </a:lnSpc>
              <a:spcBef>
                <a:spcPts val="795"/>
              </a:spcBef>
              <a:buAutoNum type="arabicPeriod"/>
              <a:tabLst>
                <a:tab pos="354965" algn="l"/>
                <a:tab pos="355600" algn="l"/>
              </a:tabLst>
            </a:pPr>
            <a:r>
              <a:rPr sz="1800" spc="5" dirty="0">
                <a:latin typeface="Franklin Gothic Medium"/>
                <a:cs typeface="Franklin Gothic Medium"/>
              </a:rPr>
              <a:t>Every</a:t>
            </a:r>
            <a:r>
              <a:rPr sz="1800" spc="90" dirty="0">
                <a:latin typeface="Franklin Gothic Medium"/>
                <a:cs typeface="Franklin Gothic Medium"/>
              </a:rPr>
              <a:t> </a:t>
            </a:r>
            <a:r>
              <a:rPr sz="1800" dirty="0">
                <a:latin typeface="Franklin Gothic Medium"/>
                <a:cs typeface="Franklin Gothic Medium"/>
              </a:rPr>
              <a:t>C</a:t>
            </a:r>
            <a:r>
              <a:rPr sz="1800" spc="105" dirty="0">
                <a:latin typeface="Franklin Gothic Medium"/>
                <a:cs typeface="Franklin Gothic Medium"/>
              </a:rPr>
              <a:t> </a:t>
            </a:r>
            <a:r>
              <a:rPr sz="1800" spc="-5" dirty="0">
                <a:latin typeface="Franklin Gothic Medium"/>
                <a:cs typeface="Franklin Gothic Medium"/>
              </a:rPr>
              <a:t>program</a:t>
            </a:r>
            <a:r>
              <a:rPr sz="1800" spc="85" dirty="0">
                <a:latin typeface="Franklin Gothic Medium"/>
                <a:cs typeface="Franklin Gothic Medium"/>
              </a:rPr>
              <a:t> </a:t>
            </a:r>
            <a:r>
              <a:rPr sz="1800" dirty="0">
                <a:latin typeface="Franklin Gothic Medium"/>
                <a:cs typeface="Franklin Gothic Medium"/>
              </a:rPr>
              <a:t>must</a:t>
            </a:r>
            <a:r>
              <a:rPr sz="1800" spc="85" dirty="0">
                <a:latin typeface="Franklin Gothic Medium"/>
                <a:cs typeface="Franklin Gothic Medium"/>
              </a:rPr>
              <a:t> </a:t>
            </a:r>
            <a:r>
              <a:rPr sz="1800" spc="-10" dirty="0">
                <a:latin typeface="Franklin Gothic Medium"/>
                <a:cs typeface="Franklin Gothic Medium"/>
              </a:rPr>
              <a:t>have</a:t>
            </a:r>
            <a:r>
              <a:rPr sz="1800" spc="110" dirty="0">
                <a:latin typeface="Franklin Gothic Medium"/>
                <a:cs typeface="Franklin Gothic Medium"/>
              </a:rPr>
              <a:t> </a:t>
            </a:r>
            <a:r>
              <a:rPr sz="1800" dirty="0">
                <a:latin typeface="Franklin Gothic Medium"/>
                <a:cs typeface="Franklin Gothic Medium"/>
              </a:rPr>
              <a:t>a</a:t>
            </a:r>
            <a:r>
              <a:rPr sz="1800" spc="75" dirty="0">
                <a:latin typeface="Franklin Gothic Medium"/>
                <a:cs typeface="Franklin Gothic Medium"/>
              </a:rPr>
              <a:t> </a:t>
            </a:r>
            <a:r>
              <a:rPr sz="1800" dirty="0">
                <a:latin typeface="Franklin Gothic Medium"/>
                <a:cs typeface="Franklin Gothic Medium"/>
              </a:rPr>
              <a:t>main()</a:t>
            </a:r>
            <a:r>
              <a:rPr sz="1800" spc="90" dirty="0">
                <a:latin typeface="Franklin Gothic Medium"/>
                <a:cs typeface="Franklin Gothic Medium"/>
              </a:rPr>
              <a:t> </a:t>
            </a:r>
            <a:r>
              <a:rPr sz="1800" spc="-5" dirty="0">
                <a:latin typeface="Franklin Gothic Medium"/>
                <a:cs typeface="Franklin Gothic Medium"/>
              </a:rPr>
              <a:t>function.</a:t>
            </a:r>
            <a:endParaRPr sz="1800" dirty="0">
              <a:latin typeface="Franklin Gothic Medium"/>
              <a:cs typeface="Franklin Gothic Medium"/>
            </a:endParaRPr>
          </a:p>
          <a:p>
            <a:pPr marL="355600">
              <a:lnSpc>
                <a:spcPct val="100000"/>
              </a:lnSpc>
              <a:spcBef>
                <a:spcPts val="1080"/>
              </a:spcBef>
            </a:pPr>
            <a:r>
              <a:rPr sz="1800" i="1" spc="-5" dirty="0">
                <a:latin typeface="Franklin Gothic Medium"/>
                <a:cs typeface="Franklin Gothic Medium"/>
              </a:rPr>
              <a:t>The</a:t>
            </a:r>
            <a:r>
              <a:rPr sz="1800" i="1" spc="-15" dirty="0">
                <a:latin typeface="Franklin Gothic Medium"/>
                <a:cs typeface="Franklin Gothic Medium"/>
              </a:rPr>
              <a:t> </a:t>
            </a:r>
            <a:r>
              <a:rPr sz="1800" i="1" spc="-10" dirty="0">
                <a:latin typeface="Franklin Gothic Medium"/>
                <a:cs typeface="Franklin Gothic Medium"/>
              </a:rPr>
              <a:t>execution</a:t>
            </a:r>
            <a:r>
              <a:rPr sz="1800" i="1" dirty="0">
                <a:latin typeface="Franklin Gothic Medium"/>
                <a:cs typeface="Franklin Gothic Medium"/>
              </a:rPr>
              <a:t> </a:t>
            </a:r>
            <a:r>
              <a:rPr sz="1800" i="1" spc="-15" dirty="0">
                <a:latin typeface="Franklin Gothic Medium"/>
                <a:cs typeface="Franklin Gothic Medium"/>
              </a:rPr>
              <a:t>always</a:t>
            </a:r>
            <a:r>
              <a:rPr sz="1800" i="1" spc="10" dirty="0">
                <a:latin typeface="Franklin Gothic Medium"/>
                <a:cs typeface="Franklin Gothic Medium"/>
              </a:rPr>
              <a:t> </a:t>
            </a:r>
            <a:r>
              <a:rPr sz="1800" i="1" spc="5" dirty="0">
                <a:latin typeface="Franklin Gothic Medium"/>
                <a:cs typeface="Franklin Gothic Medium"/>
              </a:rPr>
              <a:t>starts</a:t>
            </a:r>
            <a:r>
              <a:rPr sz="1800" i="1" spc="-5" dirty="0">
                <a:latin typeface="Franklin Gothic Medium"/>
                <a:cs typeface="Franklin Gothic Medium"/>
              </a:rPr>
              <a:t> </a:t>
            </a:r>
            <a:r>
              <a:rPr sz="1800" i="1" dirty="0">
                <a:latin typeface="Franklin Gothic Medium"/>
                <a:cs typeface="Franklin Gothic Medium"/>
              </a:rPr>
              <a:t>from</a:t>
            </a:r>
            <a:r>
              <a:rPr sz="1800" i="1" spc="-15" dirty="0">
                <a:latin typeface="Franklin Gothic Medium"/>
                <a:cs typeface="Franklin Gothic Medium"/>
              </a:rPr>
              <a:t> </a:t>
            </a:r>
            <a:r>
              <a:rPr sz="1800" i="1" spc="-5" dirty="0">
                <a:latin typeface="Franklin Gothic Medium"/>
                <a:cs typeface="Franklin Gothic Medium"/>
              </a:rPr>
              <a:t>main().</a:t>
            </a:r>
            <a:endParaRPr sz="1800" dirty="0">
              <a:latin typeface="Franklin Gothic Medium"/>
              <a:cs typeface="Franklin Gothic Medium"/>
            </a:endParaRPr>
          </a:p>
          <a:p>
            <a:pPr marL="355600" indent="-342900">
              <a:lnSpc>
                <a:spcPct val="100000"/>
              </a:lnSpc>
              <a:spcBef>
                <a:spcPts val="1080"/>
              </a:spcBef>
              <a:buAutoNum type="arabicPeriod" startAt="3"/>
              <a:tabLst>
                <a:tab pos="354965" algn="l"/>
                <a:tab pos="355600" algn="l"/>
                <a:tab pos="864869" algn="l"/>
                <a:tab pos="1518285" algn="l"/>
                <a:tab pos="2172335" algn="l"/>
                <a:tab pos="2568575" algn="l"/>
                <a:tab pos="3543935" algn="l"/>
                <a:tab pos="3919220" algn="l"/>
                <a:tab pos="4196080" algn="l"/>
                <a:tab pos="4728210" algn="l"/>
              </a:tabLst>
            </a:pPr>
            <a:r>
              <a:rPr sz="1800" dirty="0">
                <a:latin typeface="Franklin Gothic Medium"/>
                <a:cs typeface="Franklin Gothic Medium"/>
              </a:rPr>
              <a:t>The	main	must	be	</a:t>
            </a:r>
            <a:r>
              <a:rPr sz="1800" spc="-20" dirty="0">
                <a:latin typeface="Franklin Gothic Medium"/>
                <a:cs typeface="Franklin Gothic Medium"/>
              </a:rPr>
              <a:t>f</a:t>
            </a:r>
            <a:r>
              <a:rPr sz="1800" dirty="0">
                <a:latin typeface="Franklin Gothic Medium"/>
                <a:cs typeface="Franklin Gothic Medium"/>
              </a:rPr>
              <a:t>o</a:t>
            </a:r>
            <a:r>
              <a:rPr sz="1800" spc="-15" dirty="0">
                <a:latin typeface="Franklin Gothic Medium"/>
                <a:cs typeface="Franklin Gothic Medium"/>
              </a:rPr>
              <a:t>l</a:t>
            </a:r>
            <a:r>
              <a:rPr sz="1800" dirty="0">
                <a:latin typeface="Franklin Gothic Medium"/>
                <a:cs typeface="Franklin Gothic Medium"/>
              </a:rPr>
              <a:t>l</a:t>
            </a:r>
            <a:r>
              <a:rPr sz="1800" spc="-25" dirty="0">
                <a:latin typeface="Franklin Gothic Medium"/>
                <a:cs typeface="Franklin Gothic Medium"/>
              </a:rPr>
              <a:t>o</a:t>
            </a:r>
            <a:r>
              <a:rPr sz="1800" spc="-10" dirty="0">
                <a:latin typeface="Franklin Gothic Medium"/>
                <a:cs typeface="Franklin Gothic Medium"/>
              </a:rPr>
              <a:t>w</a:t>
            </a:r>
            <a:r>
              <a:rPr sz="1800" spc="-5" dirty="0">
                <a:latin typeface="Franklin Gothic Medium"/>
                <a:cs typeface="Franklin Gothic Medium"/>
              </a:rPr>
              <a:t>e</a:t>
            </a:r>
            <a:r>
              <a:rPr sz="1800" dirty="0">
                <a:latin typeface="Franklin Gothic Medium"/>
                <a:cs typeface="Franklin Gothic Medium"/>
              </a:rPr>
              <a:t>d	</a:t>
            </a:r>
            <a:r>
              <a:rPr sz="1800" spc="-25" dirty="0">
                <a:latin typeface="Franklin Gothic Medium"/>
                <a:cs typeface="Franklin Gothic Medium"/>
              </a:rPr>
              <a:t>b</a:t>
            </a:r>
            <a:r>
              <a:rPr sz="1800" dirty="0">
                <a:latin typeface="Franklin Gothic Medium"/>
                <a:cs typeface="Franklin Gothic Medium"/>
              </a:rPr>
              <a:t>y	a	pair	</a:t>
            </a:r>
            <a:r>
              <a:rPr sz="1800" spc="-5" dirty="0">
                <a:latin typeface="Franklin Gothic Medium"/>
                <a:cs typeface="Franklin Gothic Medium"/>
              </a:rPr>
              <a:t>of</a:t>
            </a:r>
            <a:endParaRPr sz="1800" dirty="0">
              <a:latin typeface="Franklin Gothic Medium"/>
              <a:cs typeface="Franklin Gothic Medium"/>
            </a:endParaRPr>
          </a:p>
          <a:p>
            <a:pPr marL="355600">
              <a:lnSpc>
                <a:spcPct val="100000"/>
              </a:lnSpc>
              <a:spcBef>
                <a:spcPts val="1080"/>
              </a:spcBef>
            </a:pPr>
            <a:r>
              <a:rPr sz="1800" i="1" spc="-5" dirty="0">
                <a:latin typeface="Franklin Gothic Medium"/>
                <a:cs typeface="Franklin Gothic Medium"/>
              </a:rPr>
              <a:t>parenthesis</a:t>
            </a:r>
            <a:r>
              <a:rPr sz="1800" i="1" spc="-40" dirty="0">
                <a:latin typeface="Franklin Gothic Medium"/>
                <a:cs typeface="Franklin Gothic Medium"/>
              </a:rPr>
              <a:t> </a:t>
            </a:r>
            <a:r>
              <a:rPr sz="1800" spc="-5" dirty="0">
                <a:latin typeface="Franklin Gothic Medium"/>
                <a:cs typeface="Franklin Gothic Medium"/>
              </a:rPr>
              <a:t>()</a:t>
            </a:r>
            <a:endParaRPr sz="1800" dirty="0">
              <a:latin typeface="Franklin Gothic Medium"/>
              <a:cs typeface="Franklin Gothic Medium"/>
            </a:endParaRPr>
          </a:p>
          <a:p>
            <a:pPr marL="355600" marR="5080" indent="-342900">
              <a:lnSpc>
                <a:spcPct val="150000"/>
              </a:lnSpc>
              <a:buAutoNum type="arabicPeriod" startAt="4"/>
              <a:tabLst>
                <a:tab pos="354965" algn="l"/>
                <a:tab pos="355600" algn="l"/>
              </a:tabLst>
            </a:pPr>
            <a:r>
              <a:rPr sz="1800" dirty="0">
                <a:latin typeface="Franklin Gothic Medium"/>
                <a:cs typeface="Franklin Gothic Medium"/>
              </a:rPr>
              <a:t>The</a:t>
            </a:r>
            <a:r>
              <a:rPr sz="1800" spc="385" dirty="0">
                <a:latin typeface="Franklin Gothic Medium"/>
                <a:cs typeface="Franklin Gothic Medium"/>
              </a:rPr>
              <a:t> </a:t>
            </a:r>
            <a:r>
              <a:rPr sz="1800" dirty="0">
                <a:latin typeface="Franklin Gothic Medium"/>
                <a:cs typeface="Franklin Gothic Medium"/>
              </a:rPr>
              <a:t>body</a:t>
            </a:r>
            <a:r>
              <a:rPr sz="1800" spc="380" dirty="0">
                <a:latin typeface="Franklin Gothic Medium"/>
                <a:cs typeface="Franklin Gothic Medium"/>
              </a:rPr>
              <a:t> </a:t>
            </a:r>
            <a:r>
              <a:rPr sz="1800" spc="-5" dirty="0">
                <a:latin typeface="Franklin Gothic Medium"/>
                <a:cs typeface="Franklin Gothic Medium"/>
              </a:rPr>
              <a:t>of</a:t>
            </a:r>
            <a:r>
              <a:rPr sz="1800" spc="380" dirty="0">
                <a:latin typeface="Franklin Gothic Medium"/>
                <a:cs typeface="Franklin Gothic Medium"/>
              </a:rPr>
              <a:t> </a:t>
            </a:r>
            <a:r>
              <a:rPr sz="1800" spc="-5" dirty="0">
                <a:latin typeface="Franklin Gothic Medium"/>
                <a:cs typeface="Franklin Gothic Medium"/>
              </a:rPr>
              <a:t>the</a:t>
            </a:r>
            <a:r>
              <a:rPr sz="1800" spc="385" dirty="0">
                <a:latin typeface="Franklin Gothic Medium"/>
                <a:cs typeface="Franklin Gothic Medium"/>
              </a:rPr>
              <a:t> </a:t>
            </a:r>
            <a:r>
              <a:rPr sz="1800" spc="-5" dirty="0">
                <a:latin typeface="Franklin Gothic Medium"/>
                <a:cs typeface="Franklin Gothic Medium"/>
              </a:rPr>
              <a:t>main()</a:t>
            </a:r>
            <a:r>
              <a:rPr sz="1800" spc="370" dirty="0">
                <a:latin typeface="Franklin Gothic Medium"/>
                <a:cs typeface="Franklin Gothic Medium"/>
              </a:rPr>
              <a:t> </a:t>
            </a:r>
            <a:r>
              <a:rPr sz="1800" dirty="0">
                <a:latin typeface="Franklin Gothic Medium"/>
                <a:cs typeface="Franklin Gothic Medium"/>
              </a:rPr>
              <a:t>is</a:t>
            </a:r>
            <a:r>
              <a:rPr sz="1800" spc="370" dirty="0">
                <a:latin typeface="Franklin Gothic Medium"/>
                <a:cs typeface="Franklin Gothic Medium"/>
              </a:rPr>
              <a:t> </a:t>
            </a:r>
            <a:r>
              <a:rPr sz="1800" spc="-5" dirty="0">
                <a:latin typeface="Franklin Gothic Medium"/>
                <a:cs typeface="Franklin Gothic Medium"/>
              </a:rPr>
              <a:t>enclosed</a:t>
            </a:r>
            <a:r>
              <a:rPr sz="1800" spc="375" dirty="0">
                <a:latin typeface="Franklin Gothic Medium"/>
                <a:cs typeface="Franklin Gothic Medium"/>
              </a:rPr>
              <a:t> </a:t>
            </a:r>
            <a:r>
              <a:rPr sz="1800" spc="-5" dirty="0">
                <a:latin typeface="Franklin Gothic Medium"/>
                <a:cs typeface="Franklin Gothic Medium"/>
              </a:rPr>
              <a:t>within</a:t>
            </a:r>
            <a:r>
              <a:rPr sz="1800" spc="380" dirty="0">
                <a:latin typeface="Franklin Gothic Medium"/>
                <a:cs typeface="Franklin Gothic Medium"/>
              </a:rPr>
              <a:t> </a:t>
            </a:r>
            <a:r>
              <a:rPr sz="1800" dirty="0">
                <a:latin typeface="Franklin Gothic Medium"/>
                <a:cs typeface="Franklin Gothic Medium"/>
              </a:rPr>
              <a:t>a </a:t>
            </a:r>
            <a:r>
              <a:rPr sz="1800" spc="-434" dirty="0">
                <a:latin typeface="Franklin Gothic Medium"/>
                <a:cs typeface="Franklin Gothic Medium"/>
              </a:rPr>
              <a:t> </a:t>
            </a:r>
            <a:r>
              <a:rPr sz="1800" dirty="0">
                <a:latin typeface="Franklin Gothic Medium"/>
                <a:cs typeface="Franklin Gothic Medium"/>
              </a:rPr>
              <a:t>pair</a:t>
            </a:r>
            <a:r>
              <a:rPr sz="1800" spc="-5" dirty="0">
                <a:latin typeface="Franklin Gothic Medium"/>
                <a:cs typeface="Franklin Gothic Medium"/>
              </a:rPr>
              <a:t> of</a:t>
            </a:r>
            <a:r>
              <a:rPr sz="1800" dirty="0">
                <a:latin typeface="Franklin Gothic Medium"/>
                <a:cs typeface="Franklin Gothic Medium"/>
              </a:rPr>
              <a:t> </a:t>
            </a:r>
            <a:r>
              <a:rPr sz="1800" i="1" dirty="0">
                <a:latin typeface="Franklin Gothic Medium"/>
                <a:cs typeface="Franklin Gothic Medium"/>
              </a:rPr>
              <a:t>curly</a:t>
            </a:r>
            <a:r>
              <a:rPr sz="1800" i="1" spc="5" dirty="0">
                <a:latin typeface="Franklin Gothic Medium"/>
                <a:cs typeface="Franklin Gothic Medium"/>
              </a:rPr>
              <a:t> </a:t>
            </a:r>
            <a:r>
              <a:rPr sz="1800" i="1" spc="-10" dirty="0">
                <a:latin typeface="Franklin Gothic Medium"/>
                <a:cs typeface="Franklin Gothic Medium"/>
              </a:rPr>
              <a:t>brackets</a:t>
            </a:r>
            <a:r>
              <a:rPr sz="1800" i="1" spc="5" dirty="0">
                <a:latin typeface="Franklin Gothic Medium"/>
                <a:cs typeface="Franklin Gothic Medium"/>
              </a:rPr>
              <a:t> </a:t>
            </a:r>
            <a:r>
              <a:rPr sz="1800" dirty="0">
                <a:latin typeface="Franklin Gothic Medium"/>
                <a:cs typeface="Franklin Gothic Medium"/>
              </a:rPr>
              <a:t>{</a:t>
            </a:r>
            <a:r>
              <a:rPr sz="1800" spc="-10" dirty="0">
                <a:latin typeface="Franklin Gothic Medium"/>
                <a:cs typeface="Franklin Gothic Medium"/>
              </a:rPr>
              <a:t> </a:t>
            </a:r>
            <a:r>
              <a:rPr sz="1800" dirty="0">
                <a:latin typeface="Franklin Gothic Medium"/>
                <a:cs typeface="Franklin Gothic Medium"/>
              </a:rPr>
              <a:t>}</a:t>
            </a:r>
          </a:p>
          <a:p>
            <a:pPr marL="355600" indent="-342900">
              <a:lnSpc>
                <a:spcPct val="100000"/>
              </a:lnSpc>
              <a:spcBef>
                <a:spcPts val="1080"/>
              </a:spcBef>
              <a:buAutoNum type="arabicPeriod" startAt="4"/>
              <a:tabLst>
                <a:tab pos="354965" algn="l"/>
                <a:tab pos="355600" algn="l"/>
                <a:tab pos="1187450" algn="l"/>
                <a:tab pos="2557780" algn="l"/>
                <a:tab pos="3870325" algn="l"/>
                <a:tab pos="4674870" algn="l"/>
              </a:tabLst>
            </a:pPr>
            <a:r>
              <a:rPr sz="1800" spc="-10" dirty="0">
                <a:latin typeface="Franklin Gothic Medium"/>
                <a:cs typeface="Franklin Gothic Medium"/>
              </a:rPr>
              <a:t>Ev</a:t>
            </a:r>
            <a:r>
              <a:rPr sz="1800" spc="-5" dirty="0">
                <a:latin typeface="Franklin Gothic Medium"/>
                <a:cs typeface="Franklin Gothic Medium"/>
              </a:rPr>
              <a:t>e</a:t>
            </a:r>
            <a:r>
              <a:rPr sz="1800" spc="45" dirty="0">
                <a:latin typeface="Franklin Gothic Medium"/>
                <a:cs typeface="Franklin Gothic Medium"/>
              </a:rPr>
              <a:t>r</a:t>
            </a:r>
            <a:r>
              <a:rPr sz="1800" dirty="0">
                <a:latin typeface="Franklin Gothic Medium"/>
                <a:cs typeface="Franklin Gothic Medium"/>
              </a:rPr>
              <a:t>y	</a:t>
            </a:r>
            <a:r>
              <a:rPr sz="1800" spc="-25" dirty="0">
                <a:latin typeface="Franklin Gothic Medium"/>
                <a:cs typeface="Franklin Gothic Medium"/>
              </a:rPr>
              <a:t>e</a:t>
            </a:r>
            <a:r>
              <a:rPr sz="1800" spc="-30" dirty="0">
                <a:latin typeface="Franklin Gothic Medium"/>
                <a:cs typeface="Franklin Gothic Medium"/>
              </a:rPr>
              <a:t>x</a:t>
            </a:r>
            <a:r>
              <a:rPr sz="1800" spc="-5" dirty="0">
                <a:latin typeface="Franklin Gothic Medium"/>
                <a:cs typeface="Franklin Gothic Medium"/>
              </a:rPr>
              <a:t>ecu</a:t>
            </a:r>
            <a:r>
              <a:rPr sz="1800" spc="5" dirty="0">
                <a:latin typeface="Franklin Gothic Medium"/>
                <a:cs typeface="Franklin Gothic Medium"/>
              </a:rPr>
              <a:t>t</a:t>
            </a:r>
            <a:r>
              <a:rPr sz="1800" dirty="0">
                <a:latin typeface="Franklin Gothic Medium"/>
                <a:cs typeface="Franklin Gothic Medium"/>
              </a:rPr>
              <a:t>able	</a:t>
            </a:r>
            <a:r>
              <a:rPr sz="1800" spc="-5" dirty="0">
                <a:latin typeface="Franklin Gothic Medium"/>
                <a:cs typeface="Franklin Gothic Medium"/>
              </a:rPr>
              <a:t>s</a:t>
            </a:r>
            <a:r>
              <a:rPr sz="1800" spc="-10" dirty="0">
                <a:latin typeface="Franklin Gothic Medium"/>
                <a:cs typeface="Franklin Gothic Medium"/>
              </a:rPr>
              <a:t>t</a:t>
            </a:r>
            <a:r>
              <a:rPr sz="1800" dirty="0">
                <a:latin typeface="Franklin Gothic Medium"/>
                <a:cs typeface="Franklin Gothic Medium"/>
              </a:rPr>
              <a:t>a</a:t>
            </a:r>
            <a:r>
              <a:rPr sz="1800" spc="-30" dirty="0">
                <a:latin typeface="Franklin Gothic Medium"/>
                <a:cs typeface="Franklin Gothic Medium"/>
              </a:rPr>
              <a:t>t</a:t>
            </a:r>
            <a:r>
              <a:rPr sz="1800" spc="-5" dirty="0">
                <a:latin typeface="Franklin Gothic Medium"/>
                <a:cs typeface="Franklin Gothic Medium"/>
              </a:rPr>
              <a:t>e</a:t>
            </a:r>
            <a:r>
              <a:rPr sz="1800" dirty="0">
                <a:latin typeface="Franklin Gothic Medium"/>
                <a:cs typeface="Franklin Gothic Medium"/>
              </a:rPr>
              <a:t>m</a:t>
            </a:r>
            <a:r>
              <a:rPr sz="1800" spc="-10" dirty="0">
                <a:latin typeface="Franklin Gothic Medium"/>
                <a:cs typeface="Franklin Gothic Medium"/>
              </a:rPr>
              <a:t>e</a:t>
            </a:r>
            <a:r>
              <a:rPr sz="1800" dirty="0">
                <a:latin typeface="Franklin Gothic Medium"/>
                <a:cs typeface="Franklin Gothic Medium"/>
              </a:rPr>
              <a:t>nt	</a:t>
            </a:r>
            <a:r>
              <a:rPr sz="1800" spc="-5" dirty="0">
                <a:latin typeface="Franklin Gothic Medium"/>
                <a:cs typeface="Franklin Gothic Medium"/>
              </a:rPr>
              <a:t>mus</a:t>
            </a:r>
            <a:r>
              <a:rPr sz="1800" dirty="0">
                <a:latin typeface="Franklin Gothic Medium"/>
                <a:cs typeface="Franklin Gothic Medium"/>
              </a:rPr>
              <a:t>t	be</a:t>
            </a:r>
          </a:p>
          <a:p>
            <a:pPr marL="355600">
              <a:lnSpc>
                <a:spcPct val="100000"/>
              </a:lnSpc>
              <a:spcBef>
                <a:spcPts val="1085"/>
              </a:spcBef>
            </a:pPr>
            <a:r>
              <a:rPr sz="1800" spc="-10" dirty="0">
                <a:latin typeface="Franklin Gothic Medium"/>
                <a:cs typeface="Franklin Gothic Medium"/>
              </a:rPr>
              <a:t>terminated</a:t>
            </a:r>
            <a:r>
              <a:rPr sz="1800" spc="-5" dirty="0">
                <a:latin typeface="Franklin Gothic Medium"/>
                <a:cs typeface="Franklin Gothic Medium"/>
              </a:rPr>
              <a:t> </a:t>
            </a:r>
            <a:r>
              <a:rPr sz="1800" spc="-15" dirty="0">
                <a:latin typeface="Franklin Gothic Medium"/>
                <a:cs typeface="Franklin Gothic Medium"/>
              </a:rPr>
              <a:t>by</a:t>
            </a:r>
            <a:r>
              <a:rPr sz="1800" spc="-5" dirty="0">
                <a:latin typeface="Franklin Gothic Medium"/>
                <a:cs typeface="Franklin Gothic Medium"/>
              </a:rPr>
              <a:t> </a:t>
            </a:r>
            <a:r>
              <a:rPr sz="1800" i="1" spc="-5" dirty="0">
                <a:latin typeface="Franklin Gothic Medium"/>
                <a:cs typeface="Franklin Gothic Medium"/>
              </a:rPr>
              <a:t>semicolon</a:t>
            </a:r>
            <a:r>
              <a:rPr sz="1800" i="1" spc="5" dirty="0">
                <a:latin typeface="Franklin Gothic Medium"/>
                <a:cs typeface="Franklin Gothic Medium"/>
              </a:rPr>
              <a:t> </a:t>
            </a:r>
            <a:r>
              <a:rPr sz="1800" dirty="0">
                <a:latin typeface="Franklin Gothic Medium"/>
                <a:cs typeface="Franklin Gothic Medium"/>
              </a:rPr>
              <a:t>;</a:t>
            </a:r>
          </a:p>
          <a:p>
            <a:pPr marL="355600" indent="-342900">
              <a:lnSpc>
                <a:spcPct val="100000"/>
              </a:lnSpc>
              <a:spcBef>
                <a:spcPts val="1080"/>
              </a:spcBef>
              <a:buAutoNum type="arabicPeriod" startAt="6"/>
              <a:tabLst>
                <a:tab pos="354965" algn="l"/>
                <a:tab pos="355600" algn="l"/>
              </a:tabLst>
            </a:pPr>
            <a:r>
              <a:rPr sz="1800" dirty="0">
                <a:latin typeface="Franklin Gothic Medium"/>
                <a:cs typeface="Franklin Gothic Medium"/>
              </a:rPr>
              <a:t>C</a:t>
            </a:r>
            <a:r>
              <a:rPr sz="1800" spc="-25" dirty="0">
                <a:latin typeface="Franklin Gothic Medium"/>
                <a:cs typeface="Franklin Gothic Medium"/>
              </a:rPr>
              <a:t> </a:t>
            </a:r>
            <a:r>
              <a:rPr sz="1800" dirty="0">
                <a:latin typeface="Franklin Gothic Medium"/>
                <a:cs typeface="Franklin Gothic Medium"/>
              </a:rPr>
              <a:t>is</a:t>
            </a:r>
            <a:r>
              <a:rPr sz="1800" spc="-20" dirty="0">
                <a:latin typeface="Franklin Gothic Medium"/>
                <a:cs typeface="Franklin Gothic Medium"/>
              </a:rPr>
              <a:t> </a:t>
            </a:r>
            <a:r>
              <a:rPr sz="1800" i="1" dirty="0">
                <a:latin typeface="Franklin Gothic Medium"/>
                <a:cs typeface="Franklin Gothic Medium"/>
              </a:rPr>
              <a:t>case</a:t>
            </a:r>
            <a:r>
              <a:rPr sz="1800" i="1" spc="-25" dirty="0">
                <a:latin typeface="Franklin Gothic Medium"/>
                <a:cs typeface="Franklin Gothic Medium"/>
              </a:rPr>
              <a:t> </a:t>
            </a:r>
            <a:r>
              <a:rPr sz="1800" i="1" spc="-5" dirty="0">
                <a:latin typeface="Franklin Gothic Medium"/>
                <a:cs typeface="Franklin Gothic Medium"/>
              </a:rPr>
              <a:t>sensitive.</a:t>
            </a:r>
            <a:endParaRPr sz="1800" dirty="0">
              <a:latin typeface="Franklin Gothic Medium"/>
              <a:cs typeface="Franklin Gothic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30014" y="2519934"/>
            <a:ext cx="3332479" cy="391160"/>
          </a:xfrm>
          <a:prstGeom prst="rect">
            <a:avLst/>
          </a:prstGeom>
        </p:spPr>
        <p:txBody>
          <a:bodyPr vert="horz" wrap="square" lIns="0" tIns="12700" rIns="0" bIns="0" rtlCol="0">
            <a:spAutoFit/>
          </a:bodyPr>
          <a:lstStyle/>
          <a:p>
            <a:pPr marL="12700">
              <a:lnSpc>
                <a:spcPct val="100000"/>
              </a:lnSpc>
              <a:spcBef>
                <a:spcPts val="100"/>
              </a:spcBef>
            </a:pPr>
            <a:r>
              <a:rPr sz="2400" spc="-5" dirty="0"/>
              <a:t>Execution</a:t>
            </a:r>
            <a:r>
              <a:rPr sz="2400" spc="-45" dirty="0"/>
              <a:t> </a:t>
            </a:r>
            <a:r>
              <a:rPr sz="2400" spc="5" dirty="0"/>
              <a:t>of</a:t>
            </a:r>
            <a:r>
              <a:rPr sz="2400" spc="-20" dirty="0"/>
              <a:t> </a:t>
            </a:r>
            <a:r>
              <a:rPr sz="2400" dirty="0"/>
              <a:t>a</a:t>
            </a:r>
            <a:r>
              <a:rPr sz="2400" spc="-15" dirty="0"/>
              <a:t> </a:t>
            </a:r>
            <a:r>
              <a:rPr sz="2400" dirty="0"/>
              <a:t>C</a:t>
            </a:r>
            <a:r>
              <a:rPr sz="2400" spc="15" dirty="0"/>
              <a:t> </a:t>
            </a:r>
            <a:r>
              <a:rPr sz="2400" dirty="0"/>
              <a:t>Program</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3656965" cy="391160"/>
          </a:xfrm>
          <a:prstGeom prst="rect">
            <a:avLst/>
          </a:prstGeom>
        </p:spPr>
        <p:txBody>
          <a:bodyPr vert="horz" wrap="square" lIns="0" tIns="12700" rIns="0" bIns="0" rtlCol="0">
            <a:spAutoFit/>
          </a:bodyPr>
          <a:lstStyle/>
          <a:p>
            <a:pPr marL="12700">
              <a:lnSpc>
                <a:spcPct val="100000"/>
              </a:lnSpc>
              <a:spcBef>
                <a:spcPts val="100"/>
              </a:spcBef>
            </a:pPr>
            <a:r>
              <a:rPr sz="2400" spc="-5" dirty="0"/>
              <a:t>Executing</a:t>
            </a:r>
            <a:r>
              <a:rPr sz="2400" spc="-50" dirty="0"/>
              <a:t> </a:t>
            </a:r>
            <a:r>
              <a:rPr sz="2400" dirty="0"/>
              <a:t>a C</a:t>
            </a:r>
            <a:r>
              <a:rPr sz="2400" spc="-20" dirty="0"/>
              <a:t> </a:t>
            </a:r>
            <a:r>
              <a:rPr sz="2400" dirty="0"/>
              <a:t>Programming</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7" name="object 7"/>
          <p:cNvSpPr txBox="1"/>
          <p:nvPr/>
        </p:nvSpPr>
        <p:spPr>
          <a:xfrm>
            <a:off x="5352288" y="336804"/>
            <a:ext cx="2252980" cy="370840"/>
          </a:xfrm>
          <a:prstGeom prst="rect">
            <a:avLst/>
          </a:prstGeom>
          <a:solidFill>
            <a:srgbClr val="000099"/>
          </a:solidFill>
        </p:spPr>
        <p:txBody>
          <a:bodyPr vert="horz" wrap="square" lIns="0" tIns="40005" rIns="0" bIns="0" rtlCol="0">
            <a:spAutoFit/>
          </a:bodyPr>
          <a:lstStyle/>
          <a:p>
            <a:pPr marL="430530">
              <a:lnSpc>
                <a:spcPct val="100000"/>
              </a:lnSpc>
              <a:spcBef>
                <a:spcPts val="315"/>
              </a:spcBef>
            </a:pPr>
            <a:r>
              <a:rPr sz="1800" spc="-5" dirty="0">
                <a:solidFill>
                  <a:srgbClr val="FFFFFF"/>
                </a:solidFill>
                <a:latin typeface="Franklin Gothic Medium"/>
                <a:cs typeface="Franklin Gothic Medium"/>
              </a:rPr>
              <a:t>System</a:t>
            </a:r>
            <a:r>
              <a:rPr sz="1800" spc="-50" dirty="0">
                <a:solidFill>
                  <a:srgbClr val="FFFFFF"/>
                </a:solidFill>
                <a:latin typeface="Franklin Gothic Medium"/>
                <a:cs typeface="Franklin Gothic Medium"/>
              </a:rPr>
              <a:t> </a:t>
            </a:r>
            <a:r>
              <a:rPr sz="1800" spc="-10" dirty="0">
                <a:solidFill>
                  <a:srgbClr val="FFFFFF"/>
                </a:solidFill>
                <a:latin typeface="Franklin Gothic Medium"/>
                <a:cs typeface="Franklin Gothic Medium"/>
              </a:rPr>
              <a:t>Ready</a:t>
            </a:r>
            <a:endParaRPr sz="1800">
              <a:latin typeface="Franklin Gothic Medium"/>
              <a:cs typeface="Franklin Gothic Medium"/>
            </a:endParaRPr>
          </a:p>
        </p:txBody>
      </p:sp>
      <p:sp>
        <p:nvSpPr>
          <p:cNvPr id="8" name="object 8"/>
          <p:cNvSpPr txBox="1"/>
          <p:nvPr/>
        </p:nvSpPr>
        <p:spPr>
          <a:xfrm>
            <a:off x="2324100" y="1176527"/>
            <a:ext cx="1918970" cy="368935"/>
          </a:xfrm>
          <a:prstGeom prst="rect">
            <a:avLst/>
          </a:prstGeom>
          <a:solidFill>
            <a:srgbClr val="00AF50"/>
          </a:solidFill>
        </p:spPr>
        <p:txBody>
          <a:bodyPr vert="horz" wrap="square" lIns="0" tIns="39370" rIns="0" bIns="0" rtlCol="0">
            <a:spAutoFit/>
          </a:bodyPr>
          <a:lstStyle/>
          <a:p>
            <a:pPr marL="257810">
              <a:lnSpc>
                <a:spcPct val="100000"/>
              </a:lnSpc>
              <a:spcBef>
                <a:spcPts val="310"/>
              </a:spcBef>
            </a:pPr>
            <a:r>
              <a:rPr sz="1800" spc="-5" dirty="0">
                <a:solidFill>
                  <a:srgbClr val="FFFFFF"/>
                </a:solidFill>
                <a:latin typeface="Franklin Gothic Medium"/>
                <a:cs typeface="Franklin Gothic Medium"/>
              </a:rPr>
              <a:t>Program</a:t>
            </a:r>
            <a:r>
              <a:rPr sz="1800" spc="-4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Code</a:t>
            </a:r>
            <a:endParaRPr sz="1800">
              <a:latin typeface="Franklin Gothic Medium"/>
              <a:cs typeface="Franklin Gothic Medium"/>
            </a:endParaRPr>
          </a:p>
        </p:txBody>
      </p:sp>
      <p:sp>
        <p:nvSpPr>
          <p:cNvPr id="9" name="object 9"/>
          <p:cNvSpPr txBox="1"/>
          <p:nvPr/>
        </p:nvSpPr>
        <p:spPr>
          <a:xfrm>
            <a:off x="2324100" y="2837688"/>
            <a:ext cx="1918970" cy="368935"/>
          </a:xfrm>
          <a:prstGeom prst="rect">
            <a:avLst/>
          </a:prstGeom>
          <a:solidFill>
            <a:srgbClr val="00AF50"/>
          </a:solidFill>
        </p:spPr>
        <p:txBody>
          <a:bodyPr vert="horz" wrap="square" lIns="0" tIns="39370" rIns="0" bIns="0" rtlCol="0">
            <a:spAutoFit/>
          </a:bodyPr>
          <a:lstStyle/>
          <a:p>
            <a:pPr marL="422275">
              <a:lnSpc>
                <a:spcPct val="100000"/>
              </a:lnSpc>
              <a:spcBef>
                <a:spcPts val="310"/>
              </a:spcBef>
            </a:pPr>
            <a:r>
              <a:rPr sz="1800" dirty="0">
                <a:solidFill>
                  <a:srgbClr val="FFFFFF"/>
                </a:solidFill>
                <a:latin typeface="Franklin Gothic Medium"/>
                <a:cs typeface="Franklin Gothic Medium"/>
              </a:rPr>
              <a:t>C</a:t>
            </a:r>
            <a:r>
              <a:rPr sz="1800" spc="-4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Compiler</a:t>
            </a:r>
            <a:endParaRPr sz="1800">
              <a:latin typeface="Franklin Gothic Medium"/>
              <a:cs typeface="Franklin Gothic Medium"/>
            </a:endParaRPr>
          </a:p>
        </p:txBody>
      </p:sp>
      <p:sp>
        <p:nvSpPr>
          <p:cNvPr id="10" name="object 10"/>
          <p:cNvSpPr txBox="1"/>
          <p:nvPr/>
        </p:nvSpPr>
        <p:spPr>
          <a:xfrm>
            <a:off x="5352288" y="2045207"/>
            <a:ext cx="2252980" cy="368935"/>
          </a:xfrm>
          <a:prstGeom prst="rect">
            <a:avLst/>
          </a:prstGeom>
          <a:solidFill>
            <a:srgbClr val="000099"/>
          </a:solidFill>
        </p:spPr>
        <p:txBody>
          <a:bodyPr vert="horz" wrap="square" lIns="0" tIns="39370" rIns="0" bIns="0" rtlCol="0">
            <a:spAutoFit/>
          </a:bodyPr>
          <a:lstStyle/>
          <a:p>
            <a:pPr marL="321945">
              <a:lnSpc>
                <a:spcPct val="100000"/>
              </a:lnSpc>
              <a:spcBef>
                <a:spcPts val="310"/>
              </a:spcBef>
            </a:pPr>
            <a:r>
              <a:rPr sz="1800" spc="-5" dirty="0">
                <a:solidFill>
                  <a:srgbClr val="FFFFFF"/>
                </a:solidFill>
                <a:latin typeface="Franklin Gothic Medium"/>
                <a:cs typeface="Franklin Gothic Medium"/>
              </a:rPr>
              <a:t>Edit</a:t>
            </a:r>
            <a:r>
              <a:rPr sz="1800" spc="-3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Source</a:t>
            </a:r>
            <a:r>
              <a:rPr sz="1800" spc="-15" dirty="0">
                <a:solidFill>
                  <a:srgbClr val="FFFFFF"/>
                </a:solidFill>
                <a:latin typeface="Franklin Gothic Medium"/>
                <a:cs typeface="Franklin Gothic Medium"/>
              </a:rPr>
              <a:t> </a:t>
            </a:r>
            <a:r>
              <a:rPr sz="1800" dirty="0">
                <a:solidFill>
                  <a:srgbClr val="FFFFFF"/>
                </a:solidFill>
                <a:latin typeface="Franklin Gothic Medium"/>
                <a:cs typeface="Franklin Gothic Medium"/>
              </a:rPr>
              <a:t>pgm</a:t>
            </a:r>
            <a:endParaRPr sz="1800">
              <a:latin typeface="Franklin Gothic Medium"/>
              <a:cs typeface="Franklin Gothic Medium"/>
            </a:endParaRPr>
          </a:p>
        </p:txBody>
      </p:sp>
      <p:sp>
        <p:nvSpPr>
          <p:cNvPr id="11" name="object 11"/>
          <p:cNvSpPr/>
          <p:nvPr/>
        </p:nvSpPr>
        <p:spPr>
          <a:xfrm>
            <a:off x="6436359" y="1552194"/>
            <a:ext cx="85725" cy="465455"/>
          </a:xfrm>
          <a:custGeom>
            <a:avLst/>
            <a:gdLst/>
            <a:ahLst/>
            <a:cxnLst/>
            <a:rect l="l" t="t" r="r" b="b"/>
            <a:pathLst>
              <a:path w="85725" h="465455">
                <a:moveTo>
                  <a:pt x="28575" y="379348"/>
                </a:moveTo>
                <a:lnTo>
                  <a:pt x="0" y="379348"/>
                </a:lnTo>
                <a:lnTo>
                  <a:pt x="42925" y="465073"/>
                </a:lnTo>
                <a:lnTo>
                  <a:pt x="78623" y="393572"/>
                </a:lnTo>
                <a:lnTo>
                  <a:pt x="28575" y="393572"/>
                </a:lnTo>
                <a:lnTo>
                  <a:pt x="28575" y="379348"/>
                </a:lnTo>
                <a:close/>
              </a:path>
              <a:path w="85725" h="465455">
                <a:moveTo>
                  <a:pt x="57150" y="0"/>
                </a:moveTo>
                <a:lnTo>
                  <a:pt x="28575" y="0"/>
                </a:lnTo>
                <a:lnTo>
                  <a:pt x="28575" y="393572"/>
                </a:lnTo>
                <a:lnTo>
                  <a:pt x="57150" y="393572"/>
                </a:lnTo>
                <a:lnTo>
                  <a:pt x="57150" y="0"/>
                </a:lnTo>
                <a:close/>
              </a:path>
              <a:path w="85725" h="465455">
                <a:moveTo>
                  <a:pt x="85724" y="379348"/>
                </a:moveTo>
                <a:lnTo>
                  <a:pt x="57150" y="379348"/>
                </a:lnTo>
                <a:lnTo>
                  <a:pt x="57150" y="393572"/>
                </a:lnTo>
                <a:lnTo>
                  <a:pt x="78623" y="393572"/>
                </a:lnTo>
                <a:lnTo>
                  <a:pt x="85724" y="379348"/>
                </a:lnTo>
                <a:close/>
              </a:path>
            </a:pathLst>
          </a:custGeom>
          <a:solidFill>
            <a:srgbClr val="C00000"/>
          </a:solidFill>
        </p:spPr>
        <p:txBody>
          <a:bodyPr wrap="square" lIns="0" tIns="0" rIns="0" bIns="0" rtlCol="0"/>
          <a:lstStyle/>
          <a:p>
            <a:endParaRPr/>
          </a:p>
        </p:txBody>
      </p:sp>
      <p:grpSp>
        <p:nvGrpSpPr>
          <p:cNvPr id="12" name="object 12"/>
          <p:cNvGrpSpPr/>
          <p:nvPr/>
        </p:nvGrpSpPr>
        <p:grpSpPr>
          <a:xfrm>
            <a:off x="5393118" y="3689286"/>
            <a:ext cx="2169795" cy="1139190"/>
            <a:chOff x="5393118" y="3689286"/>
            <a:chExt cx="2169795" cy="1139190"/>
          </a:xfrm>
        </p:grpSpPr>
        <p:sp>
          <p:nvSpPr>
            <p:cNvPr id="13" name="object 13"/>
            <p:cNvSpPr/>
            <p:nvPr/>
          </p:nvSpPr>
          <p:spPr>
            <a:xfrm>
              <a:off x="5401055" y="3697223"/>
              <a:ext cx="2153920" cy="1123315"/>
            </a:xfrm>
            <a:custGeom>
              <a:avLst/>
              <a:gdLst/>
              <a:ahLst/>
              <a:cxnLst/>
              <a:rect l="l" t="t" r="r" b="b"/>
              <a:pathLst>
                <a:path w="2153920" h="1123314">
                  <a:moveTo>
                    <a:pt x="1076706" y="0"/>
                  </a:moveTo>
                  <a:lnTo>
                    <a:pt x="0" y="561594"/>
                  </a:lnTo>
                  <a:lnTo>
                    <a:pt x="1076706" y="1123188"/>
                  </a:lnTo>
                  <a:lnTo>
                    <a:pt x="2153412" y="561594"/>
                  </a:lnTo>
                  <a:lnTo>
                    <a:pt x="1076706" y="0"/>
                  </a:lnTo>
                  <a:close/>
                </a:path>
              </a:pathLst>
            </a:custGeom>
            <a:solidFill>
              <a:srgbClr val="C00000"/>
            </a:solidFill>
          </p:spPr>
          <p:txBody>
            <a:bodyPr wrap="square" lIns="0" tIns="0" rIns="0" bIns="0" rtlCol="0"/>
            <a:lstStyle/>
            <a:p>
              <a:endParaRPr/>
            </a:p>
          </p:txBody>
        </p:sp>
        <p:sp>
          <p:nvSpPr>
            <p:cNvPr id="14" name="object 14"/>
            <p:cNvSpPr/>
            <p:nvPr/>
          </p:nvSpPr>
          <p:spPr>
            <a:xfrm>
              <a:off x="5401055" y="3697223"/>
              <a:ext cx="2153920" cy="1123315"/>
            </a:xfrm>
            <a:custGeom>
              <a:avLst/>
              <a:gdLst/>
              <a:ahLst/>
              <a:cxnLst/>
              <a:rect l="l" t="t" r="r" b="b"/>
              <a:pathLst>
                <a:path w="2153920" h="1123314">
                  <a:moveTo>
                    <a:pt x="0" y="561594"/>
                  </a:moveTo>
                  <a:lnTo>
                    <a:pt x="1076706" y="0"/>
                  </a:lnTo>
                  <a:lnTo>
                    <a:pt x="2153412" y="561594"/>
                  </a:lnTo>
                  <a:lnTo>
                    <a:pt x="1076706" y="1123188"/>
                  </a:lnTo>
                  <a:lnTo>
                    <a:pt x="0" y="561594"/>
                  </a:lnTo>
                  <a:close/>
                </a:path>
              </a:pathLst>
            </a:custGeom>
            <a:ln w="15875">
              <a:solidFill>
                <a:srgbClr val="8B0000"/>
              </a:solidFill>
            </a:ln>
          </p:spPr>
          <p:txBody>
            <a:bodyPr wrap="square" lIns="0" tIns="0" rIns="0" bIns="0" rtlCol="0"/>
            <a:lstStyle/>
            <a:p>
              <a:endParaRPr/>
            </a:p>
          </p:txBody>
        </p:sp>
      </p:grpSp>
      <p:sp>
        <p:nvSpPr>
          <p:cNvPr id="15" name="object 15"/>
          <p:cNvSpPr txBox="1"/>
          <p:nvPr/>
        </p:nvSpPr>
        <p:spPr>
          <a:xfrm>
            <a:off x="6120129" y="3967098"/>
            <a:ext cx="716280" cy="574040"/>
          </a:xfrm>
          <a:prstGeom prst="rect">
            <a:avLst/>
          </a:prstGeom>
        </p:spPr>
        <p:txBody>
          <a:bodyPr vert="horz" wrap="square" lIns="0" tIns="12700" rIns="0" bIns="0" rtlCol="0">
            <a:spAutoFit/>
          </a:bodyPr>
          <a:lstStyle/>
          <a:p>
            <a:pPr marL="12700" marR="5080" indent="19685">
              <a:lnSpc>
                <a:spcPct val="100000"/>
              </a:lnSpc>
              <a:spcBef>
                <a:spcPts val="100"/>
              </a:spcBef>
            </a:pPr>
            <a:r>
              <a:rPr sz="1800" spc="-5" dirty="0">
                <a:solidFill>
                  <a:srgbClr val="FFFFFF"/>
                </a:solidFill>
                <a:latin typeface="Franklin Gothic Medium"/>
                <a:cs typeface="Franklin Gothic Medium"/>
              </a:rPr>
              <a:t>Syntax </a:t>
            </a:r>
            <a:r>
              <a:rPr sz="1800" spc="-434" dirty="0">
                <a:solidFill>
                  <a:srgbClr val="FFFFFF"/>
                </a:solidFill>
                <a:latin typeface="Franklin Gothic Medium"/>
                <a:cs typeface="Franklin Gothic Medium"/>
              </a:rPr>
              <a:t> </a:t>
            </a:r>
            <a:r>
              <a:rPr sz="1800" spc="-10" dirty="0">
                <a:solidFill>
                  <a:srgbClr val="FFFFFF"/>
                </a:solidFill>
                <a:latin typeface="Franklin Gothic Medium"/>
                <a:cs typeface="Franklin Gothic Medium"/>
              </a:rPr>
              <a:t>E</a:t>
            </a:r>
            <a:r>
              <a:rPr sz="1800" dirty="0">
                <a:solidFill>
                  <a:srgbClr val="FFFFFF"/>
                </a:solidFill>
                <a:latin typeface="Franklin Gothic Medium"/>
                <a:cs typeface="Franklin Gothic Medium"/>
              </a:rPr>
              <a:t>r</a:t>
            </a:r>
            <a:r>
              <a:rPr sz="1800" spc="-10" dirty="0">
                <a:solidFill>
                  <a:srgbClr val="FFFFFF"/>
                </a:solidFill>
                <a:latin typeface="Franklin Gothic Medium"/>
                <a:cs typeface="Franklin Gothic Medium"/>
              </a:rPr>
              <a:t>r</a:t>
            </a:r>
            <a:r>
              <a:rPr sz="1800" dirty="0">
                <a:solidFill>
                  <a:srgbClr val="FFFFFF"/>
                </a:solidFill>
                <a:latin typeface="Franklin Gothic Medium"/>
                <a:cs typeface="Franklin Gothic Medium"/>
              </a:rPr>
              <a:t>o</a:t>
            </a:r>
            <a:r>
              <a:rPr sz="1800" spc="20" dirty="0">
                <a:solidFill>
                  <a:srgbClr val="FFFFFF"/>
                </a:solidFill>
                <a:latin typeface="Franklin Gothic Medium"/>
                <a:cs typeface="Franklin Gothic Medium"/>
              </a:rPr>
              <a:t>r</a:t>
            </a:r>
            <a:r>
              <a:rPr sz="1800" spc="-5" dirty="0">
                <a:solidFill>
                  <a:srgbClr val="FFFFFF"/>
                </a:solidFill>
                <a:latin typeface="Franklin Gothic Medium"/>
                <a:cs typeface="Franklin Gothic Medium"/>
              </a:rPr>
              <a:t>s?</a:t>
            </a:r>
            <a:endParaRPr sz="1800">
              <a:latin typeface="Franklin Gothic Medium"/>
              <a:cs typeface="Franklin Gothic Medium"/>
            </a:endParaRPr>
          </a:p>
        </p:txBody>
      </p:sp>
      <p:grpSp>
        <p:nvGrpSpPr>
          <p:cNvPr id="16" name="object 16"/>
          <p:cNvGrpSpPr/>
          <p:nvPr/>
        </p:nvGrpSpPr>
        <p:grpSpPr>
          <a:xfrm>
            <a:off x="6436359" y="2187575"/>
            <a:ext cx="2445385" cy="2087245"/>
            <a:chOff x="6436359" y="2187575"/>
            <a:chExt cx="2445385" cy="2087245"/>
          </a:xfrm>
        </p:grpSpPr>
        <p:sp>
          <p:nvSpPr>
            <p:cNvPr id="17" name="object 17"/>
            <p:cNvSpPr/>
            <p:nvPr/>
          </p:nvSpPr>
          <p:spPr>
            <a:xfrm>
              <a:off x="6436359" y="3240786"/>
              <a:ext cx="85725" cy="465455"/>
            </a:xfrm>
            <a:custGeom>
              <a:avLst/>
              <a:gdLst/>
              <a:ahLst/>
              <a:cxnLst/>
              <a:rect l="l" t="t" r="r" b="b"/>
              <a:pathLst>
                <a:path w="85725" h="465454">
                  <a:moveTo>
                    <a:pt x="28575" y="379349"/>
                  </a:moveTo>
                  <a:lnTo>
                    <a:pt x="0" y="379349"/>
                  </a:lnTo>
                  <a:lnTo>
                    <a:pt x="42925" y="465074"/>
                  </a:lnTo>
                  <a:lnTo>
                    <a:pt x="78623" y="393572"/>
                  </a:lnTo>
                  <a:lnTo>
                    <a:pt x="28575" y="393572"/>
                  </a:lnTo>
                  <a:lnTo>
                    <a:pt x="28575" y="379349"/>
                  </a:lnTo>
                  <a:close/>
                </a:path>
                <a:path w="85725" h="465454">
                  <a:moveTo>
                    <a:pt x="57150" y="0"/>
                  </a:moveTo>
                  <a:lnTo>
                    <a:pt x="28575" y="0"/>
                  </a:lnTo>
                  <a:lnTo>
                    <a:pt x="28575" y="393572"/>
                  </a:lnTo>
                  <a:lnTo>
                    <a:pt x="57150" y="393572"/>
                  </a:lnTo>
                  <a:lnTo>
                    <a:pt x="57150" y="0"/>
                  </a:lnTo>
                  <a:close/>
                </a:path>
                <a:path w="85725" h="465454">
                  <a:moveTo>
                    <a:pt x="85724" y="379349"/>
                  </a:moveTo>
                  <a:lnTo>
                    <a:pt x="57150" y="379349"/>
                  </a:lnTo>
                  <a:lnTo>
                    <a:pt x="57150" y="393572"/>
                  </a:lnTo>
                  <a:lnTo>
                    <a:pt x="78623" y="393572"/>
                  </a:lnTo>
                  <a:lnTo>
                    <a:pt x="85724" y="379349"/>
                  </a:lnTo>
                  <a:close/>
                </a:path>
              </a:pathLst>
            </a:custGeom>
            <a:solidFill>
              <a:srgbClr val="C00000"/>
            </a:solidFill>
          </p:spPr>
          <p:txBody>
            <a:bodyPr wrap="square" lIns="0" tIns="0" rIns="0" bIns="0" rtlCol="0"/>
            <a:lstStyle/>
            <a:p>
              <a:endParaRPr/>
            </a:p>
          </p:txBody>
        </p:sp>
        <p:sp>
          <p:nvSpPr>
            <p:cNvPr id="18" name="object 18"/>
            <p:cNvSpPr/>
            <p:nvPr/>
          </p:nvSpPr>
          <p:spPr>
            <a:xfrm>
              <a:off x="7546085" y="2230373"/>
              <a:ext cx="1321435" cy="2030095"/>
            </a:xfrm>
            <a:custGeom>
              <a:avLst/>
              <a:gdLst/>
              <a:ahLst/>
              <a:cxnLst/>
              <a:rect l="l" t="t" r="r" b="b"/>
              <a:pathLst>
                <a:path w="1321434" h="2030095">
                  <a:moveTo>
                    <a:pt x="0" y="2029968"/>
                  </a:moveTo>
                  <a:lnTo>
                    <a:pt x="1301369" y="2029968"/>
                  </a:lnTo>
                </a:path>
                <a:path w="1321434" h="2030095">
                  <a:moveTo>
                    <a:pt x="1321308" y="2029840"/>
                  </a:moveTo>
                  <a:lnTo>
                    <a:pt x="1321308" y="0"/>
                  </a:lnTo>
                </a:path>
              </a:pathLst>
            </a:custGeom>
            <a:ln w="28575">
              <a:solidFill>
                <a:srgbClr val="C00000"/>
              </a:solidFill>
            </a:ln>
          </p:spPr>
          <p:txBody>
            <a:bodyPr wrap="square" lIns="0" tIns="0" rIns="0" bIns="0" rtlCol="0"/>
            <a:lstStyle/>
            <a:p>
              <a:endParaRPr/>
            </a:p>
          </p:txBody>
        </p:sp>
        <p:sp>
          <p:nvSpPr>
            <p:cNvPr id="19" name="object 19"/>
            <p:cNvSpPr/>
            <p:nvPr/>
          </p:nvSpPr>
          <p:spPr>
            <a:xfrm>
              <a:off x="7594853" y="2187575"/>
              <a:ext cx="1251585" cy="85725"/>
            </a:xfrm>
            <a:custGeom>
              <a:avLst/>
              <a:gdLst/>
              <a:ahLst/>
              <a:cxnLst/>
              <a:rect l="l" t="t" r="r" b="b"/>
              <a:pathLst>
                <a:path w="1251584" h="85725">
                  <a:moveTo>
                    <a:pt x="85725" y="0"/>
                  </a:moveTo>
                  <a:lnTo>
                    <a:pt x="0" y="42799"/>
                  </a:lnTo>
                  <a:lnTo>
                    <a:pt x="85725" y="85725"/>
                  </a:lnTo>
                  <a:lnTo>
                    <a:pt x="85725" y="57150"/>
                  </a:lnTo>
                  <a:lnTo>
                    <a:pt x="71374" y="57150"/>
                  </a:lnTo>
                  <a:lnTo>
                    <a:pt x="71374" y="28575"/>
                  </a:lnTo>
                  <a:lnTo>
                    <a:pt x="85725" y="28573"/>
                  </a:lnTo>
                  <a:lnTo>
                    <a:pt x="85725" y="0"/>
                  </a:lnTo>
                  <a:close/>
                </a:path>
                <a:path w="1251584" h="85725">
                  <a:moveTo>
                    <a:pt x="85725" y="28573"/>
                  </a:moveTo>
                  <a:lnTo>
                    <a:pt x="71374" y="28575"/>
                  </a:lnTo>
                  <a:lnTo>
                    <a:pt x="71374" y="57150"/>
                  </a:lnTo>
                  <a:lnTo>
                    <a:pt x="85725" y="57148"/>
                  </a:lnTo>
                  <a:lnTo>
                    <a:pt x="85725" y="28573"/>
                  </a:lnTo>
                  <a:close/>
                </a:path>
                <a:path w="1251584" h="85725">
                  <a:moveTo>
                    <a:pt x="85725" y="57148"/>
                  </a:moveTo>
                  <a:lnTo>
                    <a:pt x="71374" y="57150"/>
                  </a:lnTo>
                  <a:lnTo>
                    <a:pt x="85725" y="57150"/>
                  </a:lnTo>
                  <a:close/>
                </a:path>
                <a:path w="1251584" h="85725">
                  <a:moveTo>
                    <a:pt x="1251585" y="28448"/>
                  </a:moveTo>
                  <a:lnTo>
                    <a:pt x="85725" y="28573"/>
                  </a:lnTo>
                  <a:lnTo>
                    <a:pt x="85725" y="57148"/>
                  </a:lnTo>
                  <a:lnTo>
                    <a:pt x="1251585" y="57023"/>
                  </a:lnTo>
                  <a:lnTo>
                    <a:pt x="1251585" y="28448"/>
                  </a:lnTo>
                  <a:close/>
                </a:path>
              </a:pathLst>
            </a:custGeom>
            <a:solidFill>
              <a:srgbClr val="C00000"/>
            </a:solidFill>
          </p:spPr>
          <p:txBody>
            <a:bodyPr wrap="square" lIns="0" tIns="0" rIns="0" bIns="0" rtlCol="0"/>
            <a:lstStyle/>
            <a:p>
              <a:endParaRPr/>
            </a:p>
          </p:txBody>
        </p:sp>
      </p:grpSp>
      <p:sp>
        <p:nvSpPr>
          <p:cNvPr id="20" name="object 20"/>
          <p:cNvSpPr txBox="1"/>
          <p:nvPr/>
        </p:nvSpPr>
        <p:spPr>
          <a:xfrm>
            <a:off x="7795641" y="3941775"/>
            <a:ext cx="362585" cy="300355"/>
          </a:xfrm>
          <a:prstGeom prst="rect">
            <a:avLst/>
          </a:prstGeom>
        </p:spPr>
        <p:txBody>
          <a:bodyPr vert="horz" wrap="square" lIns="0" tIns="12700" rIns="0" bIns="0" rtlCol="0">
            <a:spAutoFit/>
          </a:bodyPr>
          <a:lstStyle/>
          <a:p>
            <a:pPr marL="12700">
              <a:lnSpc>
                <a:spcPct val="100000"/>
              </a:lnSpc>
              <a:spcBef>
                <a:spcPts val="100"/>
              </a:spcBef>
            </a:pPr>
            <a:r>
              <a:rPr sz="1800" spc="-95" dirty="0">
                <a:latin typeface="Franklin Gothic Medium"/>
                <a:cs typeface="Franklin Gothic Medium"/>
              </a:rPr>
              <a:t>Y</a:t>
            </a:r>
            <a:r>
              <a:rPr sz="1800" spc="-5" dirty="0">
                <a:latin typeface="Franklin Gothic Medium"/>
                <a:cs typeface="Franklin Gothic Medium"/>
              </a:rPr>
              <a:t>es</a:t>
            </a:r>
            <a:endParaRPr sz="1800">
              <a:latin typeface="Franklin Gothic Medium"/>
              <a:cs typeface="Franklin Gothic Medium"/>
            </a:endParaRPr>
          </a:p>
        </p:txBody>
      </p:sp>
      <p:sp>
        <p:nvSpPr>
          <p:cNvPr id="21" name="object 21"/>
          <p:cNvSpPr txBox="1"/>
          <p:nvPr/>
        </p:nvSpPr>
        <p:spPr>
          <a:xfrm>
            <a:off x="5352288" y="1171955"/>
            <a:ext cx="2252980" cy="368935"/>
          </a:xfrm>
          <a:prstGeom prst="rect">
            <a:avLst/>
          </a:prstGeom>
          <a:solidFill>
            <a:srgbClr val="000099"/>
          </a:solidFill>
        </p:spPr>
        <p:txBody>
          <a:bodyPr vert="horz" wrap="square" lIns="0" tIns="39370" rIns="0" bIns="0" rtlCol="0">
            <a:spAutoFit/>
          </a:bodyPr>
          <a:lstStyle/>
          <a:p>
            <a:pPr marL="422909">
              <a:lnSpc>
                <a:spcPct val="100000"/>
              </a:lnSpc>
              <a:spcBef>
                <a:spcPts val="310"/>
              </a:spcBef>
            </a:pPr>
            <a:r>
              <a:rPr sz="1800" spc="-10" dirty="0">
                <a:solidFill>
                  <a:srgbClr val="FFFFFF"/>
                </a:solidFill>
                <a:latin typeface="Franklin Gothic Medium"/>
                <a:cs typeface="Franklin Gothic Medium"/>
              </a:rPr>
              <a:t>Enter</a:t>
            </a:r>
            <a:r>
              <a:rPr sz="1800" spc="-3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program</a:t>
            </a:r>
            <a:endParaRPr sz="1800">
              <a:latin typeface="Franklin Gothic Medium"/>
              <a:cs typeface="Franklin Gothic Medium"/>
            </a:endParaRPr>
          </a:p>
        </p:txBody>
      </p:sp>
      <p:sp>
        <p:nvSpPr>
          <p:cNvPr id="22" name="object 22"/>
          <p:cNvSpPr/>
          <p:nvPr/>
        </p:nvSpPr>
        <p:spPr>
          <a:xfrm>
            <a:off x="6436359" y="707898"/>
            <a:ext cx="85725" cy="465455"/>
          </a:xfrm>
          <a:custGeom>
            <a:avLst/>
            <a:gdLst/>
            <a:ahLst/>
            <a:cxnLst/>
            <a:rect l="l" t="t" r="r" b="b"/>
            <a:pathLst>
              <a:path w="85725" h="465455">
                <a:moveTo>
                  <a:pt x="28575" y="379349"/>
                </a:moveTo>
                <a:lnTo>
                  <a:pt x="0" y="379349"/>
                </a:lnTo>
                <a:lnTo>
                  <a:pt x="42925" y="465074"/>
                </a:lnTo>
                <a:lnTo>
                  <a:pt x="78623" y="393573"/>
                </a:lnTo>
                <a:lnTo>
                  <a:pt x="28575" y="393573"/>
                </a:lnTo>
                <a:lnTo>
                  <a:pt x="28575" y="379349"/>
                </a:lnTo>
                <a:close/>
              </a:path>
              <a:path w="85725" h="465455">
                <a:moveTo>
                  <a:pt x="57150" y="0"/>
                </a:moveTo>
                <a:lnTo>
                  <a:pt x="28575" y="0"/>
                </a:lnTo>
                <a:lnTo>
                  <a:pt x="28575" y="393573"/>
                </a:lnTo>
                <a:lnTo>
                  <a:pt x="57150" y="393573"/>
                </a:lnTo>
                <a:lnTo>
                  <a:pt x="57150" y="0"/>
                </a:lnTo>
                <a:close/>
              </a:path>
              <a:path w="85725" h="465455">
                <a:moveTo>
                  <a:pt x="85724" y="379349"/>
                </a:moveTo>
                <a:lnTo>
                  <a:pt x="57150" y="379349"/>
                </a:lnTo>
                <a:lnTo>
                  <a:pt x="57150" y="393573"/>
                </a:lnTo>
                <a:lnTo>
                  <a:pt x="78623" y="393573"/>
                </a:lnTo>
                <a:lnTo>
                  <a:pt x="85724" y="379349"/>
                </a:lnTo>
                <a:close/>
              </a:path>
            </a:pathLst>
          </a:custGeom>
          <a:solidFill>
            <a:srgbClr val="C00000"/>
          </a:solidFill>
        </p:spPr>
        <p:txBody>
          <a:bodyPr wrap="square" lIns="0" tIns="0" rIns="0" bIns="0" rtlCol="0"/>
          <a:lstStyle/>
          <a:p>
            <a:endParaRPr/>
          </a:p>
        </p:txBody>
      </p:sp>
      <p:sp>
        <p:nvSpPr>
          <p:cNvPr id="23" name="object 23"/>
          <p:cNvSpPr/>
          <p:nvPr/>
        </p:nvSpPr>
        <p:spPr>
          <a:xfrm>
            <a:off x="4243451" y="1314703"/>
            <a:ext cx="1109980" cy="85725"/>
          </a:xfrm>
          <a:custGeom>
            <a:avLst/>
            <a:gdLst/>
            <a:ahLst/>
            <a:cxnLst/>
            <a:rect l="l" t="t" r="r" b="b"/>
            <a:pathLst>
              <a:path w="1109979" h="85725">
                <a:moveTo>
                  <a:pt x="1081409" y="28448"/>
                </a:moveTo>
                <a:lnTo>
                  <a:pt x="1038225" y="28448"/>
                </a:lnTo>
                <a:lnTo>
                  <a:pt x="1038351" y="57023"/>
                </a:lnTo>
                <a:lnTo>
                  <a:pt x="1024001" y="57086"/>
                </a:lnTo>
                <a:lnTo>
                  <a:pt x="1024127" y="85598"/>
                </a:lnTo>
                <a:lnTo>
                  <a:pt x="1109726" y="42418"/>
                </a:lnTo>
                <a:lnTo>
                  <a:pt x="1081409" y="28448"/>
                </a:lnTo>
                <a:close/>
              </a:path>
              <a:path w="1109979" h="85725">
                <a:moveTo>
                  <a:pt x="1023873" y="28511"/>
                </a:moveTo>
                <a:lnTo>
                  <a:pt x="0" y="33020"/>
                </a:lnTo>
                <a:lnTo>
                  <a:pt x="126" y="61595"/>
                </a:lnTo>
                <a:lnTo>
                  <a:pt x="1024001" y="57086"/>
                </a:lnTo>
                <a:lnTo>
                  <a:pt x="1023873" y="28511"/>
                </a:lnTo>
                <a:close/>
              </a:path>
              <a:path w="1109979" h="85725">
                <a:moveTo>
                  <a:pt x="1038225" y="28448"/>
                </a:moveTo>
                <a:lnTo>
                  <a:pt x="1023873" y="28511"/>
                </a:lnTo>
                <a:lnTo>
                  <a:pt x="1024001" y="57086"/>
                </a:lnTo>
                <a:lnTo>
                  <a:pt x="1038351" y="57023"/>
                </a:lnTo>
                <a:lnTo>
                  <a:pt x="1038225" y="28448"/>
                </a:lnTo>
                <a:close/>
              </a:path>
              <a:path w="1109979" h="85725">
                <a:moveTo>
                  <a:pt x="1023747" y="0"/>
                </a:moveTo>
                <a:lnTo>
                  <a:pt x="1023873" y="28511"/>
                </a:lnTo>
                <a:lnTo>
                  <a:pt x="1081409" y="28448"/>
                </a:lnTo>
                <a:lnTo>
                  <a:pt x="1023747" y="0"/>
                </a:lnTo>
                <a:close/>
              </a:path>
            </a:pathLst>
          </a:custGeom>
          <a:solidFill>
            <a:srgbClr val="C00000"/>
          </a:solidFill>
        </p:spPr>
        <p:txBody>
          <a:bodyPr wrap="square" lIns="0" tIns="0" rIns="0" bIns="0" rtlCol="0"/>
          <a:lstStyle/>
          <a:p>
            <a:endParaRPr/>
          </a:p>
        </p:txBody>
      </p:sp>
      <p:sp>
        <p:nvSpPr>
          <p:cNvPr id="24" name="object 24"/>
          <p:cNvSpPr txBox="1"/>
          <p:nvPr/>
        </p:nvSpPr>
        <p:spPr>
          <a:xfrm>
            <a:off x="5352288" y="2866644"/>
            <a:ext cx="2252980" cy="368935"/>
          </a:xfrm>
          <a:prstGeom prst="rect">
            <a:avLst/>
          </a:prstGeom>
          <a:solidFill>
            <a:srgbClr val="000099"/>
          </a:solidFill>
        </p:spPr>
        <p:txBody>
          <a:bodyPr vert="horz" wrap="square" lIns="0" tIns="39370" rIns="0" bIns="0" rtlCol="0">
            <a:spAutoFit/>
          </a:bodyPr>
          <a:lstStyle/>
          <a:p>
            <a:pPr marL="119380">
              <a:lnSpc>
                <a:spcPct val="100000"/>
              </a:lnSpc>
              <a:spcBef>
                <a:spcPts val="310"/>
              </a:spcBef>
            </a:pPr>
            <a:r>
              <a:rPr sz="1800" spc="-5" dirty="0">
                <a:solidFill>
                  <a:srgbClr val="FFFFFF"/>
                </a:solidFill>
                <a:latin typeface="Franklin Gothic Medium"/>
                <a:cs typeface="Franklin Gothic Medium"/>
              </a:rPr>
              <a:t>Compile</a:t>
            </a:r>
            <a:r>
              <a:rPr sz="1800" spc="-4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source </a:t>
            </a:r>
            <a:r>
              <a:rPr sz="1800" dirty="0">
                <a:solidFill>
                  <a:srgbClr val="FFFFFF"/>
                </a:solidFill>
                <a:latin typeface="Franklin Gothic Medium"/>
                <a:cs typeface="Franklin Gothic Medium"/>
              </a:rPr>
              <a:t>pgm</a:t>
            </a:r>
            <a:endParaRPr sz="1800">
              <a:latin typeface="Franklin Gothic Medium"/>
              <a:cs typeface="Franklin Gothic Medium"/>
            </a:endParaRPr>
          </a:p>
        </p:txBody>
      </p:sp>
      <p:sp>
        <p:nvSpPr>
          <p:cNvPr id="25" name="object 25"/>
          <p:cNvSpPr/>
          <p:nvPr/>
        </p:nvSpPr>
        <p:spPr>
          <a:xfrm>
            <a:off x="4243451" y="2417825"/>
            <a:ext cx="2279015" cy="2858135"/>
          </a:xfrm>
          <a:custGeom>
            <a:avLst/>
            <a:gdLst/>
            <a:ahLst/>
            <a:cxnLst/>
            <a:rect l="l" t="t" r="r" b="b"/>
            <a:pathLst>
              <a:path w="2279015" h="2858135">
                <a:moveTo>
                  <a:pt x="1109726" y="609600"/>
                </a:moveTo>
                <a:lnTo>
                  <a:pt x="1081493" y="595630"/>
                </a:lnTo>
                <a:lnTo>
                  <a:pt x="1023747" y="567055"/>
                </a:lnTo>
                <a:lnTo>
                  <a:pt x="1023874" y="595693"/>
                </a:lnTo>
                <a:lnTo>
                  <a:pt x="0" y="600202"/>
                </a:lnTo>
                <a:lnTo>
                  <a:pt x="127" y="628777"/>
                </a:lnTo>
                <a:lnTo>
                  <a:pt x="1024001" y="624268"/>
                </a:lnTo>
                <a:lnTo>
                  <a:pt x="1024128" y="652780"/>
                </a:lnTo>
                <a:lnTo>
                  <a:pt x="1109726" y="609600"/>
                </a:lnTo>
                <a:close/>
              </a:path>
              <a:path w="2279015" h="2858135">
                <a:moveTo>
                  <a:pt x="2278621" y="2772029"/>
                </a:moveTo>
                <a:lnTo>
                  <a:pt x="2250059" y="2772029"/>
                </a:lnTo>
                <a:lnTo>
                  <a:pt x="2250059" y="2392680"/>
                </a:lnTo>
                <a:lnTo>
                  <a:pt x="2221484" y="2392680"/>
                </a:lnTo>
                <a:lnTo>
                  <a:pt x="2221484" y="2772029"/>
                </a:lnTo>
                <a:lnTo>
                  <a:pt x="2192909" y="2772029"/>
                </a:lnTo>
                <a:lnTo>
                  <a:pt x="2235835" y="2857754"/>
                </a:lnTo>
                <a:lnTo>
                  <a:pt x="2271522" y="2786265"/>
                </a:lnTo>
                <a:lnTo>
                  <a:pt x="2278621" y="2772029"/>
                </a:lnTo>
                <a:close/>
              </a:path>
              <a:path w="2279015" h="2858135">
                <a:moveTo>
                  <a:pt x="2278621" y="379349"/>
                </a:moveTo>
                <a:lnTo>
                  <a:pt x="2250059" y="379349"/>
                </a:lnTo>
                <a:lnTo>
                  <a:pt x="2250059" y="0"/>
                </a:lnTo>
                <a:lnTo>
                  <a:pt x="2221484" y="0"/>
                </a:lnTo>
                <a:lnTo>
                  <a:pt x="2221484" y="379349"/>
                </a:lnTo>
                <a:lnTo>
                  <a:pt x="2192909" y="379349"/>
                </a:lnTo>
                <a:lnTo>
                  <a:pt x="2235835" y="465074"/>
                </a:lnTo>
                <a:lnTo>
                  <a:pt x="2271522" y="393573"/>
                </a:lnTo>
                <a:lnTo>
                  <a:pt x="2278621" y="379349"/>
                </a:lnTo>
                <a:close/>
              </a:path>
            </a:pathLst>
          </a:custGeom>
          <a:solidFill>
            <a:srgbClr val="C00000"/>
          </a:solidFill>
        </p:spPr>
        <p:txBody>
          <a:bodyPr wrap="square" lIns="0" tIns="0" rIns="0" bIns="0" rtlCol="0"/>
          <a:lstStyle/>
          <a:p>
            <a:endParaRPr/>
          </a:p>
        </p:txBody>
      </p:sp>
      <p:sp>
        <p:nvSpPr>
          <p:cNvPr id="26" name="object 26"/>
          <p:cNvSpPr txBox="1"/>
          <p:nvPr/>
        </p:nvSpPr>
        <p:spPr>
          <a:xfrm>
            <a:off x="2324100" y="5332476"/>
            <a:ext cx="1918970" cy="368935"/>
          </a:xfrm>
          <a:prstGeom prst="rect">
            <a:avLst/>
          </a:prstGeom>
          <a:solidFill>
            <a:srgbClr val="00AF50"/>
          </a:solidFill>
        </p:spPr>
        <p:txBody>
          <a:bodyPr vert="horz" wrap="square" lIns="0" tIns="40005" rIns="0" bIns="0" rtlCol="0">
            <a:spAutoFit/>
          </a:bodyPr>
          <a:lstStyle/>
          <a:p>
            <a:pPr marL="229870">
              <a:lnSpc>
                <a:spcPct val="100000"/>
              </a:lnSpc>
              <a:spcBef>
                <a:spcPts val="315"/>
              </a:spcBef>
            </a:pPr>
            <a:r>
              <a:rPr sz="1800" spc="-10" dirty="0">
                <a:solidFill>
                  <a:srgbClr val="FFFFFF"/>
                </a:solidFill>
                <a:latin typeface="Franklin Gothic Medium"/>
                <a:cs typeface="Franklin Gothic Medium"/>
              </a:rPr>
              <a:t>System</a:t>
            </a:r>
            <a:r>
              <a:rPr sz="1800" spc="-4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Library</a:t>
            </a:r>
            <a:endParaRPr sz="1800">
              <a:latin typeface="Franklin Gothic Medium"/>
              <a:cs typeface="Franklin Gothic Medium"/>
            </a:endParaRPr>
          </a:p>
        </p:txBody>
      </p:sp>
      <p:sp>
        <p:nvSpPr>
          <p:cNvPr id="27" name="object 27"/>
          <p:cNvSpPr txBox="1"/>
          <p:nvPr/>
        </p:nvSpPr>
        <p:spPr>
          <a:xfrm>
            <a:off x="5352288" y="5283708"/>
            <a:ext cx="2252980" cy="646430"/>
          </a:xfrm>
          <a:prstGeom prst="rect">
            <a:avLst/>
          </a:prstGeom>
          <a:solidFill>
            <a:srgbClr val="000099"/>
          </a:solidFill>
        </p:spPr>
        <p:txBody>
          <a:bodyPr vert="horz" wrap="square" lIns="0" tIns="40005" rIns="0" bIns="0" rtlCol="0">
            <a:spAutoFit/>
          </a:bodyPr>
          <a:lstStyle/>
          <a:p>
            <a:pPr marL="787400" marR="286385" indent="-495934">
              <a:lnSpc>
                <a:spcPct val="100000"/>
              </a:lnSpc>
              <a:spcBef>
                <a:spcPts val="315"/>
              </a:spcBef>
            </a:pPr>
            <a:r>
              <a:rPr sz="1800" dirty="0">
                <a:solidFill>
                  <a:srgbClr val="FFFFFF"/>
                </a:solidFill>
                <a:latin typeface="Franklin Gothic Medium"/>
                <a:cs typeface="Franklin Gothic Medium"/>
              </a:rPr>
              <a:t>Link</a:t>
            </a:r>
            <a:r>
              <a:rPr sz="1800" spc="-4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with</a:t>
            </a:r>
            <a:r>
              <a:rPr sz="1800" spc="-50" dirty="0">
                <a:solidFill>
                  <a:srgbClr val="FFFFFF"/>
                </a:solidFill>
                <a:latin typeface="Franklin Gothic Medium"/>
                <a:cs typeface="Franklin Gothic Medium"/>
              </a:rPr>
              <a:t> </a:t>
            </a:r>
            <a:r>
              <a:rPr sz="1800" spc="-10" dirty="0">
                <a:solidFill>
                  <a:srgbClr val="FFFFFF"/>
                </a:solidFill>
                <a:latin typeface="Franklin Gothic Medium"/>
                <a:cs typeface="Franklin Gothic Medium"/>
              </a:rPr>
              <a:t>System </a:t>
            </a:r>
            <a:r>
              <a:rPr sz="1800" spc="-434"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Library</a:t>
            </a:r>
            <a:endParaRPr sz="1800">
              <a:latin typeface="Franklin Gothic Medium"/>
              <a:cs typeface="Franklin Gothic Medium"/>
            </a:endParaRPr>
          </a:p>
        </p:txBody>
      </p:sp>
      <p:sp>
        <p:nvSpPr>
          <p:cNvPr id="28" name="object 28"/>
          <p:cNvSpPr txBox="1"/>
          <p:nvPr/>
        </p:nvSpPr>
        <p:spPr>
          <a:xfrm>
            <a:off x="6652386" y="4837557"/>
            <a:ext cx="29337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No</a:t>
            </a:r>
            <a:endParaRPr sz="1800">
              <a:latin typeface="Franklin Gothic Medium"/>
              <a:cs typeface="Franklin Gothic Medium"/>
            </a:endParaRPr>
          </a:p>
        </p:txBody>
      </p:sp>
      <p:sp>
        <p:nvSpPr>
          <p:cNvPr id="29" name="object 29"/>
          <p:cNvSpPr/>
          <p:nvPr/>
        </p:nvSpPr>
        <p:spPr>
          <a:xfrm>
            <a:off x="4243451" y="5472176"/>
            <a:ext cx="1109980" cy="85725"/>
          </a:xfrm>
          <a:custGeom>
            <a:avLst/>
            <a:gdLst/>
            <a:ahLst/>
            <a:cxnLst/>
            <a:rect l="l" t="t" r="r" b="b"/>
            <a:pathLst>
              <a:path w="1109979" h="85725">
                <a:moveTo>
                  <a:pt x="1081409" y="28448"/>
                </a:moveTo>
                <a:lnTo>
                  <a:pt x="1038225" y="28448"/>
                </a:lnTo>
                <a:lnTo>
                  <a:pt x="1038351" y="57023"/>
                </a:lnTo>
                <a:lnTo>
                  <a:pt x="1024001" y="57086"/>
                </a:lnTo>
                <a:lnTo>
                  <a:pt x="1024127" y="85598"/>
                </a:lnTo>
                <a:lnTo>
                  <a:pt x="1109726" y="42418"/>
                </a:lnTo>
                <a:lnTo>
                  <a:pt x="1081409" y="28448"/>
                </a:lnTo>
                <a:close/>
              </a:path>
              <a:path w="1109979" h="85725">
                <a:moveTo>
                  <a:pt x="1023873" y="28511"/>
                </a:moveTo>
                <a:lnTo>
                  <a:pt x="0" y="33020"/>
                </a:lnTo>
                <a:lnTo>
                  <a:pt x="126" y="61595"/>
                </a:lnTo>
                <a:lnTo>
                  <a:pt x="1024001" y="57086"/>
                </a:lnTo>
                <a:lnTo>
                  <a:pt x="1023873" y="28511"/>
                </a:lnTo>
                <a:close/>
              </a:path>
              <a:path w="1109979" h="85725">
                <a:moveTo>
                  <a:pt x="1038225" y="28448"/>
                </a:moveTo>
                <a:lnTo>
                  <a:pt x="1023873" y="28511"/>
                </a:lnTo>
                <a:lnTo>
                  <a:pt x="1024001" y="57086"/>
                </a:lnTo>
                <a:lnTo>
                  <a:pt x="1038351" y="57023"/>
                </a:lnTo>
                <a:lnTo>
                  <a:pt x="1038225" y="28448"/>
                </a:lnTo>
                <a:close/>
              </a:path>
              <a:path w="1109979" h="85725">
                <a:moveTo>
                  <a:pt x="1023747" y="0"/>
                </a:moveTo>
                <a:lnTo>
                  <a:pt x="1023873" y="28511"/>
                </a:lnTo>
                <a:lnTo>
                  <a:pt x="1081409" y="28448"/>
                </a:lnTo>
                <a:lnTo>
                  <a:pt x="1023747" y="0"/>
                </a:lnTo>
                <a:close/>
              </a:path>
            </a:pathLst>
          </a:custGeom>
          <a:solidFill>
            <a:srgbClr val="C00000"/>
          </a:solidFill>
        </p:spPr>
        <p:txBody>
          <a:bodyPr wrap="square" lIns="0" tIns="0" rIns="0" bIns="0" rtlCol="0"/>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3656965" cy="391160"/>
          </a:xfrm>
          <a:prstGeom prst="rect">
            <a:avLst/>
          </a:prstGeom>
        </p:spPr>
        <p:txBody>
          <a:bodyPr vert="horz" wrap="square" lIns="0" tIns="12700" rIns="0" bIns="0" rtlCol="0">
            <a:spAutoFit/>
          </a:bodyPr>
          <a:lstStyle/>
          <a:p>
            <a:pPr marL="12700">
              <a:lnSpc>
                <a:spcPct val="100000"/>
              </a:lnSpc>
              <a:spcBef>
                <a:spcPts val="100"/>
              </a:spcBef>
            </a:pPr>
            <a:r>
              <a:rPr sz="2400" spc="-5" dirty="0"/>
              <a:t>Executing</a:t>
            </a:r>
            <a:r>
              <a:rPr sz="2400" spc="-50" dirty="0"/>
              <a:t> </a:t>
            </a:r>
            <a:r>
              <a:rPr sz="2400" dirty="0"/>
              <a:t>a C</a:t>
            </a:r>
            <a:r>
              <a:rPr sz="2400" spc="-20" dirty="0"/>
              <a:t> </a:t>
            </a:r>
            <a:r>
              <a:rPr sz="2400" dirty="0"/>
              <a:t>Programming</a:t>
            </a:r>
            <a:endParaRPr sz="2400"/>
          </a:p>
        </p:txBody>
      </p:sp>
      <p:sp>
        <p:nvSpPr>
          <p:cNvPr id="3" name="object 3"/>
          <p:cNvSpPr txBox="1"/>
          <p:nvPr/>
        </p:nvSpPr>
        <p:spPr>
          <a:xfrm>
            <a:off x="1347216" y="950975"/>
            <a:ext cx="1918970" cy="370840"/>
          </a:xfrm>
          <a:prstGeom prst="rect">
            <a:avLst/>
          </a:prstGeom>
          <a:solidFill>
            <a:srgbClr val="00AF50"/>
          </a:solidFill>
        </p:spPr>
        <p:txBody>
          <a:bodyPr vert="horz" wrap="square" lIns="0" tIns="40640" rIns="0" bIns="0" rtlCol="0">
            <a:spAutoFit/>
          </a:bodyPr>
          <a:lstStyle/>
          <a:p>
            <a:pPr marL="231140">
              <a:lnSpc>
                <a:spcPct val="100000"/>
              </a:lnSpc>
              <a:spcBef>
                <a:spcPts val="320"/>
              </a:spcBef>
            </a:pPr>
            <a:r>
              <a:rPr sz="1800" spc="-10" dirty="0">
                <a:solidFill>
                  <a:srgbClr val="FFFFFF"/>
                </a:solidFill>
                <a:latin typeface="Franklin Gothic Medium"/>
                <a:cs typeface="Franklin Gothic Medium"/>
              </a:rPr>
              <a:t>System</a:t>
            </a:r>
            <a:r>
              <a:rPr sz="1800" spc="-4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Library</a:t>
            </a:r>
            <a:endParaRPr sz="1800">
              <a:latin typeface="Franklin Gothic Medium"/>
              <a:cs typeface="Franklin Gothic Medium"/>
            </a:endParaRPr>
          </a:p>
        </p:txBody>
      </p:sp>
      <p:sp>
        <p:nvSpPr>
          <p:cNvPr id="4" name="object 4"/>
          <p:cNvSpPr txBox="1"/>
          <p:nvPr/>
        </p:nvSpPr>
        <p:spPr>
          <a:xfrm>
            <a:off x="4375403" y="902208"/>
            <a:ext cx="2254250" cy="646430"/>
          </a:xfrm>
          <a:prstGeom prst="rect">
            <a:avLst/>
          </a:prstGeom>
          <a:solidFill>
            <a:srgbClr val="000099"/>
          </a:solidFill>
        </p:spPr>
        <p:txBody>
          <a:bodyPr vert="horz" wrap="square" lIns="0" tIns="40005" rIns="0" bIns="0" rtlCol="0">
            <a:spAutoFit/>
          </a:bodyPr>
          <a:lstStyle/>
          <a:p>
            <a:pPr algn="ctr">
              <a:lnSpc>
                <a:spcPct val="100000"/>
              </a:lnSpc>
              <a:spcBef>
                <a:spcPts val="315"/>
              </a:spcBef>
            </a:pPr>
            <a:r>
              <a:rPr sz="1800" dirty="0">
                <a:solidFill>
                  <a:srgbClr val="FFFFFF"/>
                </a:solidFill>
                <a:latin typeface="Franklin Gothic Medium"/>
                <a:cs typeface="Franklin Gothic Medium"/>
              </a:rPr>
              <a:t>Link</a:t>
            </a:r>
            <a:r>
              <a:rPr sz="1800" spc="-2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with</a:t>
            </a:r>
            <a:r>
              <a:rPr sz="1800" spc="-40" dirty="0">
                <a:solidFill>
                  <a:srgbClr val="FFFFFF"/>
                </a:solidFill>
                <a:latin typeface="Franklin Gothic Medium"/>
                <a:cs typeface="Franklin Gothic Medium"/>
              </a:rPr>
              <a:t> </a:t>
            </a:r>
            <a:r>
              <a:rPr sz="1800" spc="-10" dirty="0">
                <a:solidFill>
                  <a:srgbClr val="FFFFFF"/>
                </a:solidFill>
                <a:latin typeface="Franklin Gothic Medium"/>
                <a:cs typeface="Franklin Gothic Medium"/>
              </a:rPr>
              <a:t>System</a:t>
            </a:r>
            <a:endParaRPr sz="1800">
              <a:latin typeface="Franklin Gothic Medium"/>
              <a:cs typeface="Franklin Gothic Medium"/>
            </a:endParaRPr>
          </a:p>
          <a:p>
            <a:pPr algn="ctr">
              <a:lnSpc>
                <a:spcPct val="100000"/>
              </a:lnSpc>
            </a:pPr>
            <a:r>
              <a:rPr sz="1800" spc="5" dirty="0">
                <a:solidFill>
                  <a:srgbClr val="FFFFFF"/>
                </a:solidFill>
                <a:latin typeface="Franklin Gothic Medium"/>
                <a:cs typeface="Franklin Gothic Medium"/>
              </a:rPr>
              <a:t>Library</a:t>
            </a:r>
            <a:endParaRPr sz="1800">
              <a:latin typeface="Franklin Gothic Medium"/>
              <a:cs typeface="Franklin Gothic Medium"/>
            </a:endParaRPr>
          </a:p>
        </p:txBody>
      </p:sp>
      <p:sp>
        <p:nvSpPr>
          <p:cNvPr id="5" name="object 5"/>
          <p:cNvSpPr/>
          <p:nvPr/>
        </p:nvSpPr>
        <p:spPr>
          <a:xfrm>
            <a:off x="5459476" y="430530"/>
            <a:ext cx="85725" cy="465455"/>
          </a:xfrm>
          <a:custGeom>
            <a:avLst/>
            <a:gdLst/>
            <a:ahLst/>
            <a:cxnLst/>
            <a:rect l="l" t="t" r="r" b="b"/>
            <a:pathLst>
              <a:path w="85725" h="465455">
                <a:moveTo>
                  <a:pt x="28575" y="379349"/>
                </a:moveTo>
                <a:lnTo>
                  <a:pt x="0" y="379349"/>
                </a:lnTo>
                <a:lnTo>
                  <a:pt x="42925" y="465074"/>
                </a:lnTo>
                <a:lnTo>
                  <a:pt x="78623" y="393573"/>
                </a:lnTo>
                <a:lnTo>
                  <a:pt x="28575" y="393573"/>
                </a:lnTo>
                <a:lnTo>
                  <a:pt x="28575" y="379349"/>
                </a:lnTo>
                <a:close/>
              </a:path>
              <a:path w="85725" h="465455">
                <a:moveTo>
                  <a:pt x="57150" y="0"/>
                </a:moveTo>
                <a:lnTo>
                  <a:pt x="28575" y="0"/>
                </a:lnTo>
                <a:lnTo>
                  <a:pt x="28575" y="393573"/>
                </a:lnTo>
                <a:lnTo>
                  <a:pt x="57150" y="393573"/>
                </a:lnTo>
                <a:lnTo>
                  <a:pt x="57150" y="0"/>
                </a:lnTo>
                <a:close/>
              </a:path>
              <a:path w="85725" h="465455">
                <a:moveTo>
                  <a:pt x="85725" y="379349"/>
                </a:moveTo>
                <a:lnTo>
                  <a:pt x="57150" y="379349"/>
                </a:lnTo>
                <a:lnTo>
                  <a:pt x="57150" y="393573"/>
                </a:lnTo>
                <a:lnTo>
                  <a:pt x="78623" y="393573"/>
                </a:lnTo>
                <a:lnTo>
                  <a:pt x="85725" y="379349"/>
                </a:lnTo>
                <a:close/>
              </a:path>
            </a:pathLst>
          </a:custGeom>
          <a:solidFill>
            <a:srgbClr val="C00000"/>
          </a:solidFill>
        </p:spPr>
        <p:txBody>
          <a:bodyPr wrap="square" lIns="0" tIns="0" rIns="0" bIns="0" rtlCol="0"/>
          <a:lstStyle/>
          <a:p>
            <a:endParaRPr/>
          </a:p>
        </p:txBody>
      </p:sp>
      <p:sp>
        <p:nvSpPr>
          <p:cNvPr id="6" name="object 6"/>
          <p:cNvSpPr txBox="1"/>
          <p:nvPr/>
        </p:nvSpPr>
        <p:spPr>
          <a:xfrm>
            <a:off x="5676138" y="456438"/>
            <a:ext cx="29337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No</a:t>
            </a:r>
            <a:endParaRPr sz="1800">
              <a:latin typeface="Franklin Gothic Medium"/>
              <a:cs typeface="Franklin Gothic Medium"/>
            </a:endParaRPr>
          </a:p>
        </p:txBody>
      </p:sp>
      <p:sp>
        <p:nvSpPr>
          <p:cNvPr id="7" name="object 7"/>
          <p:cNvSpPr/>
          <p:nvPr/>
        </p:nvSpPr>
        <p:spPr>
          <a:xfrm>
            <a:off x="3266566" y="1092072"/>
            <a:ext cx="1109980" cy="85725"/>
          </a:xfrm>
          <a:custGeom>
            <a:avLst/>
            <a:gdLst/>
            <a:ahLst/>
            <a:cxnLst/>
            <a:rect l="l" t="t" r="r" b="b"/>
            <a:pathLst>
              <a:path w="1109979" h="85725">
                <a:moveTo>
                  <a:pt x="1081494" y="28575"/>
                </a:moveTo>
                <a:lnTo>
                  <a:pt x="1038225" y="28575"/>
                </a:lnTo>
                <a:lnTo>
                  <a:pt x="1038352" y="57150"/>
                </a:lnTo>
                <a:lnTo>
                  <a:pt x="1024001" y="57213"/>
                </a:lnTo>
                <a:lnTo>
                  <a:pt x="1024128" y="85725"/>
                </a:lnTo>
                <a:lnTo>
                  <a:pt x="1109726" y="42544"/>
                </a:lnTo>
                <a:lnTo>
                  <a:pt x="1081494" y="28575"/>
                </a:lnTo>
                <a:close/>
              </a:path>
              <a:path w="1109979" h="85725">
                <a:moveTo>
                  <a:pt x="1023874" y="28638"/>
                </a:moveTo>
                <a:lnTo>
                  <a:pt x="0" y="33147"/>
                </a:lnTo>
                <a:lnTo>
                  <a:pt x="127" y="61722"/>
                </a:lnTo>
                <a:lnTo>
                  <a:pt x="1024001" y="57213"/>
                </a:lnTo>
                <a:lnTo>
                  <a:pt x="1023874" y="28638"/>
                </a:lnTo>
                <a:close/>
              </a:path>
              <a:path w="1109979" h="85725">
                <a:moveTo>
                  <a:pt x="1038225" y="28575"/>
                </a:moveTo>
                <a:lnTo>
                  <a:pt x="1023874" y="28638"/>
                </a:lnTo>
                <a:lnTo>
                  <a:pt x="1024001" y="57213"/>
                </a:lnTo>
                <a:lnTo>
                  <a:pt x="1038352" y="57150"/>
                </a:lnTo>
                <a:lnTo>
                  <a:pt x="1038225" y="28575"/>
                </a:lnTo>
                <a:close/>
              </a:path>
              <a:path w="1109979" h="85725">
                <a:moveTo>
                  <a:pt x="1023747" y="0"/>
                </a:moveTo>
                <a:lnTo>
                  <a:pt x="1023874" y="28638"/>
                </a:lnTo>
                <a:lnTo>
                  <a:pt x="1081494" y="28575"/>
                </a:lnTo>
                <a:lnTo>
                  <a:pt x="1023747" y="0"/>
                </a:lnTo>
                <a:close/>
              </a:path>
            </a:pathLst>
          </a:custGeom>
          <a:solidFill>
            <a:srgbClr val="C00000"/>
          </a:solidFill>
        </p:spPr>
        <p:txBody>
          <a:bodyPr wrap="square" lIns="0" tIns="0" rIns="0" bIns="0" rtlCol="0"/>
          <a:lstStyle/>
          <a:p>
            <a:endParaRPr/>
          </a:p>
        </p:txBody>
      </p:sp>
      <p:sp>
        <p:nvSpPr>
          <p:cNvPr id="8" name="object 8"/>
          <p:cNvSpPr txBox="1"/>
          <p:nvPr/>
        </p:nvSpPr>
        <p:spPr>
          <a:xfrm>
            <a:off x="1347216" y="2103120"/>
            <a:ext cx="1918970" cy="370840"/>
          </a:xfrm>
          <a:prstGeom prst="rect">
            <a:avLst/>
          </a:prstGeom>
          <a:solidFill>
            <a:srgbClr val="00AF50"/>
          </a:solidFill>
        </p:spPr>
        <p:txBody>
          <a:bodyPr vert="horz" wrap="square" lIns="0" tIns="40005" rIns="0" bIns="0" rtlCol="0">
            <a:spAutoFit/>
          </a:bodyPr>
          <a:lstStyle/>
          <a:p>
            <a:pPr marL="444500">
              <a:lnSpc>
                <a:spcPct val="100000"/>
              </a:lnSpc>
              <a:spcBef>
                <a:spcPts val="315"/>
              </a:spcBef>
            </a:pPr>
            <a:r>
              <a:rPr sz="1800" dirty="0">
                <a:solidFill>
                  <a:srgbClr val="FFFFFF"/>
                </a:solidFill>
                <a:latin typeface="Franklin Gothic Medium"/>
                <a:cs typeface="Franklin Gothic Medium"/>
              </a:rPr>
              <a:t>Input</a:t>
            </a:r>
            <a:r>
              <a:rPr sz="1800" spc="-4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Data</a:t>
            </a:r>
            <a:endParaRPr sz="1800">
              <a:latin typeface="Franklin Gothic Medium"/>
              <a:cs typeface="Franklin Gothic Medium"/>
            </a:endParaRPr>
          </a:p>
        </p:txBody>
      </p:sp>
      <p:sp>
        <p:nvSpPr>
          <p:cNvPr id="9" name="object 9"/>
          <p:cNvSpPr txBox="1"/>
          <p:nvPr/>
        </p:nvSpPr>
        <p:spPr>
          <a:xfrm>
            <a:off x="4375403" y="2054351"/>
            <a:ext cx="2254250" cy="368935"/>
          </a:xfrm>
          <a:prstGeom prst="rect">
            <a:avLst/>
          </a:prstGeom>
          <a:solidFill>
            <a:srgbClr val="000099"/>
          </a:solidFill>
        </p:spPr>
        <p:txBody>
          <a:bodyPr vert="horz" wrap="square" lIns="0" tIns="40005" rIns="0" bIns="0" rtlCol="0">
            <a:spAutoFit/>
          </a:bodyPr>
          <a:lstStyle/>
          <a:p>
            <a:pPr marL="126364">
              <a:lnSpc>
                <a:spcPct val="100000"/>
              </a:lnSpc>
              <a:spcBef>
                <a:spcPts val="315"/>
              </a:spcBef>
            </a:pPr>
            <a:r>
              <a:rPr sz="1800" spc="-15" dirty="0">
                <a:solidFill>
                  <a:srgbClr val="FFFFFF"/>
                </a:solidFill>
                <a:latin typeface="Franklin Gothic Medium"/>
                <a:cs typeface="Franklin Gothic Medium"/>
              </a:rPr>
              <a:t>Execute</a:t>
            </a:r>
            <a:r>
              <a:rPr sz="1800" dirty="0">
                <a:solidFill>
                  <a:srgbClr val="FFFFFF"/>
                </a:solidFill>
                <a:latin typeface="Franklin Gothic Medium"/>
                <a:cs typeface="Franklin Gothic Medium"/>
              </a:rPr>
              <a:t> Object</a:t>
            </a:r>
            <a:r>
              <a:rPr sz="1800" spc="-3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Code</a:t>
            </a:r>
            <a:endParaRPr sz="1800">
              <a:latin typeface="Franklin Gothic Medium"/>
              <a:cs typeface="Franklin Gothic Medium"/>
            </a:endParaRPr>
          </a:p>
        </p:txBody>
      </p:sp>
      <p:sp>
        <p:nvSpPr>
          <p:cNvPr id="10" name="object 10"/>
          <p:cNvSpPr/>
          <p:nvPr/>
        </p:nvSpPr>
        <p:spPr>
          <a:xfrm>
            <a:off x="5459476" y="1581150"/>
            <a:ext cx="85725" cy="465455"/>
          </a:xfrm>
          <a:custGeom>
            <a:avLst/>
            <a:gdLst/>
            <a:ahLst/>
            <a:cxnLst/>
            <a:rect l="l" t="t" r="r" b="b"/>
            <a:pathLst>
              <a:path w="85725" h="465455">
                <a:moveTo>
                  <a:pt x="28575" y="379349"/>
                </a:moveTo>
                <a:lnTo>
                  <a:pt x="0" y="379349"/>
                </a:lnTo>
                <a:lnTo>
                  <a:pt x="42925" y="465074"/>
                </a:lnTo>
                <a:lnTo>
                  <a:pt x="78623" y="393573"/>
                </a:lnTo>
                <a:lnTo>
                  <a:pt x="28575" y="393573"/>
                </a:lnTo>
                <a:lnTo>
                  <a:pt x="28575" y="379349"/>
                </a:lnTo>
                <a:close/>
              </a:path>
              <a:path w="85725" h="465455">
                <a:moveTo>
                  <a:pt x="57150" y="0"/>
                </a:moveTo>
                <a:lnTo>
                  <a:pt x="28575" y="0"/>
                </a:lnTo>
                <a:lnTo>
                  <a:pt x="28575" y="393573"/>
                </a:lnTo>
                <a:lnTo>
                  <a:pt x="57150" y="393573"/>
                </a:lnTo>
                <a:lnTo>
                  <a:pt x="57150" y="0"/>
                </a:lnTo>
                <a:close/>
              </a:path>
              <a:path w="85725" h="465455">
                <a:moveTo>
                  <a:pt x="85725" y="379349"/>
                </a:moveTo>
                <a:lnTo>
                  <a:pt x="57150" y="379349"/>
                </a:lnTo>
                <a:lnTo>
                  <a:pt x="57150" y="393573"/>
                </a:lnTo>
                <a:lnTo>
                  <a:pt x="78623" y="393573"/>
                </a:lnTo>
                <a:lnTo>
                  <a:pt x="85725" y="379349"/>
                </a:lnTo>
                <a:close/>
              </a:path>
            </a:pathLst>
          </a:custGeom>
          <a:solidFill>
            <a:srgbClr val="C00000"/>
          </a:solidFill>
        </p:spPr>
        <p:txBody>
          <a:bodyPr wrap="square" lIns="0" tIns="0" rIns="0" bIns="0" rtlCol="0"/>
          <a:lstStyle/>
          <a:p>
            <a:endParaRPr/>
          </a:p>
        </p:txBody>
      </p:sp>
      <p:sp>
        <p:nvSpPr>
          <p:cNvPr id="11" name="object 11"/>
          <p:cNvSpPr/>
          <p:nvPr/>
        </p:nvSpPr>
        <p:spPr>
          <a:xfrm>
            <a:off x="3266566" y="2244217"/>
            <a:ext cx="1109980" cy="85725"/>
          </a:xfrm>
          <a:custGeom>
            <a:avLst/>
            <a:gdLst/>
            <a:ahLst/>
            <a:cxnLst/>
            <a:rect l="l" t="t" r="r" b="b"/>
            <a:pathLst>
              <a:path w="1109979" h="85725">
                <a:moveTo>
                  <a:pt x="1081494" y="28575"/>
                </a:moveTo>
                <a:lnTo>
                  <a:pt x="1038225" y="28575"/>
                </a:lnTo>
                <a:lnTo>
                  <a:pt x="1038352" y="57150"/>
                </a:lnTo>
                <a:lnTo>
                  <a:pt x="1024001" y="57213"/>
                </a:lnTo>
                <a:lnTo>
                  <a:pt x="1024128" y="85725"/>
                </a:lnTo>
                <a:lnTo>
                  <a:pt x="1109726" y="42545"/>
                </a:lnTo>
                <a:lnTo>
                  <a:pt x="1081494" y="28575"/>
                </a:lnTo>
                <a:close/>
              </a:path>
              <a:path w="1109979" h="85725">
                <a:moveTo>
                  <a:pt x="1023874" y="28638"/>
                </a:moveTo>
                <a:lnTo>
                  <a:pt x="0" y="33147"/>
                </a:lnTo>
                <a:lnTo>
                  <a:pt x="127" y="61722"/>
                </a:lnTo>
                <a:lnTo>
                  <a:pt x="1024001" y="57213"/>
                </a:lnTo>
                <a:lnTo>
                  <a:pt x="1023874" y="28638"/>
                </a:lnTo>
                <a:close/>
              </a:path>
              <a:path w="1109979" h="85725">
                <a:moveTo>
                  <a:pt x="1038225" y="28575"/>
                </a:moveTo>
                <a:lnTo>
                  <a:pt x="1023874" y="28638"/>
                </a:lnTo>
                <a:lnTo>
                  <a:pt x="1024001" y="57213"/>
                </a:lnTo>
                <a:lnTo>
                  <a:pt x="1038352" y="57150"/>
                </a:lnTo>
                <a:lnTo>
                  <a:pt x="1038225" y="28575"/>
                </a:lnTo>
                <a:close/>
              </a:path>
              <a:path w="1109979" h="85725">
                <a:moveTo>
                  <a:pt x="1023747" y="0"/>
                </a:moveTo>
                <a:lnTo>
                  <a:pt x="1023874" y="28638"/>
                </a:lnTo>
                <a:lnTo>
                  <a:pt x="1081494" y="28575"/>
                </a:lnTo>
                <a:lnTo>
                  <a:pt x="1023747" y="0"/>
                </a:lnTo>
                <a:close/>
              </a:path>
            </a:pathLst>
          </a:custGeom>
          <a:solidFill>
            <a:srgbClr val="C00000"/>
          </a:solidFill>
        </p:spPr>
        <p:txBody>
          <a:bodyPr wrap="square" lIns="0" tIns="0" rIns="0" bIns="0" rtlCol="0"/>
          <a:lstStyle/>
          <a:p>
            <a:endParaRPr/>
          </a:p>
        </p:txBody>
      </p:sp>
      <p:grpSp>
        <p:nvGrpSpPr>
          <p:cNvPr id="12" name="object 12"/>
          <p:cNvGrpSpPr/>
          <p:nvPr/>
        </p:nvGrpSpPr>
        <p:grpSpPr>
          <a:xfrm>
            <a:off x="4367466" y="2852610"/>
            <a:ext cx="2169795" cy="1139190"/>
            <a:chOff x="4367466" y="2852610"/>
            <a:chExt cx="2169795" cy="1139190"/>
          </a:xfrm>
        </p:grpSpPr>
        <p:sp>
          <p:nvSpPr>
            <p:cNvPr id="13" name="object 13"/>
            <p:cNvSpPr/>
            <p:nvPr/>
          </p:nvSpPr>
          <p:spPr>
            <a:xfrm>
              <a:off x="4375403" y="2860548"/>
              <a:ext cx="2153920" cy="1123315"/>
            </a:xfrm>
            <a:custGeom>
              <a:avLst/>
              <a:gdLst/>
              <a:ahLst/>
              <a:cxnLst/>
              <a:rect l="l" t="t" r="r" b="b"/>
              <a:pathLst>
                <a:path w="2153920" h="1123314">
                  <a:moveTo>
                    <a:pt x="1076706" y="0"/>
                  </a:moveTo>
                  <a:lnTo>
                    <a:pt x="0" y="561593"/>
                  </a:lnTo>
                  <a:lnTo>
                    <a:pt x="1076706" y="1123188"/>
                  </a:lnTo>
                  <a:lnTo>
                    <a:pt x="2153412" y="561593"/>
                  </a:lnTo>
                  <a:lnTo>
                    <a:pt x="1076706" y="0"/>
                  </a:lnTo>
                  <a:close/>
                </a:path>
              </a:pathLst>
            </a:custGeom>
            <a:solidFill>
              <a:srgbClr val="C00000"/>
            </a:solidFill>
          </p:spPr>
          <p:txBody>
            <a:bodyPr wrap="square" lIns="0" tIns="0" rIns="0" bIns="0" rtlCol="0"/>
            <a:lstStyle/>
            <a:p>
              <a:endParaRPr/>
            </a:p>
          </p:txBody>
        </p:sp>
        <p:sp>
          <p:nvSpPr>
            <p:cNvPr id="14" name="object 14"/>
            <p:cNvSpPr/>
            <p:nvPr/>
          </p:nvSpPr>
          <p:spPr>
            <a:xfrm>
              <a:off x="4375403" y="2860548"/>
              <a:ext cx="2153920" cy="1123315"/>
            </a:xfrm>
            <a:custGeom>
              <a:avLst/>
              <a:gdLst/>
              <a:ahLst/>
              <a:cxnLst/>
              <a:rect l="l" t="t" r="r" b="b"/>
              <a:pathLst>
                <a:path w="2153920" h="1123314">
                  <a:moveTo>
                    <a:pt x="0" y="561593"/>
                  </a:moveTo>
                  <a:lnTo>
                    <a:pt x="1076706" y="0"/>
                  </a:lnTo>
                  <a:lnTo>
                    <a:pt x="2153412" y="561593"/>
                  </a:lnTo>
                  <a:lnTo>
                    <a:pt x="1076706" y="1123188"/>
                  </a:lnTo>
                  <a:lnTo>
                    <a:pt x="0" y="561593"/>
                  </a:lnTo>
                  <a:close/>
                </a:path>
              </a:pathLst>
            </a:custGeom>
            <a:ln w="15875">
              <a:solidFill>
                <a:srgbClr val="8B0000"/>
              </a:solidFill>
            </a:ln>
          </p:spPr>
          <p:txBody>
            <a:bodyPr wrap="square" lIns="0" tIns="0" rIns="0" bIns="0" rtlCol="0"/>
            <a:lstStyle/>
            <a:p>
              <a:endParaRPr/>
            </a:p>
          </p:txBody>
        </p:sp>
      </p:grpSp>
      <p:sp>
        <p:nvSpPr>
          <p:cNvPr id="15" name="object 15"/>
          <p:cNvSpPr txBox="1"/>
          <p:nvPr/>
        </p:nvSpPr>
        <p:spPr>
          <a:xfrm>
            <a:off x="6516878" y="3129153"/>
            <a:ext cx="1381125" cy="299720"/>
          </a:xfrm>
          <a:prstGeom prst="rect">
            <a:avLst/>
          </a:prstGeom>
        </p:spPr>
        <p:txBody>
          <a:bodyPr vert="horz" wrap="square" lIns="0" tIns="12700" rIns="0" bIns="0" rtlCol="0">
            <a:spAutoFit/>
          </a:bodyPr>
          <a:lstStyle/>
          <a:p>
            <a:pPr marL="12700">
              <a:lnSpc>
                <a:spcPct val="100000"/>
              </a:lnSpc>
              <a:spcBef>
                <a:spcPts val="100"/>
              </a:spcBef>
              <a:tabLst>
                <a:tab pos="1367790" algn="l"/>
              </a:tabLst>
            </a:pPr>
            <a:r>
              <a:rPr sz="1800" u="heavy" dirty="0">
                <a:solidFill>
                  <a:srgbClr val="FFFFFF"/>
                </a:solidFill>
                <a:uFill>
                  <a:solidFill>
                    <a:srgbClr val="C00000"/>
                  </a:solidFill>
                </a:uFill>
                <a:latin typeface="Franklin Gothic Medium"/>
                <a:cs typeface="Franklin Gothic Medium"/>
              </a:rPr>
              <a:t> 	</a:t>
            </a:r>
            <a:endParaRPr sz="1800">
              <a:latin typeface="Franklin Gothic Medium"/>
              <a:cs typeface="Franklin Gothic Medium"/>
            </a:endParaRPr>
          </a:p>
        </p:txBody>
      </p:sp>
      <p:sp>
        <p:nvSpPr>
          <p:cNvPr id="16" name="object 16"/>
          <p:cNvSpPr txBox="1"/>
          <p:nvPr/>
        </p:nvSpPr>
        <p:spPr>
          <a:xfrm>
            <a:off x="5091176" y="3129153"/>
            <a:ext cx="721995" cy="574675"/>
          </a:xfrm>
          <a:prstGeom prst="rect">
            <a:avLst/>
          </a:prstGeom>
        </p:spPr>
        <p:txBody>
          <a:bodyPr vert="horz" wrap="square" lIns="0" tIns="12700" rIns="0" bIns="0" rtlCol="0">
            <a:spAutoFit/>
          </a:bodyPr>
          <a:lstStyle/>
          <a:p>
            <a:pPr marL="15240" marR="5080" indent="-3175">
              <a:lnSpc>
                <a:spcPct val="100000"/>
              </a:lnSpc>
              <a:spcBef>
                <a:spcPts val="100"/>
              </a:spcBef>
            </a:pPr>
            <a:r>
              <a:rPr sz="1800" dirty="0">
                <a:solidFill>
                  <a:srgbClr val="FFFFFF"/>
                </a:solidFill>
                <a:latin typeface="Franklin Gothic Medium"/>
                <a:cs typeface="Franklin Gothic Medium"/>
              </a:rPr>
              <a:t>Logical  </a:t>
            </a:r>
            <a:r>
              <a:rPr sz="1800" spc="-10" dirty="0">
                <a:solidFill>
                  <a:srgbClr val="FFFFFF"/>
                </a:solidFill>
                <a:latin typeface="Franklin Gothic Medium"/>
                <a:cs typeface="Franklin Gothic Medium"/>
              </a:rPr>
              <a:t>E</a:t>
            </a:r>
            <a:r>
              <a:rPr sz="1800" dirty="0">
                <a:solidFill>
                  <a:srgbClr val="FFFFFF"/>
                </a:solidFill>
                <a:latin typeface="Franklin Gothic Medium"/>
                <a:cs typeface="Franklin Gothic Medium"/>
              </a:rPr>
              <a:t>r</a:t>
            </a:r>
            <a:r>
              <a:rPr sz="1800" spc="-10" dirty="0">
                <a:solidFill>
                  <a:srgbClr val="FFFFFF"/>
                </a:solidFill>
                <a:latin typeface="Franklin Gothic Medium"/>
                <a:cs typeface="Franklin Gothic Medium"/>
              </a:rPr>
              <a:t>r</a:t>
            </a:r>
            <a:r>
              <a:rPr sz="1800" dirty="0">
                <a:solidFill>
                  <a:srgbClr val="FFFFFF"/>
                </a:solidFill>
                <a:latin typeface="Franklin Gothic Medium"/>
                <a:cs typeface="Franklin Gothic Medium"/>
              </a:rPr>
              <a:t>o</a:t>
            </a:r>
            <a:r>
              <a:rPr sz="1800" spc="20" dirty="0">
                <a:solidFill>
                  <a:srgbClr val="FFFFFF"/>
                </a:solidFill>
                <a:latin typeface="Franklin Gothic Medium"/>
                <a:cs typeface="Franklin Gothic Medium"/>
              </a:rPr>
              <a:t>r</a:t>
            </a:r>
            <a:r>
              <a:rPr sz="1800" spc="-5" dirty="0">
                <a:solidFill>
                  <a:srgbClr val="FFFFFF"/>
                </a:solidFill>
                <a:latin typeface="Franklin Gothic Medium"/>
                <a:cs typeface="Franklin Gothic Medium"/>
              </a:rPr>
              <a:t>s?</a:t>
            </a:r>
            <a:endParaRPr sz="1800">
              <a:latin typeface="Franklin Gothic Medium"/>
              <a:cs typeface="Franklin Gothic Medium"/>
            </a:endParaRPr>
          </a:p>
        </p:txBody>
      </p:sp>
      <p:grpSp>
        <p:nvGrpSpPr>
          <p:cNvPr id="17" name="object 17"/>
          <p:cNvGrpSpPr/>
          <p:nvPr/>
        </p:nvGrpSpPr>
        <p:grpSpPr>
          <a:xfrm>
            <a:off x="7831073" y="282575"/>
            <a:ext cx="1426845" cy="3131185"/>
            <a:chOff x="7831073" y="282575"/>
            <a:chExt cx="1426845" cy="3131185"/>
          </a:xfrm>
        </p:grpSpPr>
        <p:sp>
          <p:nvSpPr>
            <p:cNvPr id="18" name="object 18"/>
            <p:cNvSpPr/>
            <p:nvPr/>
          </p:nvSpPr>
          <p:spPr>
            <a:xfrm>
              <a:off x="7852409" y="325373"/>
              <a:ext cx="0" cy="3088640"/>
            </a:xfrm>
            <a:custGeom>
              <a:avLst/>
              <a:gdLst/>
              <a:ahLst/>
              <a:cxnLst/>
              <a:rect l="l" t="t" r="r" b="b"/>
              <a:pathLst>
                <a:path h="3088640">
                  <a:moveTo>
                    <a:pt x="0" y="3088386"/>
                  </a:moveTo>
                  <a:lnTo>
                    <a:pt x="0" y="0"/>
                  </a:lnTo>
                </a:path>
              </a:pathLst>
            </a:custGeom>
            <a:ln w="28575">
              <a:solidFill>
                <a:srgbClr val="C00000"/>
              </a:solidFill>
            </a:ln>
          </p:spPr>
          <p:txBody>
            <a:bodyPr wrap="square" lIns="0" tIns="0" rIns="0" bIns="0" rtlCol="0"/>
            <a:lstStyle/>
            <a:p>
              <a:endParaRPr/>
            </a:p>
          </p:txBody>
        </p:sp>
        <p:sp>
          <p:nvSpPr>
            <p:cNvPr id="19" name="object 19"/>
            <p:cNvSpPr/>
            <p:nvPr/>
          </p:nvSpPr>
          <p:spPr>
            <a:xfrm>
              <a:off x="7831073" y="282575"/>
              <a:ext cx="1426845" cy="85725"/>
            </a:xfrm>
            <a:custGeom>
              <a:avLst/>
              <a:gdLst/>
              <a:ahLst/>
              <a:cxnLst/>
              <a:rect l="l" t="t" r="r" b="b"/>
              <a:pathLst>
                <a:path w="1426845" h="85725">
                  <a:moveTo>
                    <a:pt x="1340739" y="57148"/>
                  </a:moveTo>
                  <a:lnTo>
                    <a:pt x="1340739" y="85725"/>
                  </a:lnTo>
                  <a:lnTo>
                    <a:pt x="1397804" y="57150"/>
                  </a:lnTo>
                  <a:lnTo>
                    <a:pt x="1340739" y="57148"/>
                  </a:lnTo>
                  <a:close/>
                </a:path>
                <a:path w="1426845" h="85725">
                  <a:moveTo>
                    <a:pt x="1340739" y="28573"/>
                  </a:moveTo>
                  <a:lnTo>
                    <a:pt x="1340739" y="57148"/>
                  </a:lnTo>
                  <a:lnTo>
                    <a:pt x="1354962" y="57150"/>
                  </a:lnTo>
                  <a:lnTo>
                    <a:pt x="1354962" y="28575"/>
                  </a:lnTo>
                  <a:lnTo>
                    <a:pt x="1340739" y="28573"/>
                  </a:lnTo>
                  <a:close/>
                </a:path>
                <a:path w="1426845" h="85725">
                  <a:moveTo>
                    <a:pt x="1340739" y="0"/>
                  </a:moveTo>
                  <a:lnTo>
                    <a:pt x="1340739" y="28573"/>
                  </a:lnTo>
                  <a:lnTo>
                    <a:pt x="1354962" y="28575"/>
                  </a:lnTo>
                  <a:lnTo>
                    <a:pt x="1354962" y="57150"/>
                  </a:lnTo>
                  <a:lnTo>
                    <a:pt x="1397807" y="57148"/>
                  </a:lnTo>
                  <a:lnTo>
                    <a:pt x="1426464" y="42799"/>
                  </a:lnTo>
                  <a:lnTo>
                    <a:pt x="1340739" y="0"/>
                  </a:lnTo>
                  <a:close/>
                </a:path>
                <a:path w="1426845" h="85725">
                  <a:moveTo>
                    <a:pt x="0" y="28448"/>
                  </a:moveTo>
                  <a:lnTo>
                    <a:pt x="0" y="57023"/>
                  </a:lnTo>
                  <a:lnTo>
                    <a:pt x="1340739" y="57148"/>
                  </a:lnTo>
                  <a:lnTo>
                    <a:pt x="1340739" y="28573"/>
                  </a:lnTo>
                  <a:lnTo>
                    <a:pt x="0" y="28448"/>
                  </a:lnTo>
                  <a:close/>
                </a:path>
              </a:pathLst>
            </a:custGeom>
            <a:solidFill>
              <a:srgbClr val="C00000"/>
            </a:solidFill>
          </p:spPr>
          <p:txBody>
            <a:bodyPr wrap="square" lIns="0" tIns="0" rIns="0" bIns="0" rtlCol="0"/>
            <a:lstStyle/>
            <a:p>
              <a:endParaRPr/>
            </a:p>
          </p:txBody>
        </p:sp>
      </p:grpSp>
      <p:grpSp>
        <p:nvGrpSpPr>
          <p:cNvPr id="20" name="object 20"/>
          <p:cNvGrpSpPr/>
          <p:nvPr/>
        </p:nvGrpSpPr>
        <p:grpSpPr>
          <a:xfrm>
            <a:off x="5410708" y="2402585"/>
            <a:ext cx="85725" cy="2050414"/>
            <a:chOff x="5410708" y="2402585"/>
            <a:chExt cx="85725" cy="2050414"/>
          </a:xfrm>
        </p:grpSpPr>
        <p:sp>
          <p:nvSpPr>
            <p:cNvPr id="21" name="object 21"/>
            <p:cNvSpPr/>
            <p:nvPr/>
          </p:nvSpPr>
          <p:spPr>
            <a:xfrm>
              <a:off x="5410708" y="2402585"/>
              <a:ext cx="85725" cy="465455"/>
            </a:xfrm>
            <a:custGeom>
              <a:avLst/>
              <a:gdLst/>
              <a:ahLst/>
              <a:cxnLst/>
              <a:rect l="l" t="t" r="r" b="b"/>
              <a:pathLst>
                <a:path w="85725" h="465455">
                  <a:moveTo>
                    <a:pt x="28575" y="379349"/>
                  </a:moveTo>
                  <a:lnTo>
                    <a:pt x="0" y="379349"/>
                  </a:lnTo>
                  <a:lnTo>
                    <a:pt x="42925" y="465074"/>
                  </a:lnTo>
                  <a:lnTo>
                    <a:pt x="78623" y="393573"/>
                  </a:lnTo>
                  <a:lnTo>
                    <a:pt x="28575" y="393573"/>
                  </a:lnTo>
                  <a:lnTo>
                    <a:pt x="28575" y="379349"/>
                  </a:lnTo>
                  <a:close/>
                </a:path>
                <a:path w="85725" h="465455">
                  <a:moveTo>
                    <a:pt x="57150" y="0"/>
                  </a:moveTo>
                  <a:lnTo>
                    <a:pt x="28575" y="0"/>
                  </a:lnTo>
                  <a:lnTo>
                    <a:pt x="28575" y="393573"/>
                  </a:lnTo>
                  <a:lnTo>
                    <a:pt x="57150" y="393573"/>
                  </a:lnTo>
                  <a:lnTo>
                    <a:pt x="57150" y="0"/>
                  </a:lnTo>
                  <a:close/>
                </a:path>
                <a:path w="85725" h="465455">
                  <a:moveTo>
                    <a:pt x="85725" y="379349"/>
                  </a:moveTo>
                  <a:lnTo>
                    <a:pt x="57150" y="379349"/>
                  </a:lnTo>
                  <a:lnTo>
                    <a:pt x="57150" y="393573"/>
                  </a:lnTo>
                  <a:lnTo>
                    <a:pt x="78623" y="393573"/>
                  </a:lnTo>
                  <a:lnTo>
                    <a:pt x="85725" y="379349"/>
                  </a:lnTo>
                  <a:close/>
                </a:path>
              </a:pathLst>
            </a:custGeom>
            <a:solidFill>
              <a:srgbClr val="C00000"/>
            </a:solidFill>
          </p:spPr>
          <p:txBody>
            <a:bodyPr wrap="square" lIns="0" tIns="0" rIns="0" bIns="0" rtlCol="0"/>
            <a:lstStyle/>
            <a:p>
              <a:endParaRPr/>
            </a:p>
          </p:txBody>
        </p:sp>
        <p:sp>
          <p:nvSpPr>
            <p:cNvPr id="22" name="object 22"/>
            <p:cNvSpPr/>
            <p:nvPr/>
          </p:nvSpPr>
          <p:spPr>
            <a:xfrm>
              <a:off x="5410708" y="3987545"/>
              <a:ext cx="85725" cy="465455"/>
            </a:xfrm>
            <a:custGeom>
              <a:avLst/>
              <a:gdLst/>
              <a:ahLst/>
              <a:cxnLst/>
              <a:rect l="l" t="t" r="r" b="b"/>
              <a:pathLst>
                <a:path w="85725" h="465454">
                  <a:moveTo>
                    <a:pt x="28575" y="379348"/>
                  </a:moveTo>
                  <a:lnTo>
                    <a:pt x="0" y="379348"/>
                  </a:lnTo>
                  <a:lnTo>
                    <a:pt x="42925" y="465073"/>
                  </a:lnTo>
                  <a:lnTo>
                    <a:pt x="78623" y="393572"/>
                  </a:lnTo>
                  <a:lnTo>
                    <a:pt x="28575" y="393572"/>
                  </a:lnTo>
                  <a:lnTo>
                    <a:pt x="28575" y="379348"/>
                  </a:lnTo>
                  <a:close/>
                </a:path>
                <a:path w="85725" h="465454">
                  <a:moveTo>
                    <a:pt x="57150" y="0"/>
                  </a:moveTo>
                  <a:lnTo>
                    <a:pt x="28575" y="0"/>
                  </a:lnTo>
                  <a:lnTo>
                    <a:pt x="28575" y="393572"/>
                  </a:lnTo>
                  <a:lnTo>
                    <a:pt x="57150" y="393572"/>
                  </a:lnTo>
                  <a:lnTo>
                    <a:pt x="57150" y="0"/>
                  </a:lnTo>
                  <a:close/>
                </a:path>
                <a:path w="85725" h="465454">
                  <a:moveTo>
                    <a:pt x="85725" y="379348"/>
                  </a:moveTo>
                  <a:lnTo>
                    <a:pt x="57150" y="379348"/>
                  </a:lnTo>
                  <a:lnTo>
                    <a:pt x="57150" y="393572"/>
                  </a:lnTo>
                  <a:lnTo>
                    <a:pt x="78623" y="393572"/>
                  </a:lnTo>
                  <a:lnTo>
                    <a:pt x="85725" y="379348"/>
                  </a:lnTo>
                  <a:close/>
                </a:path>
              </a:pathLst>
            </a:custGeom>
            <a:solidFill>
              <a:srgbClr val="C00000"/>
            </a:solidFill>
          </p:spPr>
          <p:txBody>
            <a:bodyPr wrap="square" lIns="0" tIns="0" rIns="0" bIns="0" rtlCol="0"/>
            <a:lstStyle/>
            <a:p>
              <a:endParaRPr/>
            </a:p>
          </p:txBody>
        </p:sp>
      </p:grpSp>
      <p:sp>
        <p:nvSpPr>
          <p:cNvPr id="23" name="object 23"/>
          <p:cNvSpPr txBox="1"/>
          <p:nvPr/>
        </p:nvSpPr>
        <p:spPr>
          <a:xfrm>
            <a:off x="6780021" y="2916123"/>
            <a:ext cx="362585" cy="300355"/>
          </a:xfrm>
          <a:prstGeom prst="rect">
            <a:avLst/>
          </a:prstGeom>
        </p:spPr>
        <p:txBody>
          <a:bodyPr vert="horz" wrap="square" lIns="0" tIns="12700" rIns="0" bIns="0" rtlCol="0">
            <a:spAutoFit/>
          </a:bodyPr>
          <a:lstStyle/>
          <a:p>
            <a:pPr marL="12700">
              <a:lnSpc>
                <a:spcPct val="100000"/>
              </a:lnSpc>
              <a:spcBef>
                <a:spcPts val="100"/>
              </a:spcBef>
            </a:pPr>
            <a:r>
              <a:rPr sz="1800" spc="-95" dirty="0">
                <a:latin typeface="Franklin Gothic Medium"/>
                <a:cs typeface="Franklin Gothic Medium"/>
              </a:rPr>
              <a:t>Y</a:t>
            </a:r>
            <a:r>
              <a:rPr sz="1800" spc="-5" dirty="0">
                <a:latin typeface="Franklin Gothic Medium"/>
                <a:cs typeface="Franklin Gothic Medium"/>
              </a:rPr>
              <a:t>es</a:t>
            </a:r>
            <a:endParaRPr sz="1800">
              <a:latin typeface="Franklin Gothic Medium"/>
              <a:cs typeface="Franklin Gothic Medium"/>
            </a:endParaRPr>
          </a:p>
        </p:txBody>
      </p:sp>
      <p:sp>
        <p:nvSpPr>
          <p:cNvPr id="24" name="object 24"/>
          <p:cNvSpPr txBox="1"/>
          <p:nvPr/>
        </p:nvSpPr>
        <p:spPr>
          <a:xfrm>
            <a:off x="9256776" y="140207"/>
            <a:ext cx="2252980" cy="370840"/>
          </a:xfrm>
          <a:prstGeom prst="rect">
            <a:avLst/>
          </a:prstGeom>
          <a:solidFill>
            <a:srgbClr val="000099"/>
          </a:solidFill>
        </p:spPr>
        <p:txBody>
          <a:bodyPr vert="horz" wrap="square" lIns="0" tIns="39370" rIns="0" bIns="0" rtlCol="0">
            <a:spAutoFit/>
          </a:bodyPr>
          <a:lstStyle/>
          <a:p>
            <a:pPr marL="139065">
              <a:lnSpc>
                <a:spcPct val="100000"/>
              </a:lnSpc>
              <a:spcBef>
                <a:spcPts val="310"/>
              </a:spcBef>
            </a:pPr>
            <a:r>
              <a:rPr sz="1800" spc="-5" dirty="0">
                <a:solidFill>
                  <a:srgbClr val="FFFFFF"/>
                </a:solidFill>
                <a:latin typeface="Franklin Gothic Medium"/>
                <a:cs typeface="Franklin Gothic Medium"/>
              </a:rPr>
              <a:t>Edit</a:t>
            </a:r>
            <a:r>
              <a:rPr sz="1800" spc="-2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source</a:t>
            </a:r>
            <a:r>
              <a:rPr sz="1800" spc="-1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program</a:t>
            </a:r>
            <a:endParaRPr sz="1800">
              <a:latin typeface="Franklin Gothic Medium"/>
              <a:cs typeface="Franklin Gothic Medium"/>
            </a:endParaRPr>
          </a:p>
        </p:txBody>
      </p:sp>
      <p:sp>
        <p:nvSpPr>
          <p:cNvPr id="25" name="object 25"/>
          <p:cNvSpPr txBox="1"/>
          <p:nvPr/>
        </p:nvSpPr>
        <p:spPr>
          <a:xfrm>
            <a:off x="5633084" y="4061841"/>
            <a:ext cx="29337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Franklin Gothic Medium"/>
                <a:cs typeface="Franklin Gothic Medium"/>
              </a:rPr>
              <a:t>No</a:t>
            </a:r>
            <a:endParaRPr sz="1800">
              <a:latin typeface="Franklin Gothic Medium"/>
              <a:cs typeface="Franklin Gothic Medium"/>
            </a:endParaRPr>
          </a:p>
        </p:txBody>
      </p:sp>
      <p:sp>
        <p:nvSpPr>
          <p:cNvPr id="26" name="object 26"/>
          <p:cNvSpPr txBox="1"/>
          <p:nvPr/>
        </p:nvSpPr>
        <p:spPr>
          <a:xfrm>
            <a:off x="4375403" y="4453128"/>
            <a:ext cx="2254250" cy="368935"/>
          </a:xfrm>
          <a:prstGeom prst="rect">
            <a:avLst/>
          </a:prstGeom>
          <a:solidFill>
            <a:srgbClr val="000099"/>
          </a:solidFill>
        </p:spPr>
        <p:txBody>
          <a:bodyPr vert="horz" wrap="square" lIns="0" tIns="40005" rIns="0" bIns="0" rtlCol="0">
            <a:spAutoFit/>
          </a:bodyPr>
          <a:lstStyle/>
          <a:p>
            <a:pPr marL="412750">
              <a:lnSpc>
                <a:spcPct val="100000"/>
              </a:lnSpc>
              <a:spcBef>
                <a:spcPts val="315"/>
              </a:spcBef>
            </a:pPr>
            <a:r>
              <a:rPr sz="1800" spc="-5" dirty="0">
                <a:solidFill>
                  <a:srgbClr val="FFFFFF"/>
                </a:solidFill>
                <a:latin typeface="Franklin Gothic Medium"/>
                <a:cs typeface="Franklin Gothic Medium"/>
              </a:rPr>
              <a:t>Correct</a:t>
            </a:r>
            <a:r>
              <a:rPr sz="1800" spc="-45" dirty="0">
                <a:solidFill>
                  <a:srgbClr val="FFFFFF"/>
                </a:solidFill>
                <a:latin typeface="Franklin Gothic Medium"/>
                <a:cs typeface="Franklin Gothic Medium"/>
              </a:rPr>
              <a:t> </a:t>
            </a:r>
            <a:r>
              <a:rPr sz="1800" dirty="0">
                <a:solidFill>
                  <a:srgbClr val="FFFFFF"/>
                </a:solidFill>
                <a:latin typeface="Franklin Gothic Medium"/>
                <a:cs typeface="Franklin Gothic Medium"/>
              </a:rPr>
              <a:t>Output</a:t>
            </a:r>
            <a:endParaRPr sz="1800">
              <a:latin typeface="Franklin Gothic Medium"/>
              <a:cs typeface="Franklin Gothic Medium"/>
            </a:endParaRPr>
          </a:p>
        </p:txBody>
      </p:sp>
      <p:sp>
        <p:nvSpPr>
          <p:cNvPr id="27" name="object 27"/>
          <p:cNvSpPr/>
          <p:nvPr/>
        </p:nvSpPr>
        <p:spPr>
          <a:xfrm>
            <a:off x="5410708" y="4810505"/>
            <a:ext cx="85725" cy="465455"/>
          </a:xfrm>
          <a:custGeom>
            <a:avLst/>
            <a:gdLst/>
            <a:ahLst/>
            <a:cxnLst/>
            <a:rect l="l" t="t" r="r" b="b"/>
            <a:pathLst>
              <a:path w="85725" h="465454">
                <a:moveTo>
                  <a:pt x="28575" y="379349"/>
                </a:moveTo>
                <a:lnTo>
                  <a:pt x="0" y="379349"/>
                </a:lnTo>
                <a:lnTo>
                  <a:pt x="42925" y="465074"/>
                </a:lnTo>
                <a:lnTo>
                  <a:pt x="78623" y="393573"/>
                </a:lnTo>
                <a:lnTo>
                  <a:pt x="28575" y="393573"/>
                </a:lnTo>
                <a:lnTo>
                  <a:pt x="28575" y="379349"/>
                </a:lnTo>
                <a:close/>
              </a:path>
              <a:path w="85725" h="465454">
                <a:moveTo>
                  <a:pt x="57150" y="0"/>
                </a:moveTo>
                <a:lnTo>
                  <a:pt x="28575" y="0"/>
                </a:lnTo>
                <a:lnTo>
                  <a:pt x="28575" y="393573"/>
                </a:lnTo>
                <a:lnTo>
                  <a:pt x="57150" y="393573"/>
                </a:lnTo>
                <a:lnTo>
                  <a:pt x="57150" y="0"/>
                </a:lnTo>
                <a:close/>
              </a:path>
              <a:path w="85725" h="465454">
                <a:moveTo>
                  <a:pt x="85725" y="379349"/>
                </a:moveTo>
                <a:lnTo>
                  <a:pt x="57150" y="379349"/>
                </a:lnTo>
                <a:lnTo>
                  <a:pt x="57150" y="393573"/>
                </a:lnTo>
                <a:lnTo>
                  <a:pt x="78623" y="393573"/>
                </a:lnTo>
                <a:lnTo>
                  <a:pt x="85725" y="379349"/>
                </a:lnTo>
                <a:close/>
              </a:path>
            </a:pathLst>
          </a:custGeom>
          <a:solidFill>
            <a:srgbClr val="C00000"/>
          </a:solidFill>
        </p:spPr>
        <p:txBody>
          <a:bodyPr wrap="square" lIns="0" tIns="0" rIns="0" bIns="0" rtlCol="0"/>
          <a:lstStyle/>
          <a:p>
            <a:endParaRPr/>
          </a:p>
        </p:txBody>
      </p:sp>
      <p:sp>
        <p:nvSpPr>
          <p:cNvPr id="28" name="object 28"/>
          <p:cNvSpPr txBox="1"/>
          <p:nvPr/>
        </p:nvSpPr>
        <p:spPr>
          <a:xfrm>
            <a:off x="4375403" y="5277611"/>
            <a:ext cx="2254250" cy="368935"/>
          </a:xfrm>
          <a:prstGeom prst="rect">
            <a:avLst/>
          </a:prstGeom>
          <a:solidFill>
            <a:srgbClr val="000099"/>
          </a:solidFill>
        </p:spPr>
        <p:txBody>
          <a:bodyPr vert="horz" wrap="square" lIns="0" tIns="39370" rIns="0" bIns="0" rtlCol="0">
            <a:spAutoFit/>
          </a:bodyPr>
          <a:lstStyle/>
          <a:p>
            <a:pPr algn="ctr">
              <a:lnSpc>
                <a:spcPct val="100000"/>
              </a:lnSpc>
              <a:spcBef>
                <a:spcPts val="310"/>
              </a:spcBef>
            </a:pPr>
            <a:r>
              <a:rPr sz="1800" spc="-20" dirty="0">
                <a:solidFill>
                  <a:srgbClr val="FFFFFF"/>
                </a:solidFill>
                <a:latin typeface="Franklin Gothic Medium"/>
                <a:cs typeface="Franklin Gothic Medium"/>
              </a:rPr>
              <a:t>Stop</a:t>
            </a:r>
            <a:endParaRPr sz="1800">
              <a:latin typeface="Franklin Gothic Medium"/>
              <a:cs typeface="Franklin Gothic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3656965" cy="391160"/>
          </a:xfrm>
          <a:prstGeom prst="rect">
            <a:avLst/>
          </a:prstGeom>
        </p:spPr>
        <p:txBody>
          <a:bodyPr vert="horz" wrap="square" lIns="0" tIns="12700" rIns="0" bIns="0" rtlCol="0">
            <a:spAutoFit/>
          </a:bodyPr>
          <a:lstStyle/>
          <a:p>
            <a:pPr marL="12700">
              <a:lnSpc>
                <a:spcPct val="100000"/>
              </a:lnSpc>
              <a:spcBef>
                <a:spcPts val="100"/>
              </a:spcBef>
            </a:pPr>
            <a:r>
              <a:rPr sz="2400" spc="-5" dirty="0"/>
              <a:t>Executing</a:t>
            </a:r>
            <a:r>
              <a:rPr sz="2400" spc="-50" dirty="0"/>
              <a:t> </a:t>
            </a:r>
            <a:r>
              <a:rPr sz="2400" dirty="0"/>
              <a:t>a C</a:t>
            </a:r>
            <a:r>
              <a:rPr sz="2400" spc="-20" dirty="0"/>
              <a:t> </a:t>
            </a:r>
            <a:r>
              <a:rPr sz="2400" dirty="0"/>
              <a:t>Programming</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pic>
        <p:nvPicPr>
          <p:cNvPr id="7" name="object 7"/>
          <p:cNvPicPr/>
          <p:nvPr/>
        </p:nvPicPr>
        <p:blipFill>
          <a:blip r:embed="rId4" cstate="print"/>
          <a:stretch>
            <a:fillRect/>
          </a:stretch>
        </p:blipFill>
        <p:spPr>
          <a:xfrm>
            <a:off x="410677" y="1414687"/>
            <a:ext cx="11472752" cy="423212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95445" y="1016812"/>
            <a:ext cx="3336289" cy="40148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4" y="142240"/>
            <a:ext cx="2559305" cy="391160"/>
          </a:xfrm>
          <a:prstGeom prst="rect">
            <a:avLst/>
          </a:prstGeom>
        </p:spPr>
        <p:txBody>
          <a:bodyPr vert="horz" wrap="square" lIns="0" tIns="12700" rIns="0" bIns="0" rtlCol="0">
            <a:spAutoFit/>
          </a:bodyPr>
          <a:lstStyle/>
          <a:p>
            <a:pPr marL="12700">
              <a:lnSpc>
                <a:spcPct val="100000"/>
              </a:lnSpc>
              <a:spcBef>
                <a:spcPts val="100"/>
              </a:spcBef>
            </a:pPr>
            <a:r>
              <a:rPr sz="2400" dirty="0"/>
              <a:t>Compiler</a:t>
            </a:r>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pic>
        <p:nvPicPr>
          <p:cNvPr id="7" name="object 7"/>
          <p:cNvPicPr/>
          <p:nvPr/>
        </p:nvPicPr>
        <p:blipFill>
          <a:blip r:embed="rId4" cstate="print"/>
          <a:stretch>
            <a:fillRect/>
          </a:stretch>
        </p:blipFill>
        <p:spPr>
          <a:xfrm>
            <a:off x="320435" y="2521721"/>
            <a:ext cx="4696742" cy="1743397"/>
          </a:xfrm>
          <a:prstGeom prst="rect">
            <a:avLst/>
          </a:prstGeom>
        </p:spPr>
      </p:pic>
      <p:sp>
        <p:nvSpPr>
          <p:cNvPr id="8" name="object 8"/>
          <p:cNvSpPr txBox="1"/>
          <p:nvPr/>
        </p:nvSpPr>
        <p:spPr>
          <a:xfrm>
            <a:off x="5565775" y="1657324"/>
            <a:ext cx="6266815" cy="2312035"/>
          </a:xfrm>
          <a:prstGeom prst="rect">
            <a:avLst/>
          </a:prstGeom>
        </p:spPr>
        <p:txBody>
          <a:bodyPr vert="horz" wrap="square" lIns="0" tIns="12700" rIns="0" bIns="0" rtlCol="0">
            <a:spAutoFit/>
          </a:bodyPr>
          <a:lstStyle/>
          <a:p>
            <a:pPr marL="355600" marR="5080" indent="-343535" algn="just">
              <a:lnSpc>
                <a:spcPct val="150000"/>
              </a:lnSpc>
              <a:spcBef>
                <a:spcPts val="100"/>
              </a:spcBef>
              <a:buFont typeface="Arial MT"/>
              <a:buChar char="•"/>
              <a:tabLst>
                <a:tab pos="356235" algn="l"/>
                <a:tab pos="1365885" algn="l"/>
                <a:tab pos="3176905" algn="l"/>
                <a:tab pos="4211320" algn="l"/>
                <a:tab pos="5205730" algn="l"/>
              </a:tabLst>
            </a:pPr>
            <a:r>
              <a:rPr sz="2000" dirty="0">
                <a:latin typeface="Franklin Gothic Medium"/>
                <a:cs typeface="Franklin Gothic Medium"/>
              </a:rPr>
              <a:t>A	</a:t>
            </a:r>
            <a:r>
              <a:rPr sz="2000" dirty="0">
                <a:solidFill>
                  <a:srgbClr val="C00000"/>
                </a:solidFill>
                <a:latin typeface="Franklin Gothic Medium"/>
                <a:cs typeface="Franklin Gothic Medium"/>
              </a:rPr>
              <a:t>compi</a:t>
            </a:r>
            <a:r>
              <a:rPr sz="2000" spc="-20" dirty="0">
                <a:solidFill>
                  <a:srgbClr val="C00000"/>
                </a:solidFill>
                <a:latin typeface="Franklin Gothic Medium"/>
                <a:cs typeface="Franklin Gothic Medium"/>
              </a:rPr>
              <a:t>l</a:t>
            </a:r>
            <a:r>
              <a:rPr sz="2000" spc="-5" dirty="0">
                <a:solidFill>
                  <a:srgbClr val="C00000"/>
                </a:solidFill>
                <a:latin typeface="Franklin Gothic Medium"/>
                <a:cs typeface="Franklin Gothic Medium"/>
              </a:rPr>
              <a:t>e</a:t>
            </a:r>
            <a:r>
              <a:rPr sz="2000" dirty="0">
                <a:solidFill>
                  <a:srgbClr val="C00000"/>
                </a:solidFill>
                <a:latin typeface="Franklin Gothic Medium"/>
                <a:cs typeface="Franklin Gothic Medium"/>
              </a:rPr>
              <a:t>r	</a:t>
            </a:r>
            <a:r>
              <a:rPr sz="2000" dirty="0">
                <a:latin typeface="Franklin Gothic Medium"/>
                <a:cs typeface="Franklin Gothic Medium"/>
              </a:rPr>
              <a:t>is	a	comp</a:t>
            </a:r>
            <a:r>
              <a:rPr sz="2000" spc="-10" dirty="0">
                <a:latin typeface="Franklin Gothic Medium"/>
                <a:cs typeface="Franklin Gothic Medium"/>
              </a:rPr>
              <a:t>u</a:t>
            </a:r>
            <a:r>
              <a:rPr sz="2000" spc="-25" dirty="0">
                <a:latin typeface="Franklin Gothic Medium"/>
                <a:cs typeface="Franklin Gothic Medium"/>
              </a:rPr>
              <a:t>t</a:t>
            </a:r>
            <a:r>
              <a:rPr sz="2000" spc="-5" dirty="0">
                <a:latin typeface="Franklin Gothic Medium"/>
                <a:cs typeface="Franklin Gothic Medium"/>
              </a:rPr>
              <a:t>er  program</a:t>
            </a:r>
            <a:r>
              <a:rPr sz="2000" dirty="0">
                <a:latin typeface="Franklin Gothic Medium"/>
                <a:cs typeface="Franklin Gothic Medium"/>
              </a:rPr>
              <a:t> </a:t>
            </a:r>
            <a:r>
              <a:rPr sz="2000" spc="-5" dirty="0">
                <a:latin typeface="Franklin Gothic Medium"/>
                <a:cs typeface="Franklin Gothic Medium"/>
              </a:rPr>
              <a:t>that</a:t>
            </a:r>
            <a:r>
              <a:rPr sz="2000" dirty="0">
                <a:latin typeface="Franklin Gothic Medium"/>
                <a:cs typeface="Franklin Gothic Medium"/>
              </a:rPr>
              <a:t> </a:t>
            </a:r>
            <a:r>
              <a:rPr sz="2000" spc="-10" dirty="0">
                <a:latin typeface="Franklin Gothic Medium"/>
                <a:cs typeface="Franklin Gothic Medium"/>
              </a:rPr>
              <a:t>translates</a:t>
            </a:r>
            <a:r>
              <a:rPr sz="2000" spc="-5" dirty="0">
                <a:latin typeface="Franklin Gothic Medium"/>
                <a:cs typeface="Franklin Gothic Medium"/>
              </a:rPr>
              <a:t> computer</a:t>
            </a:r>
            <a:r>
              <a:rPr sz="2000" spc="490" dirty="0">
                <a:latin typeface="Franklin Gothic Medium"/>
                <a:cs typeface="Franklin Gothic Medium"/>
              </a:rPr>
              <a:t> </a:t>
            </a:r>
            <a:r>
              <a:rPr sz="2000" spc="-5" dirty="0">
                <a:latin typeface="Franklin Gothic Medium"/>
                <a:cs typeface="Franklin Gothic Medium"/>
              </a:rPr>
              <a:t>code</a:t>
            </a:r>
            <a:r>
              <a:rPr sz="2000" spc="490" dirty="0">
                <a:latin typeface="Franklin Gothic Medium"/>
                <a:cs typeface="Franklin Gothic Medium"/>
              </a:rPr>
              <a:t> </a:t>
            </a:r>
            <a:r>
              <a:rPr sz="2000" spc="-5" dirty="0">
                <a:latin typeface="Franklin Gothic Medium"/>
                <a:cs typeface="Franklin Gothic Medium"/>
              </a:rPr>
              <a:t>written</a:t>
            </a:r>
            <a:r>
              <a:rPr sz="2000" spc="490" dirty="0">
                <a:latin typeface="Franklin Gothic Medium"/>
                <a:cs typeface="Franklin Gothic Medium"/>
              </a:rPr>
              <a:t> </a:t>
            </a:r>
            <a:r>
              <a:rPr sz="2000" dirty="0">
                <a:latin typeface="Franklin Gothic Medium"/>
                <a:cs typeface="Franklin Gothic Medium"/>
              </a:rPr>
              <a:t>in </a:t>
            </a:r>
            <a:r>
              <a:rPr sz="2000" spc="5" dirty="0">
                <a:latin typeface="Franklin Gothic Medium"/>
                <a:cs typeface="Franklin Gothic Medium"/>
              </a:rPr>
              <a:t> </a:t>
            </a:r>
            <a:r>
              <a:rPr sz="2000" spc="-5" dirty="0">
                <a:latin typeface="Franklin Gothic Medium"/>
                <a:cs typeface="Franklin Gothic Medium"/>
              </a:rPr>
              <a:t>one</a:t>
            </a:r>
            <a:r>
              <a:rPr sz="2000" dirty="0">
                <a:latin typeface="Franklin Gothic Medium"/>
                <a:cs typeface="Franklin Gothic Medium"/>
              </a:rPr>
              <a:t> </a:t>
            </a:r>
            <a:r>
              <a:rPr sz="2000" spc="-5" dirty="0">
                <a:latin typeface="Franklin Gothic Medium"/>
                <a:cs typeface="Franklin Gothic Medium"/>
              </a:rPr>
              <a:t>programming</a:t>
            </a:r>
            <a:r>
              <a:rPr sz="2000" dirty="0">
                <a:latin typeface="Franklin Gothic Medium"/>
                <a:cs typeface="Franklin Gothic Medium"/>
              </a:rPr>
              <a:t> </a:t>
            </a:r>
            <a:r>
              <a:rPr sz="2000" spc="-5" dirty="0">
                <a:latin typeface="Franklin Gothic Medium"/>
                <a:cs typeface="Franklin Gothic Medium"/>
              </a:rPr>
              <a:t>language</a:t>
            </a:r>
            <a:r>
              <a:rPr sz="2000" dirty="0">
                <a:latin typeface="Franklin Gothic Medium"/>
                <a:cs typeface="Franklin Gothic Medium"/>
              </a:rPr>
              <a:t> </a:t>
            </a:r>
            <a:r>
              <a:rPr sz="2000" spc="-5" dirty="0">
                <a:latin typeface="Franklin Gothic Medium"/>
                <a:cs typeface="Franklin Gothic Medium"/>
              </a:rPr>
              <a:t>(the</a:t>
            </a:r>
            <a:r>
              <a:rPr sz="2000" spc="490" dirty="0">
                <a:latin typeface="Franklin Gothic Medium"/>
                <a:cs typeface="Franklin Gothic Medium"/>
              </a:rPr>
              <a:t> </a:t>
            </a:r>
            <a:r>
              <a:rPr sz="2000" i="1" dirty="0">
                <a:latin typeface="Franklin Gothic Medium"/>
                <a:cs typeface="Franklin Gothic Medium"/>
              </a:rPr>
              <a:t>source</a:t>
            </a:r>
            <a:r>
              <a:rPr sz="2000" i="1" spc="500" dirty="0">
                <a:latin typeface="Franklin Gothic Medium"/>
                <a:cs typeface="Franklin Gothic Medium"/>
              </a:rPr>
              <a:t> </a:t>
            </a:r>
            <a:r>
              <a:rPr sz="2000" spc="-10" dirty="0">
                <a:latin typeface="Franklin Gothic Medium"/>
                <a:cs typeface="Franklin Gothic Medium"/>
              </a:rPr>
              <a:t>language) </a:t>
            </a:r>
            <a:r>
              <a:rPr sz="2000" spc="-5" dirty="0">
                <a:latin typeface="Franklin Gothic Medium"/>
                <a:cs typeface="Franklin Gothic Medium"/>
              </a:rPr>
              <a:t> </a:t>
            </a:r>
            <a:r>
              <a:rPr sz="2000" spc="-10" dirty="0">
                <a:latin typeface="Franklin Gothic Medium"/>
                <a:cs typeface="Franklin Gothic Medium"/>
              </a:rPr>
              <a:t>into</a:t>
            </a:r>
            <a:r>
              <a:rPr sz="2000" spc="10" dirty="0">
                <a:latin typeface="Franklin Gothic Medium"/>
                <a:cs typeface="Franklin Gothic Medium"/>
              </a:rPr>
              <a:t> </a:t>
            </a:r>
            <a:r>
              <a:rPr sz="2000" spc="-5" dirty="0">
                <a:latin typeface="Franklin Gothic Medium"/>
                <a:cs typeface="Franklin Gothic Medium"/>
              </a:rPr>
              <a:t>another</a:t>
            </a:r>
            <a:r>
              <a:rPr sz="2000" spc="5" dirty="0">
                <a:latin typeface="Franklin Gothic Medium"/>
                <a:cs typeface="Franklin Gothic Medium"/>
              </a:rPr>
              <a:t> </a:t>
            </a:r>
            <a:r>
              <a:rPr sz="2000" spc="-5" dirty="0">
                <a:latin typeface="Franklin Gothic Medium"/>
                <a:cs typeface="Franklin Gothic Medium"/>
              </a:rPr>
              <a:t>language</a:t>
            </a:r>
            <a:r>
              <a:rPr sz="2000" spc="-20" dirty="0">
                <a:latin typeface="Franklin Gothic Medium"/>
                <a:cs typeface="Franklin Gothic Medium"/>
              </a:rPr>
              <a:t> </a:t>
            </a:r>
            <a:r>
              <a:rPr sz="2000" dirty="0">
                <a:latin typeface="Franklin Gothic Medium"/>
                <a:cs typeface="Franklin Gothic Medium"/>
              </a:rPr>
              <a:t>(the</a:t>
            </a:r>
            <a:r>
              <a:rPr sz="2000" spc="-5" dirty="0">
                <a:latin typeface="Franklin Gothic Medium"/>
                <a:cs typeface="Franklin Gothic Medium"/>
              </a:rPr>
              <a:t> </a:t>
            </a:r>
            <a:r>
              <a:rPr sz="2000" i="1" dirty="0">
                <a:latin typeface="Franklin Gothic Medium"/>
                <a:cs typeface="Franklin Gothic Medium"/>
              </a:rPr>
              <a:t>target</a:t>
            </a:r>
            <a:r>
              <a:rPr sz="2000" i="1" spc="-30" dirty="0">
                <a:latin typeface="Franklin Gothic Medium"/>
                <a:cs typeface="Franklin Gothic Medium"/>
              </a:rPr>
              <a:t> </a:t>
            </a:r>
            <a:r>
              <a:rPr sz="2000" spc="-5" dirty="0">
                <a:latin typeface="Franklin Gothic Medium"/>
                <a:cs typeface="Franklin Gothic Medium"/>
              </a:rPr>
              <a:t>language).</a:t>
            </a:r>
            <a:endParaRPr sz="2000">
              <a:latin typeface="Franklin Gothic Medium"/>
              <a:cs typeface="Franklin Gothic Medium"/>
            </a:endParaRPr>
          </a:p>
          <a:p>
            <a:pPr marL="355600" indent="-343535" algn="just">
              <a:lnSpc>
                <a:spcPct val="100000"/>
              </a:lnSpc>
              <a:spcBef>
                <a:spcPts val="1200"/>
              </a:spcBef>
              <a:buFont typeface="Arial MT"/>
              <a:buChar char="•"/>
              <a:tabLst>
                <a:tab pos="356235" algn="l"/>
              </a:tabLst>
            </a:pPr>
            <a:r>
              <a:rPr sz="2000" spc="-5" dirty="0">
                <a:latin typeface="Franklin Gothic Medium"/>
                <a:cs typeface="Franklin Gothic Medium"/>
              </a:rPr>
              <a:t>The</a:t>
            </a:r>
            <a:r>
              <a:rPr sz="2000" spc="320" dirty="0">
                <a:latin typeface="Franklin Gothic Medium"/>
                <a:cs typeface="Franklin Gothic Medium"/>
              </a:rPr>
              <a:t> </a:t>
            </a:r>
            <a:r>
              <a:rPr sz="2000" spc="-5" dirty="0">
                <a:latin typeface="Franklin Gothic Medium"/>
                <a:cs typeface="Franklin Gothic Medium"/>
              </a:rPr>
              <a:t>name</a:t>
            </a:r>
            <a:r>
              <a:rPr sz="2000" spc="325" dirty="0">
                <a:latin typeface="Franklin Gothic Medium"/>
                <a:cs typeface="Franklin Gothic Medium"/>
              </a:rPr>
              <a:t> </a:t>
            </a:r>
            <a:r>
              <a:rPr sz="2000" spc="-5" dirty="0">
                <a:latin typeface="Franklin Gothic Medium"/>
                <a:cs typeface="Franklin Gothic Medium"/>
              </a:rPr>
              <a:t>"compiler"</a:t>
            </a:r>
            <a:r>
              <a:rPr sz="2000" spc="315" dirty="0">
                <a:latin typeface="Franklin Gothic Medium"/>
                <a:cs typeface="Franklin Gothic Medium"/>
              </a:rPr>
              <a:t> </a:t>
            </a:r>
            <a:r>
              <a:rPr sz="2000" dirty="0">
                <a:latin typeface="Franklin Gothic Medium"/>
                <a:cs typeface="Franklin Gothic Medium"/>
              </a:rPr>
              <a:t>is</a:t>
            </a:r>
            <a:r>
              <a:rPr sz="2000" spc="310" dirty="0">
                <a:latin typeface="Franklin Gothic Medium"/>
                <a:cs typeface="Franklin Gothic Medium"/>
              </a:rPr>
              <a:t> </a:t>
            </a:r>
            <a:r>
              <a:rPr sz="2000" spc="-5" dirty="0">
                <a:latin typeface="Franklin Gothic Medium"/>
                <a:cs typeface="Franklin Gothic Medium"/>
              </a:rPr>
              <a:t>primarily</a:t>
            </a:r>
            <a:r>
              <a:rPr sz="2000" spc="320" dirty="0">
                <a:latin typeface="Franklin Gothic Medium"/>
                <a:cs typeface="Franklin Gothic Medium"/>
              </a:rPr>
              <a:t> </a:t>
            </a:r>
            <a:r>
              <a:rPr sz="2000" spc="-5" dirty="0">
                <a:latin typeface="Franklin Gothic Medium"/>
                <a:cs typeface="Franklin Gothic Medium"/>
              </a:rPr>
              <a:t>used</a:t>
            </a:r>
            <a:r>
              <a:rPr sz="2000" spc="325" dirty="0">
                <a:latin typeface="Franklin Gothic Medium"/>
                <a:cs typeface="Franklin Gothic Medium"/>
              </a:rPr>
              <a:t> </a:t>
            </a:r>
            <a:r>
              <a:rPr sz="2000" spc="-15" dirty="0">
                <a:latin typeface="Franklin Gothic Medium"/>
                <a:cs typeface="Franklin Gothic Medium"/>
              </a:rPr>
              <a:t>for</a:t>
            </a:r>
            <a:r>
              <a:rPr sz="2000" spc="320" dirty="0">
                <a:latin typeface="Franklin Gothic Medium"/>
                <a:cs typeface="Franklin Gothic Medium"/>
              </a:rPr>
              <a:t> </a:t>
            </a:r>
            <a:r>
              <a:rPr sz="2000" spc="-5" dirty="0">
                <a:latin typeface="Franklin Gothic Medium"/>
                <a:cs typeface="Franklin Gothic Medium"/>
              </a:rPr>
              <a:t>programs</a:t>
            </a:r>
            <a:endParaRPr sz="2000">
              <a:latin typeface="Franklin Gothic Medium"/>
              <a:cs typeface="Franklin Gothic Medium"/>
            </a:endParaRPr>
          </a:p>
        </p:txBody>
      </p:sp>
      <p:sp>
        <p:nvSpPr>
          <p:cNvPr id="9" name="object 9"/>
          <p:cNvSpPr txBox="1"/>
          <p:nvPr/>
        </p:nvSpPr>
        <p:spPr>
          <a:xfrm>
            <a:off x="5908928" y="3943197"/>
            <a:ext cx="1691639" cy="941069"/>
          </a:xfrm>
          <a:prstGeom prst="rect">
            <a:avLst/>
          </a:prstGeom>
        </p:spPr>
        <p:txBody>
          <a:bodyPr vert="horz" wrap="square" lIns="0" tIns="12700" rIns="0" bIns="0" rtlCol="0">
            <a:spAutoFit/>
          </a:bodyPr>
          <a:lstStyle/>
          <a:p>
            <a:pPr marL="12700" marR="5080">
              <a:lnSpc>
                <a:spcPct val="150100"/>
              </a:lnSpc>
              <a:spcBef>
                <a:spcPts val="100"/>
              </a:spcBef>
              <a:tabLst>
                <a:tab pos="711835" algn="l"/>
              </a:tabLst>
            </a:pPr>
            <a:r>
              <a:rPr sz="2000" spc="-5" dirty="0">
                <a:latin typeface="Franklin Gothic Medium"/>
                <a:cs typeface="Franklin Gothic Medium"/>
              </a:rPr>
              <a:t>t</a:t>
            </a:r>
            <a:r>
              <a:rPr sz="2000" spc="5" dirty="0">
                <a:latin typeface="Franklin Gothic Medium"/>
                <a:cs typeface="Franklin Gothic Medium"/>
              </a:rPr>
              <a:t>h</a:t>
            </a:r>
            <a:r>
              <a:rPr sz="2000" dirty="0">
                <a:latin typeface="Franklin Gothic Medium"/>
                <a:cs typeface="Franklin Gothic Medium"/>
              </a:rPr>
              <a:t>at	</a:t>
            </a:r>
            <a:r>
              <a:rPr sz="2000" spc="-5" dirty="0">
                <a:latin typeface="Franklin Gothic Medium"/>
                <a:cs typeface="Franklin Gothic Medium"/>
              </a:rPr>
              <a:t>tr</a:t>
            </a:r>
            <a:r>
              <a:rPr sz="2000" spc="-10" dirty="0">
                <a:latin typeface="Franklin Gothic Medium"/>
                <a:cs typeface="Franklin Gothic Medium"/>
              </a:rPr>
              <a:t>a</a:t>
            </a:r>
            <a:r>
              <a:rPr sz="2000" spc="-5" dirty="0">
                <a:latin typeface="Franklin Gothic Medium"/>
                <a:cs typeface="Franklin Gothic Medium"/>
              </a:rPr>
              <a:t>nsla</a:t>
            </a:r>
            <a:r>
              <a:rPr sz="2000" spc="-35" dirty="0">
                <a:latin typeface="Franklin Gothic Medium"/>
                <a:cs typeface="Franklin Gothic Medium"/>
              </a:rPr>
              <a:t>t</a:t>
            </a:r>
            <a:r>
              <a:rPr sz="2000" dirty="0">
                <a:latin typeface="Franklin Gothic Medium"/>
                <a:cs typeface="Franklin Gothic Medium"/>
              </a:rPr>
              <a:t>e  </a:t>
            </a:r>
            <a:r>
              <a:rPr sz="2000" spc="-5" dirty="0">
                <a:latin typeface="Franklin Gothic Medium"/>
                <a:cs typeface="Franklin Gothic Medium"/>
              </a:rPr>
              <a:t>programming</a:t>
            </a:r>
            <a:endParaRPr sz="2000">
              <a:latin typeface="Franklin Gothic Medium"/>
              <a:cs typeface="Franklin Gothic Medium"/>
            </a:endParaRPr>
          </a:p>
        </p:txBody>
      </p:sp>
      <p:sp>
        <p:nvSpPr>
          <p:cNvPr id="10" name="object 10"/>
          <p:cNvSpPr txBox="1"/>
          <p:nvPr/>
        </p:nvSpPr>
        <p:spPr>
          <a:xfrm>
            <a:off x="7783448" y="3943197"/>
            <a:ext cx="1031875" cy="941069"/>
          </a:xfrm>
          <a:prstGeom prst="rect">
            <a:avLst/>
          </a:prstGeom>
        </p:spPr>
        <p:txBody>
          <a:bodyPr vert="horz" wrap="square" lIns="0" tIns="12700" rIns="0" bIns="0" rtlCol="0">
            <a:spAutoFit/>
          </a:bodyPr>
          <a:lstStyle/>
          <a:p>
            <a:pPr marL="12700" marR="5080" indent="51435">
              <a:lnSpc>
                <a:spcPct val="150100"/>
              </a:lnSpc>
              <a:spcBef>
                <a:spcPts val="100"/>
              </a:spcBef>
            </a:pPr>
            <a:r>
              <a:rPr sz="2000" spc="-5" dirty="0">
                <a:latin typeface="Franklin Gothic Medium"/>
                <a:cs typeface="Franklin Gothic Medium"/>
              </a:rPr>
              <a:t>source </a:t>
            </a:r>
            <a:r>
              <a:rPr sz="2000" dirty="0">
                <a:latin typeface="Franklin Gothic Medium"/>
                <a:cs typeface="Franklin Gothic Medium"/>
              </a:rPr>
              <a:t> la</a:t>
            </a:r>
            <a:r>
              <a:rPr sz="2000" spc="-10" dirty="0">
                <a:latin typeface="Franklin Gothic Medium"/>
                <a:cs typeface="Franklin Gothic Medium"/>
              </a:rPr>
              <a:t>n</a:t>
            </a:r>
            <a:r>
              <a:rPr sz="2000" spc="-5" dirty="0">
                <a:latin typeface="Franklin Gothic Medium"/>
                <a:cs typeface="Franklin Gothic Medium"/>
              </a:rPr>
              <a:t>gu</a:t>
            </a:r>
            <a:r>
              <a:rPr sz="2000" spc="-15" dirty="0">
                <a:latin typeface="Franklin Gothic Medium"/>
                <a:cs typeface="Franklin Gothic Medium"/>
              </a:rPr>
              <a:t>a</a:t>
            </a:r>
            <a:r>
              <a:rPr sz="2000" spc="-10" dirty="0">
                <a:latin typeface="Franklin Gothic Medium"/>
                <a:cs typeface="Franklin Gothic Medium"/>
              </a:rPr>
              <a:t>g</a:t>
            </a:r>
            <a:r>
              <a:rPr sz="2000" dirty="0">
                <a:latin typeface="Franklin Gothic Medium"/>
                <a:cs typeface="Franklin Gothic Medium"/>
              </a:rPr>
              <a:t>e</a:t>
            </a:r>
            <a:endParaRPr sz="2000">
              <a:latin typeface="Franklin Gothic Medium"/>
              <a:cs typeface="Franklin Gothic Medium"/>
            </a:endParaRPr>
          </a:p>
        </p:txBody>
      </p:sp>
      <p:sp>
        <p:nvSpPr>
          <p:cNvPr id="11" name="object 11"/>
          <p:cNvSpPr txBox="1"/>
          <p:nvPr/>
        </p:nvSpPr>
        <p:spPr>
          <a:xfrm>
            <a:off x="8817102" y="3943197"/>
            <a:ext cx="3013075" cy="941069"/>
          </a:xfrm>
          <a:prstGeom prst="rect">
            <a:avLst/>
          </a:prstGeom>
        </p:spPr>
        <p:txBody>
          <a:bodyPr vert="horz" wrap="square" lIns="0" tIns="12700" rIns="0" bIns="0" rtlCol="0">
            <a:spAutoFit/>
          </a:bodyPr>
          <a:lstStyle/>
          <a:p>
            <a:pPr marL="379730" marR="5080" indent="-367665">
              <a:lnSpc>
                <a:spcPct val="150100"/>
              </a:lnSpc>
              <a:spcBef>
                <a:spcPts val="100"/>
              </a:spcBef>
              <a:tabLst>
                <a:tab pos="795655" algn="l"/>
                <a:tab pos="986155" algn="l"/>
                <a:tab pos="1572895" algn="l"/>
                <a:tab pos="1969135" algn="l"/>
              </a:tabLst>
            </a:pPr>
            <a:r>
              <a:rPr sz="2000" dirty="0">
                <a:latin typeface="Franklin Gothic Medium"/>
                <a:cs typeface="Franklin Gothic Medium"/>
              </a:rPr>
              <a:t>code	f</a:t>
            </a:r>
            <a:r>
              <a:rPr sz="2000" spc="-15" dirty="0">
                <a:latin typeface="Franklin Gothic Medium"/>
                <a:cs typeface="Franklin Gothic Medium"/>
              </a:rPr>
              <a:t>r</a:t>
            </a:r>
            <a:r>
              <a:rPr sz="2000" dirty="0">
                <a:latin typeface="Franklin Gothic Medium"/>
                <a:cs typeface="Franklin Gothic Medium"/>
              </a:rPr>
              <a:t>om	a	hig</a:t>
            </a:r>
            <a:r>
              <a:rPr sz="2000" spc="5" dirty="0">
                <a:latin typeface="Franklin Gothic Medium"/>
                <a:cs typeface="Franklin Gothic Medium"/>
              </a:rPr>
              <a:t>h</a:t>
            </a:r>
            <a:r>
              <a:rPr sz="2000" spc="-5" dirty="0">
                <a:latin typeface="Franklin Gothic Medium"/>
                <a:cs typeface="Franklin Gothic Medium"/>
              </a:rPr>
              <a:t>-</a:t>
            </a:r>
            <a:r>
              <a:rPr sz="2000" dirty="0">
                <a:latin typeface="Franklin Gothic Medium"/>
                <a:cs typeface="Franklin Gothic Medium"/>
              </a:rPr>
              <a:t>l</a:t>
            </a:r>
            <a:r>
              <a:rPr sz="2000" spc="-30" dirty="0">
                <a:latin typeface="Franklin Gothic Medium"/>
                <a:cs typeface="Franklin Gothic Medium"/>
              </a:rPr>
              <a:t>e</a:t>
            </a:r>
            <a:r>
              <a:rPr sz="2000" spc="-15" dirty="0">
                <a:latin typeface="Franklin Gothic Medium"/>
                <a:cs typeface="Franklin Gothic Medium"/>
              </a:rPr>
              <a:t>v</a:t>
            </a:r>
            <a:r>
              <a:rPr sz="2000" spc="-10" dirty="0">
                <a:latin typeface="Franklin Gothic Medium"/>
                <a:cs typeface="Franklin Gothic Medium"/>
              </a:rPr>
              <a:t>e</a:t>
            </a:r>
            <a:r>
              <a:rPr sz="2000" dirty="0">
                <a:latin typeface="Franklin Gothic Medium"/>
                <a:cs typeface="Franklin Gothic Medium"/>
              </a:rPr>
              <a:t>l  </a:t>
            </a:r>
            <a:r>
              <a:rPr sz="2000" spc="-20" dirty="0">
                <a:latin typeface="Franklin Gothic Medium"/>
                <a:cs typeface="Franklin Gothic Medium"/>
              </a:rPr>
              <a:t>to		</a:t>
            </a:r>
            <a:r>
              <a:rPr sz="2000" dirty="0">
                <a:latin typeface="Franklin Gothic Medium"/>
                <a:cs typeface="Franklin Gothic Medium"/>
              </a:rPr>
              <a:t>a</a:t>
            </a:r>
            <a:endParaRPr sz="2000">
              <a:latin typeface="Franklin Gothic Medium"/>
              <a:cs typeface="Franklin Gothic Medium"/>
            </a:endParaRPr>
          </a:p>
        </p:txBody>
      </p:sp>
      <p:sp>
        <p:nvSpPr>
          <p:cNvPr id="12" name="object 12"/>
          <p:cNvSpPr txBox="1"/>
          <p:nvPr/>
        </p:nvSpPr>
        <p:spPr>
          <a:xfrm>
            <a:off x="5908928" y="4401159"/>
            <a:ext cx="5920105" cy="939800"/>
          </a:xfrm>
          <a:prstGeom prst="rect">
            <a:avLst/>
          </a:prstGeom>
        </p:spPr>
        <p:txBody>
          <a:bodyPr vert="horz" wrap="square" lIns="0" tIns="12700" rIns="0" bIns="0" rtlCol="0">
            <a:spAutoFit/>
          </a:bodyPr>
          <a:lstStyle/>
          <a:p>
            <a:pPr marL="12700" marR="5080" indent="4413885">
              <a:lnSpc>
                <a:spcPct val="150000"/>
              </a:lnSpc>
              <a:spcBef>
                <a:spcPts val="100"/>
              </a:spcBef>
              <a:tabLst>
                <a:tab pos="1234440" algn="l"/>
                <a:tab pos="1911350" algn="l"/>
                <a:tab pos="3158490" algn="l"/>
                <a:tab pos="4438650" algn="l"/>
                <a:tab pos="5322570" algn="l"/>
                <a:tab pos="5409565" algn="l"/>
              </a:tabLst>
            </a:pPr>
            <a:r>
              <a:rPr sz="2000" dirty="0">
                <a:latin typeface="Franklin Gothic Medium"/>
                <a:cs typeface="Franklin Gothic Medium"/>
              </a:rPr>
              <a:t>l</a:t>
            </a:r>
            <a:r>
              <a:rPr sz="2000" spc="-20" dirty="0">
                <a:latin typeface="Franklin Gothic Medium"/>
                <a:cs typeface="Franklin Gothic Medium"/>
              </a:rPr>
              <a:t>ow</a:t>
            </a:r>
            <a:r>
              <a:rPr sz="2000" spc="-5" dirty="0">
                <a:latin typeface="Franklin Gothic Medium"/>
                <a:cs typeface="Franklin Gothic Medium"/>
              </a:rPr>
              <a:t>e</a:t>
            </a:r>
            <a:r>
              <a:rPr sz="2000" dirty="0">
                <a:latin typeface="Franklin Gothic Medium"/>
                <a:cs typeface="Franklin Gothic Medium"/>
              </a:rPr>
              <a:t>r		</a:t>
            </a:r>
            <a:r>
              <a:rPr sz="2000" spc="-10" dirty="0">
                <a:latin typeface="Franklin Gothic Medium"/>
                <a:cs typeface="Franklin Gothic Medium"/>
              </a:rPr>
              <a:t>l</a:t>
            </a:r>
            <a:r>
              <a:rPr sz="2000" spc="-20" dirty="0">
                <a:latin typeface="Franklin Gothic Medium"/>
                <a:cs typeface="Franklin Gothic Medium"/>
              </a:rPr>
              <a:t>e</a:t>
            </a:r>
            <a:r>
              <a:rPr sz="2000" spc="-30" dirty="0">
                <a:latin typeface="Franklin Gothic Medium"/>
                <a:cs typeface="Franklin Gothic Medium"/>
              </a:rPr>
              <a:t>v</a:t>
            </a:r>
            <a:r>
              <a:rPr sz="2000" spc="-5" dirty="0">
                <a:latin typeface="Franklin Gothic Medium"/>
                <a:cs typeface="Franklin Gothic Medium"/>
              </a:rPr>
              <a:t>el  </a:t>
            </a:r>
            <a:r>
              <a:rPr sz="2000" dirty="0">
                <a:latin typeface="Franklin Gothic Medium"/>
                <a:cs typeface="Franklin Gothic Medium"/>
              </a:rPr>
              <a:t>la</a:t>
            </a:r>
            <a:r>
              <a:rPr sz="2000" spc="-10" dirty="0">
                <a:latin typeface="Franklin Gothic Medium"/>
                <a:cs typeface="Franklin Gothic Medium"/>
              </a:rPr>
              <a:t>n</a:t>
            </a:r>
            <a:r>
              <a:rPr sz="2000" spc="-5" dirty="0">
                <a:latin typeface="Franklin Gothic Medium"/>
                <a:cs typeface="Franklin Gothic Medium"/>
              </a:rPr>
              <a:t>g</a:t>
            </a:r>
            <a:r>
              <a:rPr sz="2000" spc="-10" dirty="0">
                <a:latin typeface="Franklin Gothic Medium"/>
                <a:cs typeface="Franklin Gothic Medium"/>
              </a:rPr>
              <a:t>u</a:t>
            </a:r>
            <a:r>
              <a:rPr sz="2000" dirty="0">
                <a:latin typeface="Franklin Gothic Medium"/>
                <a:cs typeface="Franklin Gothic Medium"/>
              </a:rPr>
              <a:t>a</a:t>
            </a:r>
            <a:r>
              <a:rPr sz="2000" spc="-10" dirty="0">
                <a:latin typeface="Franklin Gothic Medium"/>
                <a:cs typeface="Franklin Gothic Medium"/>
              </a:rPr>
              <a:t>g</a:t>
            </a:r>
            <a:r>
              <a:rPr sz="2000" dirty="0">
                <a:latin typeface="Franklin Gothic Medium"/>
                <a:cs typeface="Franklin Gothic Medium"/>
              </a:rPr>
              <a:t>e	</a:t>
            </a:r>
            <a:r>
              <a:rPr sz="2000" spc="-15" dirty="0">
                <a:latin typeface="Franklin Gothic Medium"/>
                <a:cs typeface="Franklin Gothic Medium"/>
              </a:rPr>
              <a:t>(</a:t>
            </a:r>
            <a:r>
              <a:rPr sz="2000" spc="5" dirty="0">
                <a:latin typeface="Franklin Gothic Medium"/>
                <a:cs typeface="Franklin Gothic Medium"/>
              </a:rPr>
              <a:t>e</a:t>
            </a:r>
            <a:r>
              <a:rPr sz="2000" spc="-5" dirty="0">
                <a:latin typeface="Franklin Gothic Medium"/>
                <a:cs typeface="Franklin Gothic Medium"/>
              </a:rPr>
              <a:t>.</a:t>
            </a:r>
            <a:r>
              <a:rPr sz="2000" spc="5" dirty="0">
                <a:latin typeface="Franklin Gothic Medium"/>
                <a:cs typeface="Franklin Gothic Medium"/>
              </a:rPr>
              <a:t>g</a:t>
            </a:r>
            <a:r>
              <a:rPr sz="2000" dirty="0">
                <a:latin typeface="Franklin Gothic Medium"/>
                <a:cs typeface="Franklin Gothic Medium"/>
              </a:rPr>
              <a:t>.	as</a:t>
            </a:r>
            <a:r>
              <a:rPr sz="2000" spc="-15" dirty="0">
                <a:latin typeface="Franklin Gothic Medium"/>
                <a:cs typeface="Franklin Gothic Medium"/>
              </a:rPr>
              <a:t>s</a:t>
            </a:r>
            <a:r>
              <a:rPr sz="2000" spc="-5" dirty="0">
                <a:latin typeface="Franklin Gothic Medium"/>
                <a:cs typeface="Franklin Gothic Medium"/>
              </a:rPr>
              <a:t>em</a:t>
            </a:r>
            <a:r>
              <a:rPr sz="2000" spc="-15" dirty="0">
                <a:latin typeface="Franklin Gothic Medium"/>
                <a:cs typeface="Franklin Gothic Medium"/>
              </a:rPr>
              <a:t>b</a:t>
            </a:r>
            <a:r>
              <a:rPr sz="2000" dirty="0">
                <a:latin typeface="Franklin Gothic Medium"/>
                <a:cs typeface="Franklin Gothic Medium"/>
              </a:rPr>
              <a:t>ly	</a:t>
            </a:r>
            <a:r>
              <a:rPr sz="2000" spc="-10" dirty="0">
                <a:latin typeface="Franklin Gothic Medium"/>
                <a:cs typeface="Franklin Gothic Medium"/>
              </a:rPr>
              <a:t>l</a:t>
            </a:r>
            <a:r>
              <a:rPr sz="2000" dirty="0">
                <a:latin typeface="Franklin Gothic Medium"/>
                <a:cs typeface="Franklin Gothic Medium"/>
              </a:rPr>
              <a:t>a</a:t>
            </a:r>
            <a:r>
              <a:rPr sz="2000" spc="-10" dirty="0">
                <a:latin typeface="Franklin Gothic Medium"/>
                <a:cs typeface="Franklin Gothic Medium"/>
              </a:rPr>
              <a:t>n</a:t>
            </a:r>
            <a:r>
              <a:rPr sz="2000" spc="-5" dirty="0">
                <a:latin typeface="Franklin Gothic Medium"/>
                <a:cs typeface="Franklin Gothic Medium"/>
              </a:rPr>
              <a:t>gu</a:t>
            </a:r>
            <a:r>
              <a:rPr sz="2000" spc="-15" dirty="0">
                <a:latin typeface="Franklin Gothic Medium"/>
                <a:cs typeface="Franklin Gothic Medium"/>
              </a:rPr>
              <a:t>a</a:t>
            </a:r>
            <a:r>
              <a:rPr sz="2000" spc="-5" dirty="0">
                <a:latin typeface="Franklin Gothic Medium"/>
                <a:cs typeface="Franklin Gothic Medium"/>
              </a:rPr>
              <a:t>g</a:t>
            </a:r>
            <a:r>
              <a:rPr sz="2000" spc="10" dirty="0">
                <a:latin typeface="Franklin Gothic Medium"/>
                <a:cs typeface="Franklin Gothic Medium"/>
              </a:rPr>
              <a:t>e</a:t>
            </a:r>
            <a:r>
              <a:rPr sz="2000" dirty="0">
                <a:latin typeface="Franklin Gothic Medium"/>
                <a:cs typeface="Franklin Gothic Medium"/>
              </a:rPr>
              <a:t>,	object	co</a:t>
            </a:r>
            <a:r>
              <a:rPr sz="2000" spc="-15" dirty="0">
                <a:latin typeface="Franklin Gothic Medium"/>
                <a:cs typeface="Franklin Gothic Medium"/>
              </a:rPr>
              <a:t>d</a:t>
            </a:r>
            <a:r>
              <a:rPr sz="2000" spc="5" dirty="0">
                <a:latin typeface="Franklin Gothic Medium"/>
                <a:cs typeface="Franklin Gothic Medium"/>
              </a:rPr>
              <a:t>e</a:t>
            </a:r>
            <a:r>
              <a:rPr sz="2000" dirty="0">
                <a:latin typeface="Franklin Gothic Medium"/>
                <a:cs typeface="Franklin Gothic Medium"/>
              </a:rPr>
              <a:t>,</a:t>
            </a:r>
            <a:endParaRPr sz="2000">
              <a:latin typeface="Franklin Gothic Medium"/>
              <a:cs typeface="Franklin Gothic Medium"/>
            </a:endParaRPr>
          </a:p>
        </p:txBody>
      </p:sp>
      <p:sp>
        <p:nvSpPr>
          <p:cNvPr id="13" name="object 13"/>
          <p:cNvSpPr txBox="1"/>
          <p:nvPr/>
        </p:nvSpPr>
        <p:spPr>
          <a:xfrm>
            <a:off x="5908928" y="5467299"/>
            <a:ext cx="5580380"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Medium"/>
                <a:cs typeface="Franklin Gothic Medium"/>
              </a:rPr>
              <a:t>or </a:t>
            </a:r>
            <a:r>
              <a:rPr sz="2000" dirty="0">
                <a:latin typeface="Franklin Gothic Medium"/>
                <a:cs typeface="Franklin Gothic Medium"/>
              </a:rPr>
              <a:t>machine code)</a:t>
            </a:r>
            <a:r>
              <a:rPr sz="2000" spc="-10" dirty="0">
                <a:latin typeface="Franklin Gothic Medium"/>
                <a:cs typeface="Franklin Gothic Medium"/>
              </a:rPr>
              <a:t> </a:t>
            </a:r>
            <a:r>
              <a:rPr sz="2000" spc="-20" dirty="0">
                <a:latin typeface="Franklin Gothic Medium"/>
                <a:cs typeface="Franklin Gothic Medium"/>
              </a:rPr>
              <a:t>to</a:t>
            </a:r>
            <a:r>
              <a:rPr sz="2000" spc="15" dirty="0">
                <a:latin typeface="Franklin Gothic Medium"/>
                <a:cs typeface="Franklin Gothic Medium"/>
              </a:rPr>
              <a:t> </a:t>
            </a:r>
            <a:r>
              <a:rPr sz="2000" spc="-5" dirty="0">
                <a:latin typeface="Franklin Gothic Medium"/>
                <a:cs typeface="Franklin Gothic Medium"/>
              </a:rPr>
              <a:t>create</a:t>
            </a:r>
            <a:r>
              <a:rPr sz="2000" spc="-25" dirty="0">
                <a:latin typeface="Franklin Gothic Medium"/>
                <a:cs typeface="Franklin Gothic Medium"/>
              </a:rPr>
              <a:t> </a:t>
            </a:r>
            <a:r>
              <a:rPr sz="2000" spc="-5" dirty="0">
                <a:latin typeface="Franklin Gothic Medium"/>
                <a:cs typeface="Franklin Gothic Medium"/>
              </a:rPr>
              <a:t>an executable</a:t>
            </a:r>
            <a:r>
              <a:rPr sz="2000" spc="-25" dirty="0">
                <a:latin typeface="Franklin Gothic Medium"/>
                <a:cs typeface="Franklin Gothic Medium"/>
              </a:rPr>
              <a:t> </a:t>
            </a:r>
            <a:r>
              <a:rPr sz="2000" spc="-5" dirty="0">
                <a:latin typeface="Franklin Gothic Medium"/>
                <a:cs typeface="Franklin Gothic Medium"/>
              </a:rPr>
              <a:t>program.</a:t>
            </a:r>
            <a:endParaRPr sz="2000">
              <a:latin typeface="Franklin Gothic Medium"/>
              <a:cs typeface="Franklin Gothic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3611245" cy="391160"/>
          </a:xfrm>
          <a:prstGeom prst="rect">
            <a:avLst/>
          </a:prstGeom>
        </p:spPr>
        <p:txBody>
          <a:bodyPr vert="horz" wrap="square" lIns="0" tIns="12700" rIns="0" bIns="0" rtlCol="0">
            <a:spAutoFit/>
          </a:bodyPr>
          <a:lstStyle/>
          <a:p>
            <a:pPr marL="12700">
              <a:lnSpc>
                <a:spcPct val="100000"/>
              </a:lnSpc>
              <a:spcBef>
                <a:spcPts val="100"/>
              </a:spcBef>
            </a:pPr>
            <a:r>
              <a:rPr sz="2400" spc="-5" dirty="0"/>
              <a:t>Steps</a:t>
            </a:r>
            <a:r>
              <a:rPr sz="2400" spc="-45" dirty="0"/>
              <a:t> </a:t>
            </a:r>
            <a:r>
              <a:rPr sz="2400" spc="-25" dirty="0"/>
              <a:t>to</a:t>
            </a:r>
            <a:r>
              <a:rPr sz="2400" spc="-15" dirty="0"/>
              <a:t> </a:t>
            </a:r>
            <a:r>
              <a:rPr sz="2400" spc="-10" dirty="0"/>
              <a:t>execute</a:t>
            </a:r>
            <a:r>
              <a:rPr sz="2400" spc="-55" dirty="0"/>
              <a:t> </a:t>
            </a:r>
            <a:r>
              <a:rPr sz="2400" dirty="0"/>
              <a:t>a</a:t>
            </a:r>
            <a:r>
              <a:rPr sz="2400" spc="-25" dirty="0"/>
              <a:t> </a:t>
            </a:r>
            <a:r>
              <a:rPr sz="2400" spc="5" dirty="0"/>
              <a:t>program</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grpSp>
        <p:nvGrpSpPr>
          <p:cNvPr id="7" name="object 7"/>
          <p:cNvGrpSpPr/>
          <p:nvPr/>
        </p:nvGrpSpPr>
        <p:grpSpPr>
          <a:xfrm>
            <a:off x="169163" y="1205483"/>
            <a:ext cx="5915660" cy="4708525"/>
            <a:chOff x="169163" y="1205483"/>
            <a:chExt cx="5915660" cy="4708525"/>
          </a:xfrm>
        </p:grpSpPr>
        <p:pic>
          <p:nvPicPr>
            <p:cNvPr id="8" name="object 8"/>
            <p:cNvPicPr/>
            <p:nvPr/>
          </p:nvPicPr>
          <p:blipFill>
            <a:blip r:embed="rId4" cstate="print"/>
            <a:stretch>
              <a:fillRect/>
            </a:stretch>
          </p:blipFill>
          <p:spPr>
            <a:xfrm>
              <a:off x="169163" y="1205483"/>
              <a:ext cx="1006602" cy="4708398"/>
            </a:xfrm>
            <a:prstGeom prst="rect">
              <a:avLst/>
            </a:prstGeom>
          </p:spPr>
        </p:pic>
        <p:pic>
          <p:nvPicPr>
            <p:cNvPr id="9" name="object 9"/>
            <p:cNvPicPr/>
            <p:nvPr/>
          </p:nvPicPr>
          <p:blipFill>
            <a:blip r:embed="rId5" cstate="print"/>
            <a:stretch>
              <a:fillRect/>
            </a:stretch>
          </p:blipFill>
          <p:spPr>
            <a:xfrm>
              <a:off x="637031" y="1452359"/>
              <a:ext cx="5447538" cy="869454"/>
            </a:xfrm>
            <a:prstGeom prst="rect">
              <a:avLst/>
            </a:prstGeom>
          </p:spPr>
        </p:pic>
      </p:grpSp>
      <p:sp>
        <p:nvSpPr>
          <p:cNvPr id="10" name="object 10"/>
          <p:cNvSpPr txBox="1"/>
          <p:nvPr/>
        </p:nvSpPr>
        <p:spPr>
          <a:xfrm>
            <a:off x="1249781" y="1468881"/>
            <a:ext cx="2306320" cy="675005"/>
          </a:xfrm>
          <a:prstGeom prst="rect">
            <a:avLst/>
          </a:prstGeom>
        </p:spPr>
        <p:txBody>
          <a:bodyPr vert="horz" wrap="square" lIns="0" tIns="12700" rIns="0" bIns="0" rtlCol="0">
            <a:spAutoFit/>
          </a:bodyPr>
          <a:lstStyle/>
          <a:p>
            <a:pPr marL="12700" marR="5080">
              <a:lnSpc>
                <a:spcPct val="118300"/>
              </a:lnSpc>
              <a:spcBef>
                <a:spcPts val="100"/>
              </a:spcBef>
            </a:pPr>
            <a:r>
              <a:rPr sz="1800" spc="-5" dirty="0">
                <a:solidFill>
                  <a:srgbClr val="FFFFFF"/>
                </a:solidFill>
                <a:latin typeface="Franklin Gothic Medium"/>
                <a:cs typeface="Franklin Gothic Medium"/>
              </a:rPr>
              <a:t>Creating</a:t>
            </a:r>
            <a:r>
              <a:rPr sz="1800" spc="-1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the</a:t>
            </a:r>
            <a:r>
              <a:rPr sz="1800" spc="-10" dirty="0">
                <a:solidFill>
                  <a:srgbClr val="FFFFFF"/>
                </a:solidFill>
                <a:latin typeface="Franklin Gothic Medium"/>
                <a:cs typeface="Franklin Gothic Medium"/>
              </a:rPr>
              <a:t> </a:t>
            </a:r>
            <a:r>
              <a:rPr sz="1800" dirty="0">
                <a:solidFill>
                  <a:srgbClr val="FFFFFF"/>
                </a:solidFill>
                <a:latin typeface="Franklin Gothic Medium"/>
                <a:cs typeface="Franklin Gothic Medium"/>
              </a:rPr>
              <a:t>C</a:t>
            </a:r>
            <a:r>
              <a:rPr sz="1800" spc="-2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program </a:t>
            </a:r>
            <a:r>
              <a:rPr sz="1800" spc="-434" dirty="0">
                <a:solidFill>
                  <a:srgbClr val="FFFFFF"/>
                </a:solidFill>
                <a:latin typeface="Franklin Gothic Medium"/>
                <a:cs typeface="Franklin Gothic Medium"/>
              </a:rPr>
              <a:t> </a:t>
            </a:r>
            <a:r>
              <a:rPr sz="1800" dirty="0">
                <a:solidFill>
                  <a:srgbClr val="C00000"/>
                </a:solidFill>
                <a:latin typeface="Franklin Gothic Medium"/>
                <a:cs typeface="Franklin Gothic Medium"/>
              </a:rPr>
              <a:t>sample.c</a:t>
            </a:r>
            <a:endParaRPr sz="1800">
              <a:latin typeface="Franklin Gothic Medium"/>
              <a:cs typeface="Franklin Gothic Medium"/>
            </a:endParaRPr>
          </a:p>
        </p:txBody>
      </p:sp>
      <p:grpSp>
        <p:nvGrpSpPr>
          <p:cNvPr id="11" name="object 11"/>
          <p:cNvGrpSpPr/>
          <p:nvPr/>
        </p:nvGrpSpPr>
        <p:grpSpPr>
          <a:xfrm>
            <a:off x="176784" y="1371600"/>
            <a:ext cx="5908040" cy="2087245"/>
            <a:chOff x="176784" y="1371600"/>
            <a:chExt cx="5908040" cy="2087245"/>
          </a:xfrm>
        </p:grpSpPr>
        <p:pic>
          <p:nvPicPr>
            <p:cNvPr id="12" name="object 12"/>
            <p:cNvPicPr/>
            <p:nvPr/>
          </p:nvPicPr>
          <p:blipFill>
            <a:blip r:embed="rId6" cstate="print"/>
            <a:stretch>
              <a:fillRect/>
            </a:stretch>
          </p:blipFill>
          <p:spPr>
            <a:xfrm>
              <a:off x="176784" y="1371600"/>
              <a:ext cx="965466" cy="965453"/>
            </a:xfrm>
            <a:prstGeom prst="rect">
              <a:avLst/>
            </a:prstGeom>
          </p:spPr>
        </p:pic>
        <p:pic>
          <p:nvPicPr>
            <p:cNvPr id="13" name="object 13"/>
            <p:cNvPicPr/>
            <p:nvPr/>
          </p:nvPicPr>
          <p:blipFill>
            <a:blip r:embed="rId7" cstate="print"/>
            <a:stretch>
              <a:fillRect/>
            </a:stretch>
          </p:blipFill>
          <p:spPr>
            <a:xfrm>
              <a:off x="1071372" y="2589275"/>
              <a:ext cx="5013198" cy="869441"/>
            </a:xfrm>
            <a:prstGeom prst="rect">
              <a:avLst/>
            </a:prstGeom>
          </p:spPr>
        </p:pic>
      </p:grpSp>
      <p:sp>
        <p:nvSpPr>
          <p:cNvPr id="14" name="object 14"/>
          <p:cNvSpPr txBox="1"/>
          <p:nvPr/>
        </p:nvSpPr>
        <p:spPr>
          <a:xfrm>
            <a:off x="1684147" y="2604966"/>
            <a:ext cx="2278380" cy="675640"/>
          </a:xfrm>
          <a:prstGeom prst="rect">
            <a:avLst/>
          </a:prstGeom>
        </p:spPr>
        <p:txBody>
          <a:bodyPr vert="horz" wrap="square" lIns="0" tIns="63500" rIns="0" bIns="0" rtlCol="0">
            <a:spAutoFit/>
          </a:bodyPr>
          <a:lstStyle/>
          <a:p>
            <a:pPr marL="12700">
              <a:lnSpc>
                <a:spcPct val="100000"/>
              </a:lnSpc>
              <a:spcBef>
                <a:spcPts val="500"/>
              </a:spcBef>
            </a:pPr>
            <a:r>
              <a:rPr sz="1800" spc="-5" dirty="0">
                <a:solidFill>
                  <a:srgbClr val="FFFFFF"/>
                </a:solidFill>
                <a:latin typeface="Franklin Gothic Medium"/>
                <a:cs typeface="Franklin Gothic Medium"/>
              </a:rPr>
              <a:t>Compiling</a:t>
            </a:r>
            <a:r>
              <a:rPr sz="1800" spc="-5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the</a:t>
            </a:r>
            <a:r>
              <a:rPr sz="1800" spc="-2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program</a:t>
            </a:r>
            <a:endParaRPr sz="1800">
              <a:latin typeface="Franklin Gothic Medium"/>
              <a:cs typeface="Franklin Gothic Medium"/>
            </a:endParaRPr>
          </a:p>
          <a:p>
            <a:pPr marL="12700">
              <a:lnSpc>
                <a:spcPct val="100000"/>
              </a:lnSpc>
              <a:spcBef>
                <a:spcPts val="395"/>
              </a:spcBef>
            </a:pPr>
            <a:r>
              <a:rPr sz="1800" dirty="0">
                <a:solidFill>
                  <a:srgbClr val="C00000"/>
                </a:solidFill>
                <a:latin typeface="Franklin Gothic Medium"/>
                <a:cs typeface="Franklin Gothic Medium"/>
              </a:rPr>
              <a:t>sample.obj</a:t>
            </a:r>
            <a:endParaRPr sz="1800">
              <a:latin typeface="Franklin Gothic Medium"/>
              <a:cs typeface="Franklin Gothic Medium"/>
            </a:endParaRPr>
          </a:p>
        </p:txBody>
      </p:sp>
      <p:grpSp>
        <p:nvGrpSpPr>
          <p:cNvPr id="15" name="object 15"/>
          <p:cNvGrpSpPr/>
          <p:nvPr/>
        </p:nvGrpSpPr>
        <p:grpSpPr>
          <a:xfrm>
            <a:off x="611123" y="2508491"/>
            <a:ext cx="5569585" cy="2056764"/>
            <a:chOff x="611123" y="2508491"/>
            <a:chExt cx="5569585" cy="2056764"/>
          </a:xfrm>
        </p:grpSpPr>
        <p:pic>
          <p:nvPicPr>
            <p:cNvPr id="16" name="object 16"/>
            <p:cNvPicPr/>
            <p:nvPr/>
          </p:nvPicPr>
          <p:blipFill>
            <a:blip r:embed="rId8" cstate="print"/>
            <a:stretch>
              <a:fillRect/>
            </a:stretch>
          </p:blipFill>
          <p:spPr>
            <a:xfrm>
              <a:off x="611123" y="2508491"/>
              <a:ext cx="965466" cy="965466"/>
            </a:xfrm>
            <a:prstGeom prst="rect">
              <a:avLst/>
            </a:prstGeom>
          </p:spPr>
        </p:pic>
        <p:pic>
          <p:nvPicPr>
            <p:cNvPr id="17" name="object 17"/>
            <p:cNvPicPr/>
            <p:nvPr/>
          </p:nvPicPr>
          <p:blipFill>
            <a:blip r:embed="rId9" cstate="print"/>
            <a:stretch>
              <a:fillRect/>
            </a:stretch>
          </p:blipFill>
          <p:spPr>
            <a:xfrm>
              <a:off x="1071372" y="3726179"/>
              <a:ext cx="5109210" cy="838962"/>
            </a:xfrm>
            <a:prstGeom prst="rect">
              <a:avLst/>
            </a:prstGeom>
          </p:spPr>
        </p:pic>
      </p:grpSp>
      <p:sp>
        <p:nvSpPr>
          <p:cNvPr id="18" name="object 18"/>
          <p:cNvSpPr txBox="1"/>
          <p:nvPr/>
        </p:nvSpPr>
        <p:spPr>
          <a:xfrm>
            <a:off x="1684147" y="3838194"/>
            <a:ext cx="4264660" cy="534670"/>
          </a:xfrm>
          <a:prstGeom prst="rect">
            <a:avLst/>
          </a:prstGeom>
        </p:spPr>
        <p:txBody>
          <a:bodyPr vert="horz" wrap="square" lIns="0" tIns="53340" rIns="0" bIns="0" rtlCol="0">
            <a:spAutoFit/>
          </a:bodyPr>
          <a:lstStyle/>
          <a:p>
            <a:pPr marL="12700" marR="5080">
              <a:lnSpc>
                <a:spcPts val="1850"/>
              </a:lnSpc>
              <a:spcBef>
                <a:spcPts val="420"/>
              </a:spcBef>
            </a:pPr>
            <a:r>
              <a:rPr sz="1800" dirty="0">
                <a:solidFill>
                  <a:srgbClr val="FFFFFF"/>
                </a:solidFill>
                <a:latin typeface="Franklin Gothic Medium"/>
                <a:cs typeface="Franklin Gothic Medium"/>
              </a:rPr>
              <a:t>Linking </a:t>
            </a:r>
            <a:r>
              <a:rPr sz="1800" spc="-5" dirty="0">
                <a:solidFill>
                  <a:srgbClr val="FFFFFF"/>
                </a:solidFill>
                <a:latin typeface="Franklin Gothic Medium"/>
                <a:cs typeface="Franklin Gothic Medium"/>
              </a:rPr>
              <a:t>the program </a:t>
            </a:r>
            <a:r>
              <a:rPr sz="1800" dirty="0">
                <a:solidFill>
                  <a:srgbClr val="FFFFFF"/>
                </a:solidFill>
                <a:latin typeface="Franklin Gothic Medium"/>
                <a:cs typeface="Franklin Gothic Medium"/>
              </a:rPr>
              <a:t>with </a:t>
            </a:r>
            <a:r>
              <a:rPr sz="1800" spc="-5" dirty="0">
                <a:solidFill>
                  <a:srgbClr val="FFFFFF"/>
                </a:solidFill>
                <a:latin typeface="Franklin Gothic Medium"/>
                <a:cs typeface="Franklin Gothic Medium"/>
              </a:rPr>
              <a:t>functions that </a:t>
            </a:r>
            <a:r>
              <a:rPr sz="1800" dirty="0">
                <a:solidFill>
                  <a:srgbClr val="FFFFFF"/>
                </a:solidFill>
                <a:latin typeface="Franklin Gothic Medium"/>
                <a:cs typeface="Franklin Gothic Medium"/>
              </a:rPr>
              <a:t>are </a:t>
            </a:r>
            <a:r>
              <a:rPr sz="1800" spc="-434" dirty="0">
                <a:solidFill>
                  <a:srgbClr val="FFFFFF"/>
                </a:solidFill>
                <a:latin typeface="Franklin Gothic Medium"/>
                <a:cs typeface="Franklin Gothic Medium"/>
              </a:rPr>
              <a:t> </a:t>
            </a:r>
            <a:r>
              <a:rPr sz="1800" dirty="0">
                <a:solidFill>
                  <a:srgbClr val="FFFFFF"/>
                </a:solidFill>
                <a:latin typeface="Franklin Gothic Medium"/>
                <a:cs typeface="Franklin Gothic Medium"/>
              </a:rPr>
              <a:t>needed</a:t>
            </a:r>
            <a:r>
              <a:rPr sz="1800" spc="-2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from</a:t>
            </a:r>
            <a:r>
              <a:rPr sz="1800" spc="5" dirty="0">
                <a:solidFill>
                  <a:srgbClr val="FFFFFF"/>
                </a:solidFill>
                <a:latin typeface="Franklin Gothic Medium"/>
                <a:cs typeface="Franklin Gothic Medium"/>
              </a:rPr>
              <a:t> </a:t>
            </a:r>
            <a:r>
              <a:rPr sz="1800" dirty="0">
                <a:solidFill>
                  <a:srgbClr val="FFFFFF"/>
                </a:solidFill>
                <a:latin typeface="Franklin Gothic Medium"/>
                <a:cs typeface="Franklin Gothic Medium"/>
              </a:rPr>
              <a:t>C</a:t>
            </a:r>
            <a:r>
              <a:rPr sz="1800" spc="-1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library</a:t>
            </a:r>
            <a:endParaRPr sz="1800">
              <a:latin typeface="Franklin Gothic Medium"/>
              <a:cs typeface="Franklin Gothic Medium"/>
            </a:endParaRPr>
          </a:p>
        </p:txBody>
      </p:sp>
      <p:grpSp>
        <p:nvGrpSpPr>
          <p:cNvPr id="19" name="object 19"/>
          <p:cNvGrpSpPr/>
          <p:nvPr/>
        </p:nvGrpSpPr>
        <p:grpSpPr>
          <a:xfrm>
            <a:off x="611123" y="3645408"/>
            <a:ext cx="5473700" cy="2087245"/>
            <a:chOff x="611123" y="3645408"/>
            <a:chExt cx="5473700" cy="2087245"/>
          </a:xfrm>
        </p:grpSpPr>
        <p:pic>
          <p:nvPicPr>
            <p:cNvPr id="20" name="object 20"/>
            <p:cNvPicPr/>
            <p:nvPr/>
          </p:nvPicPr>
          <p:blipFill>
            <a:blip r:embed="rId6" cstate="print"/>
            <a:stretch>
              <a:fillRect/>
            </a:stretch>
          </p:blipFill>
          <p:spPr>
            <a:xfrm>
              <a:off x="611123" y="3645408"/>
              <a:ext cx="965466" cy="965453"/>
            </a:xfrm>
            <a:prstGeom prst="rect">
              <a:avLst/>
            </a:prstGeom>
          </p:spPr>
        </p:pic>
        <p:pic>
          <p:nvPicPr>
            <p:cNvPr id="21" name="object 21"/>
            <p:cNvPicPr/>
            <p:nvPr/>
          </p:nvPicPr>
          <p:blipFill>
            <a:blip r:embed="rId10" cstate="print"/>
            <a:stretch>
              <a:fillRect/>
            </a:stretch>
          </p:blipFill>
          <p:spPr>
            <a:xfrm>
              <a:off x="637031" y="4863084"/>
              <a:ext cx="5447538" cy="869454"/>
            </a:xfrm>
            <a:prstGeom prst="rect">
              <a:avLst/>
            </a:prstGeom>
          </p:spPr>
        </p:pic>
      </p:grpSp>
      <p:sp>
        <p:nvSpPr>
          <p:cNvPr id="22" name="object 22"/>
          <p:cNvSpPr txBox="1"/>
          <p:nvPr/>
        </p:nvSpPr>
        <p:spPr>
          <a:xfrm>
            <a:off x="1249781" y="4879711"/>
            <a:ext cx="2235835" cy="674370"/>
          </a:xfrm>
          <a:prstGeom prst="rect">
            <a:avLst/>
          </a:prstGeom>
        </p:spPr>
        <p:txBody>
          <a:bodyPr vert="horz" wrap="square" lIns="0" tIns="62230" rIns="0" bIns="0" rtlCol="0">
            <a:spAutoFit/>
          </a:bodyPr>
          <a:lstStyle/>
          <a:p>
            <a:pPr marL="12700">
              <a:lnSpc>
                <a:spcPct val="100000"/>
              </a:lnSpc>
              <a:spcBef>
                <a:spcPts val="490"/>
              </a:spcBef>
            </a:pPr>
            <a:r>
              <a:rPr sz="1800" spc="-5" dirty="0">
                <a:solidFill>
                  <a:srgbClr val="FFFFFF"/>
                </a:solidFill>
                <a:latin typeface="Franklin Gothic Medium"/>
                <a:cs typeface="Franklin Gothic Medium"/>
              </a:rPr>
              <a:t>Executing</a:t>
            </a:r>
            <a:r>
              <a:rPr sz="1800" spc="-3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the</a:t>
            </a:r>
            <a:r>
              <a:rPr sz="1800" spc="-3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program</a:t>
            </a:r>
            <a:endParaRPr sz="1800">
              <a:latin typeface="Franklin Gothic Medium"/>
              <a:cs typeface="Franklin Gothic Medium"/>
            </a:endParaRPr>
          </a:p>
          <a:p>
            <a:pPr marL="12700">
              <a:lnSpc>
                <a:spcPct val="100000"/>
              </a:lnSpc>
              <a:spcBef>
                <a:spcPts val="400"/>
              </a:spcBef>
            </a:pPr>
            <a:r>
              <a:rPr sz="1800" spc="-5" dirty="0">
                <a:solidFill>
                  <a:srgbClr val="C00000"/>
                </a:solidFill>
                <a:latin typeface="Franklin Gothic Medium"/>
                <a:cs typeface="Franklin Gothic Medium"/>
              </a:rPr>
              <a:t>sample.exe</a:t>
            </a:r>
            <a:endParaRPr sz="1800">
              <a:latin typeface="Franklin Gothic Medium"/>
              <a:cs typeface="Franklin Gothic Medium"/>
            </a:endParaRPr>
          </a:p>
        </p:txBody>
      </p:sp>
      <p:pic>
        <p:nvPicPr>
          <p:cNvPr id="23" name="object 23"/>
          <p:cNvPicPr/>
          <p:nvPr/>
        </p:nvPicPr>
        <p:blipFill>
          <a:blip r:embed="rId6" cstate="print"/>
          <a:stretch>
            <a:fillRect/>
          </a:stretch>
        </p:blipFill>
        <p:spPr>
          <a:xfrm>
            <a:off x="176784" y="4782311"/>
            <a:ext cx="965466" cy="965454"/>
          </a:xfrm>
          <a:prstGeom prst="rect">
            <a:avLst/>
          </a:prstGeom>
        </p:spPr>
      </p:pic>
      <p:sp>
        <p:nvSpPr>
          <p:cNvPr id="24" name="object 24"/>
          <p:cNvSpPr txBox="1"/>
          <p:nvPr/>
        </p:nvSpPr>
        <p:spPr>
          <a:xfrm>
            <a:off x="569772" y="1704594"/>
            <a:ext cx="1600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Medium"/>
                <a:cs typeface="Franklin Gothic Medium"/>
              </a:rPr>
              <a:t>1</a:t>
            </a:r>
            <a:endParaRPr sz="1800">
              <a:latin typeface="Franklin Gothic Medium"/>
              <a:cs typeface="Franklin Gothic Medium"/>
            </a:endParaRPr>
          </a:p>
        </p:txBody>
      </p:sp>
      <p:sp>
        <p:nvSpPr>
          <p:cNvPr id="25" name="object 25"/>
          <p:cNvSpPr txBox="1"/>
          <p:nvPr/>
        </p:nvSpPr>
        <p:spPr>
          <a:xfrm>
            <a:off x="966317" y="2817114"/>
            <a:ext cx="1600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Medium"/>
                <a:cs typeface="Franklin Gothic Medium"/>
              </a:rPr>
              <a:t>2</a:t>
            </a:r>
            <a:endParaRPr sz="1800">
              <a:latin typeface="Franklin Gothic Medium"/>
              <a:cs typeface="Franklin Gothic Medium"/>
            </a:endParaRPr>
          </a:p>
        </p:txBody>
      </p:sp>
      <p:sp>
        <p:nvSpPr>
          <p:cNvPr id="26" name="object 26"/>
          <p:cNvSpPr txBox="1"/>
          <p:nvPr/>
        </p:nvSpPr>
        <p:spPr>
          <a:xfrm>
            <a:off x="966317" y="3950970"/>
            <a:ext cx="1600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Medium"/>
                <a:cs typeface="Franklin Gothic Medium"/>
              </a:rPr>
              <a:t>3</a:t>
            </a:r>
            <a:endParaRPr sz="1800">
              <a:latin typeface="Franklin Gothic Medium"/>
              <a:cs typeface="Franklin Gothic Medium"/>
            </a:endParaRPr>
          </a:p>
        </p:txBody>
      </p:sp>
      <p:sp>
        <p:nvSpPr>
          <p:cNvPr id="27" name="object 27"/>
          <p:cNvSpPr txBox="1"/>
          <p:nvPr/>
        </p:nvSpPr>
        <p:spPr>
          <a:xfrm>
            <a:off x="569772" y="5131689"/>
            <a:ext cx="1600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Franklin Gothic Medium"/>
                <a:cs typeface="Franklin Gothic Medium"/>
              </a:rPr>
              <a:t>4</a:t>
            </a:r>
            <a:endParaRPr sz="1800">
              <a:latin typeface="Franklin Gothic Medium"/>
              <a:cs typeface="Franklin Gothic Medium"/>
            </a:endParaRPr>
          </a:p>
        </p:txBody>
      </p:sp>
      <p:pic>
        <p:nvPicPr>
          <p:cNvPr id="28" name="object 28"/>
          <p:cNvPicPr/>
          <p:nvPr/>
        </p:nvPicPr>
        <p:blipFill>
          <a:blip r:embed="rId11" cstate="print"/>
          <a:stretch>
            <a:fillRect/>
          </a:stretch>
        </p:blipFill>
        <p:spPr>
          <a:xfrm>
            <a:off x="6458425" y="2845182"/>
            <a:ext cx="5474780" cy="13890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23588" y="1226819"/>
            <a:ext cx="3110484" cy="3429000"/>
          </a:xfrm>
          <a:prstGeom prst="rect">
            <a:avLst/>
          </a:prstGeom>
        </p:spPr>
      </p:pic>
      <p:sp>
        <p:nvSpPr>
          <p:cNvPr id="3" name="object 3"/>
          <p:cNvSpPr txBox="1"/>
          <p:nvPr/>
        </p:nvSpPr>
        <p:spPr>
          <a:xfrm>
            <a:off x="2310383" y="2481072"/>
            <a:ext cx="2087880" cy="922019"/>
          </a:xfrm>
          <a:prstGeom prst="rect">
            <a:avLst/>
          </a:prstGeom>
          <a:solidFill>
            <a:srgbClr val="004385"/>
          </a:solidFill>
        </p:spPr>
        <p:txBody>
          <a:bodyPr vert="horz" wrap="square" lIns="0" tIns="27305" rIns="0" bIns="0" rtlCol="0">
            <a:spAutoFit/>
          </a:bodyPr>
          <a:lstStyle/>
          <a:p>
            <a:pPr marL="377190">
              <a:lnSpc>
                <a:spcPct val="100000"/>
              </a:lnSpc>
              <a:spcBef>
                <a:spcPts val="215"/>
              </a:spcBef>
            </a:pPr>
            <a:r>
              <a:rPr sz="5400" dirty="0">
                <a:solidFill>
                  <a:srgbClr val="FFFFFF"/>
                </a:solidFill>
                <a:latin typeface="Arial MT"/>
                <a:cs typeface="Arial MT"/>
              </a:rPr>
              <a:t>First</a:t>
            </a:r>
            <a:endParaRPr sz="5400">
              <a:latin typeface="Arial MT"/>
              <a:cs typeface="Arial MT"/>
            </a:endParaRPr>
          </a:p>
        </p:txBody>
      </p:sp>
      <p:sp>
        <p:nvSpPr>
          <p:cNvPr id="4" name="object 4"/>
          <p:cNvSpPr txBox="1">
            <a:spLocks noGrp="1"/>
          </p:cNvSpPr>
          <p:nvPr>
            <p:ph type="title"/>
          </p:nvPr>
        </p:nvSpPr>
        <p:spPr>
          <a:xfrm>
            <a:off x="7333488" y="2356104"/>
            <a:ext cx="3450590" cy="923925"/>
          </a:xfrm>
          <a:prstGeom prst="rect">
            <a:avLst/>
          </a:prstGeom>
          <a:solidFill>
            <a:srgbClr val="004385"/>
          </a:solidFill>
        </p:spPr>
        <p:txBody>
          <a:bodyPr vert="horz" wrap="square" lIns="0" tIns="28575" rIns="0" bIns="0" rtlCol="0">
            <a:spAutoFit/>
          </a:bodyPr>
          <a:lstStyle/>
          <a:p>
            <a:pPr marL="1270" algn="ctr">
              <a:lnSpc>
                <a:spcPct val="100000"/>
              </a:lnSpc>
              <a:spcBef>
                <a:spcPts val="225"/>
              </a:spcBef>
            </a:pPr>
            <a:r>
              <a:rPr sz="5400" spc="-5" dirty="0">
                <a:solidFill>
                  <a:srgbClr val="FFFFFF"/>
                </a:solidFill>
                <a:latin typeface="Arial MT"/>
                <a:cs typeface="Arial MT"/>
              </a:rPr>
              <a:t>Program</a:t>
            </a:r>
            <a:endParaRPr sz="5400">
              <a:latin typeface="Arial MT"/>
              <a:cs typeface="Arial M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2063750" cy="391160"/>
          </a:xfrm>
          <a:prstGeom prst="rect">
            <a:avLst/>
          </a:prstGeom>
        </p:spPr>
        <p:txBody>
          <a:bodyPr vert="horz" wrap="square" lIns="0" tIns="12700" rIns="0" bIns="0" rtlCol="0">
            <a:spAutoFit/>
          </a:bodyPr>
          <a:lstStyle/>
          <a:p>
            <a:pPr marL="12700">
              <a:lnSpc>
                <a:spcPct val="100000"/>
              </a:lnSpc>
              <a:spcBef>
                <a:spcPts val="100"/>
              </a:spcBef>
            </a:pPr>
            <a:r>
              <a:rPr sz="2400" spc="10" dirty="0"/>
              <a:t>First</a:t>
            </a:r>
            <a:r>
              <a:rPr sz="2400" spc="-80" dirty="0"/>
              <a:t> </a:t>
            </a:r>
            <a:r>
              <a:rPr sz="2400" dirty="0"/>
              <a:t>C</a:t>
            </a:r>
            <a:r>
              <a:rPr sz="2400" spc="-35" dirty="0"/>
              <a:t> </a:t>
            </a:r>
            <a:r>
              <a:rPr sz="2400" dirty="0"/>
              <a:t>Program</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7" name="object 7"/>
          <p:cNvSpPr txBox="1"/>
          <p:nvPr/>
        </p:nvSpPr>
        <p:spPr>
          <a:xfrm>
            <a:off x="6597228" y="1487804"/>
            <a:ext cx="5055870" cy="2815590"/>
          </a:xfrm>
          <a:prstGeom prst="rect">
            <a:avLst/>
          </a:prstGeom>
          <a:solidFill>
            <a:srgbClr val="000000"/>
          </a:solidFill>
        </p:spPr>
        <p:txBody>
          <a:bodyPr vert="horz" wrap="square" lIns="0" tIns="139700" rIns="0" bIns="0" rtlCol="0">
            <a:spAutoFit/>
          </a:bodyPr>
          <a:lstStyle/>
          <a:p>
            <a:pPr marL="97155">
              <a:lnSpc>
                <a:spcPct val="100000"/>
              </a:lnSpc>
              <a:spcBef>
                <a:spcPts val="1100"/>
              </a:spcBef>
            </a:pPr>
            <a:r>
              <a:rPr sz="2000" dirty="0">
                <a:solidFill>
                  <a:srgbClr val="00AFEF"/>
                </a:solidFill>
                <a:latin typeface="Franklin Gothic Medium"/>
                <a:cs typeface="Franklin Gothic Medium"/>
              </a:rPr>
              <a:t>/*</a:t>
            </a:r>
            <a:r>
              <a:rPr sz="2000" spc="480" dirty="0">
                <a:solidFill>
                  <a:srgbClr val="00AFEF"/>
                </a:solidFill>
                <a:latin typeface="Franklin Gothic Medium"/>
                <a:cs typeface="Franklin Gothic Medium"/>
              </a:rPr>
              <a:t> </a:t>
            </a:r>
            <a:r>
              <a:rPr sz="2000" dirty="0">
                <a:solidFill>
                  <a:srgbClr val="00AFEF"/>
                </a:solidFill>
                <a:latin typeface="Franklin Gothic Medium"/>
                <a:cs typeface="Franklin Gothic Medium"/>
              </a:rPr>
              <a:t>First</a:t>
            </a:r>
            <a:r>
              <a:rPr sz="2000" spc="-5" dirty="0">
                <a:solidFill>
                  <a:srgbClr val="00AFEF"/>
                </a:solidFill>
                <a:latin typeface="Franklin Gothic Medium"/>
                <a:cs typeface="Franklin Gothic Medium"/>
              </a:rPr>
              <a:t> </a:t>
            </a:r>
            <a:r>
              <a:rPr sz="2000" dirty="0">
                <a:solidFill>
                  <a:srgbClr val="00AFEF"/>
                </a:solidFill>
                <a:latin typeface="Franklin Gothic Medium"/>
                <a:cs typeface="Franklin Gothic Medium"/>
              </a:rPr>
              <a:t>C</a:t>
            </a:r>
            <a:r>
              <a:rPr sz="2000" spc="-10" dirty="0">
                <a:solidFill>
                  <a:srgbClr val="00AFEF"/>
                </a:solidFill>
                <a:latin typeface="Franklin Gothic Medium"/>
                <a:cs typeface="Franklin Gothic Medium"/>
              </a:rPr>
              <a:t> </a:t>
            </a:r>
            <a:r>
              <a:rPr sz="2000" spc="-5" dirty="0">
                <a:solidFill>
                  <a:srgbClr val="00AFEF"/>
                </a:solidFill>
                <a:latin typeface="Franklin Gothic Medium"/>
                <a:cs typeface="Franklin Gothic Medium"/>
              </a:rPr>
              <a:t>Program</a:t>
            </a:r>
            <a:r>
              <a:rPr sz="2000" spc="475" dirty="0">
                <a:solidFill>
                  <a:srgbClr val="00AFEF"/>
                </a:solidFill>
                <a:latin typeface="Franklin Gothic Medium"/>
                <a:cs typeface="Franklin Gothic Medium"/>
              </a:rPr>
              <a:t> </a:t>
            </a:r>
            <a:r>
              <a:rPr sz="2000" spc="-5" dirty="0">
                <a:solidFill>
                  <a:srgbClr val="00AFEF"/>
                </a:solidFill>
                <a:latin typeface="Franklin Gothic Medium"/>
                <a:cs typeface="Franklin Gothic Medium"/>
              </a:rPr>
              <a:t>*/</a:t>
            </a:r>
            <a:endParaRPr sz="2000">
              <a:latin typeface="Franklin Gothic Medium"/>
              <a:cs typeface="Franklin Gothic Medium"/>
            </a:endParaRPr>
          </a:p>
          <a:p>
            <a:pPr marL="97155" marR="2983865">
              <a:lnSpc>
                <a:spcPct val="150000"/>
              </a:lnSpc>
            </a:pPr>
            <a:r>
              <a:rPr sz="2000" spc="-5" dirty="0">
                <a:solidFill>
                  <a:srgbClr val="99FF99"/>
                </a:solidFill>
                <a:latin typeface="Franklin Gothic Medium"/>
                <a:cs typeface="Franklin Gothic Medium"/>
              </a:rPr>
              <a:t>#include&lt;</a:t>
            </a:r>
            <a:r>
              <a:rPr sz="2000" spc="5" dirty="0">
                <a:solidFill>
                  <a:srgbClr val="99FF99"/>
                </a:solidFill>
                <a:latin typeface="Franklin Gothic Medium"/>
                <a:cs typeface="Franklin Gothic Medium"/>
              </a:rPr>
              <a:t>s</a:t>
            </a:r>
            <a:r>
              <a:rPr sz="2000" spc="-5" dirty="0">
                <a:solidFill>
                  <a:srgbClr val="99FF99"/>
                </a:solidFill>
                <a:latin typeface="Franklin Gothic Medium"/>
                <a:cs typeface="Franklin Gothic Medium"/>
              </a:rPr>
              <a:t>tdio.h&gt;  </a:t>
            </a:r>
            <a:r>
              <a:rPr sz="2000" dirty="0">
                <a:solidFill>
                  <a:srgbClr val="FF4040"/>
                </a:solidFill>
                <a:latin typeface="Franklin Gothic Medium"/>
                <a:cs typeface="Franklin Gothic Medium"/>
              </a:rPr>
              <a:t>void</a:t>
            </a:r>
            <a:r>
              <a:rPr sz="2000" spc="-45" dirty="0">
                <a:solidFill>
                  <a:srgbClr val="FF4040"/>
                </a:solidFill>
                <a:latin typeface="Franklin Gothic Medium"/>
                <a:cs typeface="Franklin Gothic Medium"/>
              </a:rPr>
              <a:t> </a:t>
            </a:r>
            <a:r>
              <a:rPr sz="2000" spc="-5" dirty="0">
                <a:solidFill>
                  <a:srgbClr val="FFFFFF"/>
                </a:solidFill>
                <a:latin typeface="Franklin Gothic Medium"/>
                <a:cs typeface="Franklin Gothic Medium"/>
              </a:rPr>
              <a:t>main()</a:t>
            </a:r>
            <a:endParaRPr sz="2000">
              <a:latin typeface="Franklin Gothic Medium"/>
              <a:cs typeface="Franklin Gothic Medium"/>
            </a:endParaRPr>
          </a:p>
          <a:p>
            <a:pPr marL="97155">
              <a:lnSpc>
                <a:spcPct val="100000"/>
              </a:lnSpc>
              <a:spcBef>
                <a:spcPts val="1200"/>
              </a:spcBef>
            </a:pPr>
            <a:r>
              <a:rPr sz="2000" dirty="0">
                <a:solidFill>
                  <a:srgbClr val="FFFFFF"/>
                </a:solidFill>
                <a:latin typeface="Franklin Gothic Medium"/>
                <a:cs typeface="Franklin Gothic Medium"/>
              </a:rPr>
              <a:t>{</a:t>
            </a:r>
            <a:endParaRPr sz="2000">
              <a:latin typeface="Franklin Gothic Medium"/>
              <a:cs typeface="Franklin Gothic Medium"/>
            </a:endParaRPr>
          </a:p>
          <a:p>
            <a:pPr marL="554355">
              <a:lnSpc>
                <a:spcPct val="100000"/>
              </a:lnSpc>
              <a:spcBef>
                <a:spcPts val="1205"/>
              </a:spcBef>
            </a:pPr>
            <a:r>
              <a:rPr sz="2000" dirty="0">
                <a:solidFill>
                  <a:srgbClr val="FFFFFF"/>
                </a:solidFill>
                <a:latin typeface="Franklin Gothic Medium"/>
                <a:cs typeface="Franklin Gothic Medium"/>
              </a:rPr>
              <a:t>printf(“Hello</a:t>
            </a:r>
            <a:r>
              <a:rPr sz="2000" spc="-5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World!!!”);</a:t>
            </a:r>
            <a:endParaRPr sz="2000">
              <a:latin typeface="Franklin Gothic Medium"/>
              <a:cs typeface="Franklin Gothic Medium"/>
            </a:endParaRPr>
          </a:p>
          <a:p>
            <a:pPr marL="97155">
              <a:lnSpc>
                <a:spcPct val="100000"/>
              </a:lnSpc>
              <a:spcBef>
                <a:spcPts val="1200"/>
              </a:spcBef>
            </a:pPr>
            <a:r>
              <a:rPr sz="2000" dirty="0">
                <a:solidFill>
                  <a:srgbClr val="FFFFFF"/>
                </a:solidFill>
                <a:latin typeface="Franklin Gothic Medium"/>
                <a:cs typeface="Franklin Gothic Medium"/>
              </a:rPr>
              <a:t>}</a:t>
            </a:r>
            <a:endParaRPr sz="2000">
              <a:latin typeface="Franklin Gothic Medium"/>
              <a:cs typeface="Franklin Gothic Medium"/>
            </a:endParaRPr>
          </a:p>
        </p:txBody>
      </p:sp>
      <p:sp>
        <p:nvSpPr>
          <p:cNvPr id="8" name="object 8"/>
          <p:cNvSpPr txBox="1"/>
          <p:nvPr/>
        </p:nvSpPr>
        <p:spPr>
          <a:xfrm>
            <a:off x="335279" y="1264919"/>
            <a:ext cx="5044440" cy="1630680"/>
          </a:xfrm>
          <a:prstGeom prst="rect">
            <a:avLst/>
          </a:prstGeom>
          <a:solidFill>
            <a:srgbClr val="004385"/>
          </a:solidFill>
          <a:ln w="9525">
            <a:solidFill>
              <a:srgbClr val="000000"/>
            </a:solidFill>
          </a:ln>
        </p:spPr>
        <p:txBody>
          <a:bodyPr vert="horz" wrap="square" lIns="0" tIns="46990" rIns="0" bIns="0" rtlCol="0">
            <a:spAutoFit/>
          </a:bodyPr>
          <a:lstStyle/>
          <a:p>
            <a:pPr marL="90805">
              <a:lnSpc>
                <a:spcPct val="100000"/>
              </a:lnSpc>
              <a:spcBef>
                <a:spcPts val="370"/>
              </a:spcBef>
            </a:pPr>
            <a:r>
              <a:rPr sz="2000" spc="-20" dirty="0">
                <a:solidFill>
                  <a:srgbClr val="FFFFFF"/>
                </a:solidFill>
                <a:latin typeface="Franklin Gothic Medium"/>
                <a:cs typeface="Franklin Gothic Medium"/>
              </a:rPr>
              <a:t>Try</a:t>
            </a:r>
            <a:r>
              <a:rPr sz="2000" spc="-1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in</a:t>
            </a:r>
            <a:r>
              <a:rPr sz="2000" spc="-20" dirty="0">
                <a:solidFill>
                  <a:srgbClr val="FFFFFF"/>
                </a:solidFill>
                <a:latin typeface="Franklin Gothic Medium"/>
                <a:cs typeface="Franklin Gothic Medium"/>
              </a:rPr>
              <a:t> </a:t>
            </a:r>
            <a:r>
              <a:rPr sz="2000" spc="-15" dirty="0">
                <a:solidFill>
                  <a:srgbClr val="FFFFFF"/>
                </a:solidFill>
                <a:latin typeface="Franklin Gothic Medium"/>
                <a:cs typeface="Franklin Gothic Medium"/>
              </a:rPr>
              <a:t>any</a:t>
            </a:r>
            <a:r>
              <a:rPr sz="2000" spc="-5" dirty="0">
                <a:solidFill>
                  <a:srgbClr val="FFFFFF"/>
                </a:solidFill>
                <a:latin typeface="Franklin Gothic Medium"/>
                <a:cs typeface="Franklin Gothic Medium"/>
              </a:rPr>
              <a:t> </a:t>
            </a:r>
            <a:r>
              <a:rPr sz="2000" dirty="0">
                <a:solidFill>
                  <a:srgbClr val="FFFFFF"/>
                </a:solidFill>
                <a:latin typeface="Franklin Gothic Medium"/>
                <a:cs typeface="Franklin Gothic Medium"/>
              </a:rPr>
              <a:t>of</a:t>
            </a:r>
            <a:r>
              <a:rPr sz="2000" spc="1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the</a:t>
            </a:r>
            <a:r>
              <a:rPr sz="2000" spc="-1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C</a:t>
            </a:r>
            <a:r>
              <a:rPr sz="2000" spc="-15"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Compilers</a:t>
            </a:r>
            <a:endParaRPr sz="2000">
              <a:latin typeface="Franklin Gothic Medium"/>
              <a:cs typeface="Franklin Gothic Medium"/>
            </a:endParaRPr>
          </a:p>
          <a:p>
            <a:pPr marL="433705" indent="-343535">
              <a:lnSpc>
                <a:spcPct val="100000"/>
              </a:lnSpc>
              <a:buFont typeface="Arial MT"/>
              <a:buChar char="•"/>
              <a:tabLst>
                <a:tab pos="433070" algn="l"/>
                <a:tab pos="434340" algn="l"/>
              </a:tabLst>
            </a:pPr>
            <a:r>
              <a:rPr sz="2000" spc="-5" dirty="0">
                <a:solidFill>
                  <a:srgbClr val="FFFFFF"/>
                </a:solidFill>
                <a:latin typeface="Franklin Gothic Medium"/>
                <a:cs typeface="Franklin Gothic Medium"/>
              </a:rPr>
              <a:t>Online</a:t>
            </a:r>
            <a:r>
              <a:rPr sz="2000" spc="-3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Compiler</a:t>
            </a:r>
            <a:endParaRPr sz="2000">
              <a:latin typeface="Franklin Gothic Medium"/>
              <a:cs typeface="Franklin Gothic Medium"/>
            </a:endParaRPr>
          </a:p>
          <a:p>
            <a:pPr marL="433705" indent="-343535">
              <a:lnSpc>
                <a:spcPct val="100000"/>
              </a:lnSpc>
              <a:buFont typeface="Arial MT"/>
              <a:buChar char="•"/>
              <a:tabLst>
                <a:tab pos="433070" algn="l"/>
                <a:tab pos="434340" algn="l"/>
              </a:tabLst>
            </a:pPr>
            <a:r>
              <a:rPr sz="2000" spc="-10" dirty="0">
                <a:solidFill>
                  <a:srgbClr val="FFFFFF"/>
                </a:solidFill>
                <a:latin typeface="Franklin Gothic Medium"/>
                <a:cs typeface="Franklin Gothic Medium"/>
              </a:rPr>
              <a:t>Dev</a:t>
            </a:r>
            <a:r>
              <a:rPr sz="2000" spc="-5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C++</a:t>
            </a:r>
            <a:endParaRPr sz="2000">
              <a:latin typeface="Franklin Gothic Medium"/>
              <a:cs typeface="Franklin Gothic Medium"/>
            </a:endParaRPr>
          </a:p>
          <a:p>
            <a:pPr marL="433705" indent="-343535">
              <a:lnSpc>
                <a:spcPct val="100000"/>
              </a:lnSpc>
              <a:buFont typeface="Arial MT"/>
              <a:buChar char="•"/>
              <a:tabLst>
                <a:tab pos="433070" algn="l"/>
                <a:tab pos="434340" algn="l"/>
              </a:tabLst>
            </a:pPr>
            <a:r>
              <a:rPr sz="2000" spc="-5" dirty="0">
                <a:solidFill>
                  <a:srgbClr val="FFFFFF"/>
                </a:solidFill>
                <a:latin typeface="Franklin Gothic Medium"/>
                <a:cs typeface="Franklin Gothic Medium"/>
              </a:rPr>
              <a:t>Borland</a:t>
            </a:r>
            <a:r>
              <a:rPr sz="2000" spc="-3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C++</a:t>
            </a:r>
            <a:endParaRPr sz="2000">
              <a:latin typeface="Franklin Gothic Medium"/>
              <a:cs typeface="Franklin Gothic Medium"/>
            </a:endParaRPr>
          </a:p>
          <a:p>
            <a:pPr marL="433705" indent="-343535">
              <a:lnSpc>
                <a:spcPct val="100000"/>
              </a:lnSpc>
              <a:buFont typeface="Arial MT"/>
              <a:buChar char="•"/>
              <a:tabLst>
                <a:tab pos="433070" algn="l"/>
                <a:tab pos="434340" algn="l"/>
              </a:tabLst>
            </a:pPr>
            <a:r>
              <a:rPr sz="2000" spc="-5" dirty="0">
                <a:solidFill>
                  <a:srgbClr val="FFFFFF"/>
                </a:solidFill>
                <a:latin typeface="Franklin Gothic Medium"/>
                <a:cs typeface="Franklin Gothic Medium"/>
              </a:rPr>
              <a:t>GCC</a:t>
            </a:r>
            <a:r>
              <a:rPr sz="2000" spc="-1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(GNU’s</a:t>
            </a:r>
            <a:r>
              <a:rPr sz="2000" spc="-15"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Compiler</a:t>
            </a:r>
            <a:r>
              <a:rPr sz="2000" spc="-3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Collection)</a:t>
            </a:r>
            <a:endParaRPr sz="2000">
              <a:latin typeface="Franklin Gothic Medium"/>
              <a:cs typeface="Franklin Gothic Medium"/>
            </a:endParaRPr>
          </a:p>
        </p:txBody>
      </p:sp>
      <p:sp>
        <p:nvSpPr>
          <p:cNvPr id="10" name="object 10"/>
          <p:cNvSpPr txBox="1"/>
          <p:nvPr/>
        </p:nvSpPr>
        <p:spPr>
          <a:xfrm>
            <a:off x="6601777" y="4585525"/>
            <a:ext cx="5055870" cy="968375"/>
          </a:xfrm>
          <a:prstGeom prst="rect">
            <a:avLst/>
          </a:prstGeom>
          <a:solidFill>
            <a:srgbClr val="000000"/>
          </a:solidFill>
        </p:spPr>
        <p:txBody>
          <a:bodyPr vert="horz" wrap="square" lIns="0" tIns="139700" rIns="0" bIns="0" rtlCol="0">
            <a:spAutoFit/>
          </a:bodyPr>
          <a:lstStyle/>
          <a:p>
            <a:pPr marL="97155">
              <a:lnSpc>
                <a:spcPct val="100000"/>
              </a:lnSpc>
              <a:spcBef>
                <a:spcPts val="1100"/>
              </a:spcBef>
            </a:pPr>
            <a:r>
              <a:rPr sz="2000" dirty="0">
                <a:solidFill>
                  <a:srgbClr val="FFFF00"/>
                </a:solidFill>
                <a:latin typeface="Franklin Gothic Medium"/>
                <a:cs typeface="Franklin Gothic Medium"/>
              </a:rPr>
              <a:t>Output:</a:t>
            </a:r>
            <a:endParaRPr sz="2000">
              <a:latin typeface="Franklin Gothic Medium"/>
              <a:cs typeface="Franklin Gothic Medium"/>
            </a:endParaRPr>
          </a:p>
          <a:p>
            <a:pPr marL="97155">
              <a:lnSpc>
                <a:spcPct val="100000"/>
              </a:lnSpc>
              <a:spcBef>
                <a:spcPts val="1200"/>
              </a:spcBef>
            </a:pPr>
            <a:r>
              <a:rPr sz="2000" spc="-5" dirty="0">
                <a:solidFill>
                  <a:srgbClr val="FFFFFF"/>
                </a:solidFill>
                <a:latin typeface="Franklin Gothic Medium"/>
                <a:cs typeface="Franklin Gothic Medium"/>
              </a:rPr>
              <a:t>Hello</a:t>
            </a:r>
            <a:r>
              <a:rPr sz="2000" spc="-5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World!!!</a:t>
            </a:r>
            <a:endParaRPr sz="2000">
              <a:latin typeface="Franklin Gothic Medium"/>
              <a:cs typeface="Franklin Gothic Medium"/>
            </a:endParaRPr>
          </a:p>
        </p:txBody>
      </p:sp>
      <p:sp>
        <p:nvSpPr>
          <p:cNvPr id="11" name="TextBox 10">
            <a:extLst>
              <a:ext uri="{FF2B5EF4-FFF2-40B4-BE49-F238E27FC236}">
                <a16:creationId xmlns:a16="http://schemas.microsoft.com/office/drawing/2014/main" id="{56C76D33-A5D1-20D9-181E-FF93211BA40A}"/>
              </a:ext>
            </a:extLst>
          </p:cNvPr>
          <p:cNvSpPr txBox="1"/>
          <p:nvPr/>
        </p:nvSpPr>
        <p:spPr>
          <a:xfrm>
            <a:off x="526979" y="3675124"/>
            <a:ext cx="4572000" cy="286232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To open the editor</a:t>
            </a:r>
          </a:p>
          <a:p>
            <a:r>
              <a:rPr lang="en-IN" dirty="0" err="1">
                <a:latin typeface="Times New Roman" panose="02020603050405020304" pitchFamily="18" charset="0"/>
                <a:cs typeface="Times New Roman" panose="02020603050405020304" pitchFamily="18" charset="0"/>
              </a:rPr>
              <a:t>gedit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filename.c</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 </a:t>
            </a:r>
            <a:r>
              <a:rPr lang="en-IN" dirty="0" err="1">
                <a:latin typeface="Times New Roman" panose="02020603050405020304" pitchFamily="18" charset="0"/>
                <a:cs typeface="Times New Roman" panose="02020603050405020304" pitchFamily="18" charset="0"/>
              </a:rPr>
              <a:t>gedit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sample.c</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To compile the program</a:t>
            </a:r>
          </a:p>
          <a:p>
            <a:r>
              <a:rPr lang="en-IN" dirty="0" err="1">
                <a:latin typeface="Times New Roman" panose="02020603050405020304" pitchFamily="18" charset="0"/>
                <a:cs typeface="Times New Roman" panose="02020603050405020304" pitchFamily="18" charset="0"/>
              </a:rPr>
              <a:t>Gcc</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filename.c</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 </a:t>
            </a:r>
            <a:r>
              <a:rPr lang="en-IN" dirty="0" err="1">
                <a:latin typeface="Times New Roman" panose="02020603050405020304" pitchFamily="18" charset="0"/>
                <a:cs typeface="Times New Roman" panose="02020603050405020304" pitchFamily="18" charset="0"/>
              </a:rPr>
              <a:t>gcc</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sample.c</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To see the output</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a.out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895" y="94234"/>
            <a:ext cx="2750185" cy="391160"/>
          </a:xfrm>
          <a:prstGeom prst="rect">
            <a:avLst/>
          </a:prstGeom>
        </p:spPr>
        <p:txBody>
          <a:bodyPr vert="horz" wrap="square" lIns="0" tIns="12700" rIns="0" bIns="0" rtlCol="0">
            <a:spAutoFit/>
          </a:bodyPr>
          <a:lstStyle/>
          <a:p>
            <a:pPr marL="12700">
              <a:lnSpc>
                <a:spcPct val="100000"/>
              </a:lnSpc>
              <a:spcBef>
                <a:spcPts val="100"/>
              </a:spcBef>
            </a:pPr>
            <a:r>
              <a:rPr sz="2400" dirty="0"/>
              <a:t>C</a:t>
            </a:r>
            <a:r>
              <a:rPr sz="2400" spc="-35" dirty="0"/>
              <a:t> </a:t>
            </a:r>
            <a:r>
              <a:rPr sz="2400" dirty="0"/>
              <a:t>Program</a:t>
            </a:r>
            <a:r>
              <a:rPr sz="2400" spc="-65" dirty="0"/>
              <a:t> </a:t>
            </a:r>
            <a:r>
              <a:rPr sz="2400" spc="-5" dirty="0"/>
              <a:t>examples</a:t>
            </a:r>
            <a:endParaRPr sz="2400"/>
          </a:p>
        </p:txBody>
      </p:sp>
      <p:grpSp>
        <p:nvGrpSpPr>
          <p:cNvPr id="3" name="object 3"/>
          <p:cNvGrpSpPr/>
          <p:nvPr/>
        </p:nvGrpSpPr>
        <p:grpSpPr>
          <a:xfrm>
            <a:off x="9648443" y="0"/>
            <a:ext cx="2470150" cy="798195"/>
            <a:chOff x="9648443" y="0"/>
            <a:chExt cx="2470150" cy="798195"/>
          </a:xfrm>
        </p:grpSpPr>
        <p:pic>
          <p:nvPicPr>
            <p:cNvPr id="4" name="object 4"/>
            <p:cNvPicPr/>
            <p:nvPr/>
          </p:nvPicPr>
          <p:blipFill>
            <a:blip r:embed="rId2" cstate="print"/>
            <a:stretch>
              <a:fillRect/>
            </a:stretch>
          </p:blipFill>
          <p:spPr>
            <a:xfrm>
              <a:off x="9890373" y="185932"/>
              <a:ext cx="2008648" cy="408143"/>
            </a:xfrm>
            <a:prstGeom prst="rect">
              <a:avLst/>
            </a:prstGeom>
          </p:spPr>
        </p:pic>
        <p:pic>
          <p:nvPicPr>
            <p:cNvPr id="5" name="object 5"/>
            <p:cNvPicPr/>
            <p:nvPr/>
          </p:nvPicPr>
          <p:blipFill>
            <a:blip r:embed="rId3" cstate="print"/>
            <a:stretch>
              <a:fillRect/>
            </a:stretch>
          </p:blipFill>
          <p:spPr>
            <a:xfrm>
              <a:off x="9648443" y="0"/>
              <a:ext cx="2469642" cy="797813"/>
            </a:xfrm>
            <a:prstGeom prst="rect">
              <a:avLst/>
            </a:prstGeom>
          </p:spPr>
        </p:pic>
      </p:grpSp>
      <p:sp>
        <p:nvSpPr>
          <p:cNvPr id="6" name="object 6"/>
          <p:cNvSpPr txBox="1"/>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45"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0" dirty="0">
                <a:solidFill>
                  <a:srgbClr val="FFFFFF"/>
                </a:solidFill>
                <a:latin typeface="Tahoma"/>
                <a:cs typeface="Tahoma"/>
              </a:rPr>
              <a:t>g</a:t>
            </a:r>
            <a:r>
              <a:rPr sz="2800" b="1" spc="-130" dirty="0">
                <a:solidFill>
                  <a:srgbClr val="FFFFFF"/>
                </a:solidFill>
                <a:latin typeface="Tahoma"/>
                <a:cs typeface="Tahoma"/>
              </a:rPr>
              <a:t>r</a:t>
            </a:r>
            <a:r>
              <a:rPr sz="2800" b="1" spc="-515" dirty="0">
                <a:solidFill>
                  <a:srgbClr val="FFFFFF"/>
                </a:solidFill>
                <a:latin typeface="Tahoma"/>
                <a:cs typeface="Tahoma"/>
              </a:rPr>
              <a:t>a</a:t>
            </a:r>
            <a:r>
              <a:rPr sz="2800" b="1" spc="-890"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7" name="object 7"/>
          <p:cNvSpPr txBox="1"/>
          <p:nvPr/>
        </p:nvSpPr>
        <p:spPr>
          <a:xfrm>
            <a:off x="268224" y="601980"/>
            <a:ext cx="7924800" cy="3729354"/>
          </a:xfrm>
          <a:prstGeom prst="rect">
            <a:avLst/>
          </a:prstGeom>
          <a:ln w="9525">
            <a:solidFill>
              <a:srgbClr val="000000"/>
            </a:solidFill>
          </a:ln>
        </p:spPr>
        <p:txBody>
          <a:bodyPr vert="horz" wrap="square" lIns="0" tIns="135255" rIns="0" bIns="0" rtlCol="0">
            <a:spAutoFit/>
          </a:bodyPr>
          <a:lstStyle/>
          <a:p>
            <a:pPr marL="91440">
              <a:lnSpc>
                <a:spcPct val="100000"/>
              </a:lnSpc>
              <a:spcBef>
                <a:spcPts val="1065"/>
              </a:spcBef>
              <a:tabLst>
                <a:tab pos="462915" algn="l"/>
              </a:tabLst>
            </a:pPr>
            <a:r>
              <a:rPr sz="2000" dirty="0">
                <a:solidFill>
                  <a:srgbClr val="006600"/>
                </a:solidFill>
                <a:latin typeface="Franklin Gothic Medium"/>
                <a:cs typeface="Franklin Gothic Medium"/>
              </a:rPr>
              <a:t>//	Three</a:t>
            </a:r>
            <a:r>
              <a:rPr sz="2000" spc="-45" dirty="0">
                <a:solidFill>
                  <a:srgbClr val="006600"/>
                </a:solidFill>
                <a:latin typeface="Franklin Gothic Medium"/>
                <a:cs typeface="Franklin Gothic Medium"/>
              </a:rPr>
              <a:t> </a:t>
            </a:r>
            <a:r>
              <a:rPr sz="2000" dirty="0">
                <a:solidFill>
                  <a:srgbClr val="006600"/>
                </a:solidFill>
                <a:latin typeface="Franklin Gothic Medium"/>
                <a:cs typeface="Franklin Gothic Medium"/>
              </a:rPr>
              <a:t>lines</a:t>
            </a:r>
            <a:r>
              <a:rPr sz="2000" spc="-10" dirty="0">
                <a:solidFill>
                  <a:srgbClr val="006600"/>
                </a:solidFill>
                <a:latin typeface="Franklin Gothic Medium"/>
                <a:cs typeface="Franklin Gothic Medium"/>
              </a:rPr>
              <a:t> </a:t>
            </a:r>
            <a:r>
              <a:rPr sz="2000" dirty="0">
                <a:solidFill>
                  <a:srgbClr val="006600"/>
                </a:solidFill>
                <a:latin typeface="Franklin Gothic Medium"/>
                <a:cs typeface="Franklin Gothic Medium"/>
              </a:rPr>
              <a:t>of</a:t>
            </a:r>
            <a:r>
              <a:rPr sz="2000" spc="-15" dirty="0">
                <a:solidFill>
                  <a:srgbClr val="006600"/>
                </a:solidFill>
                <a:latin typeface="Franklin Gothic Medium"/>
                <a:cs typeface="Franklin Gothic Medium"/>
              </a:rPr>
              <a:t> </a:t>
            </a:r>
            <a:r>
              <a:rPr sz="2000" spc="-5" dirty="0">
                <a:solidFill>
                  <a:srgbClr val="006600"/>
                </a:solidFill>
                <a:latin typeface="Franklin Gothic Medium"/>
                <a:cs typeface="Franklin Gothic Medium"/>
              </a:rPr>
              <a:t>statement</a:t>
            </a:r>
            <a:endParaRPr sz="2000">
              <a:latin typeface="Franklin Gothic Medium"/>
              <a:cs typeface="Franklin Gothic Medium"/>
            </a:endParaRPr>
          </a:p>
          <a:p>
            <a:pPr marL="91440">
              <a:lnSpc>
                <a:spcPct val="100000"/>
              </a:lnSpc>
              <a:spcBef>
                <a:spcPts val="1200"/>
              </a:spcBef>
            </a:pPr>
            <a:r>
              <a:rPr sz="2000" dirty="0">
                <a:latin typeface="Franklin Gothic Medium"/>
                <a:cs typeface="Franklin Gothic Medium"/>
              </a:rPr>
              <a:t>#include&lt;stdio.h&gt;</a:t>
            </a:r>
            <a:endParaRPr sz="2000">
              <a:latin typeface="Franklin Gothic Medium"/>
              <a:cs typeface="Franklin Gothic Medium"/>
            </a:endParaRPr>
          </a:p>
          <a:p>
            <a:pPr marL="91440">
              <a:lnSpc>
                <a:spcPct val="100000"/>
              </a:lnSpc>
              <a:spcBef>
                <a:spcPts val="1205"/>
              </a:spcBef>
            </a:pPr>
            <a:r>
              <a:rPr sz="2000" dirty="0">
                <a:latin typeface="Franklin Gothic Medium"/>
                <a:cs typeface="Franklin Gothic Medium"/>
              </a:rPr>
              <a:t>void</a:t>
            </a:r>
            <a:r>
              <a:rPr sz="2000" spc="-70" dirty="0">
                <a:latin typeface="Franklin Gothic Medium"/>
                <a:cs typeface="Franklin Gothic Medium"/>
              </a:rPr>
              <a:t> </a:t>
            </a:r>
            <a:r>
              <a:rPr sz="2000" spc="-5" dirty="0">
                <a:latin typeface="Franklin Gothic Medium"/>
                <a:cs typeface="Franklin Gothic Medium"/>
              </a:rPr>
              <a:t>main()</a:t>
            </a:r>
            <a:endParaRPr sz="2000">
              <a:latin typeface="Franklin Gothic Medium"/>
              <a:cs typeface="Franklin Gothic Medium"/>
            </a:endParaRPr>
          </a:p>
          <a:p>
            <a:pPr marL="91440">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a:p>
            <a:pPr marL="548640" marR="3910965">
              <a:lnSpc>
                <a:spcPct val="150000"/>
              </a:lnSpc>
            </a:pPr>
            <a:r>
              <a:rPr sz="2000" spc="-15" dirty="0">
                <a:latin typeface="Franklin Gothic Medium"/>
                <a:cs typeface="Franklin Gothic Medium"/>
              </a:rPr>
              <a:t>printf(“Two </a:t>
            </a:r>
            <a:r>
              <a:rPr sz="2000" spc="-5" dirty="0">
                <a:latin typeface="Franklin Gothic Medium"/>
                <a:cs typeface="Franklin Gothic Medium"/>
              </a:rPr>
              <a:t>types </a:t>
            </a:r>
            <a:r>
              <a:rPr sz="2000" dirty="0">
                <a:latin typeface="Franklin Gothic Medium"/>
                <a:cs typeface="Franklin Gothic Medium"/>
              </a:rPr>
              <a:t>of </a:t>
            </a:r>
            <a:r>
              <a:rPr sz="2000" spc="-5" dirty="0">
                <a:latin typeface="Franklin Gothic Medium"/>
                <a:cs typeface="Franklin Gothic Medium"/>
              </a:rPr>
              <a:t>Software”); </a:t>
            </a:r>
            <a:r>
              <a:rPr sz="2000" dirty="0">
                <a:latin typeface="Franklin Gothic Medium"/>
                <a:cs typeface="Franklin Gothic Medium"/>
              </a:rPr>
              <a:t> printf(“1.System </a:t>
            </a:r>
            <a:r>
              <a:rPr sz="2000" spc="-5" dirty="0">
                <a:latin typeface="Franklin Gothic Medium"/>
                <a:cs typeface="Franklin Gothic Medium"/>
              </a:rPr>
              <a:t>Software”); </a:t>
            </a:r>
            <a:r>
              <a:rPr sz="2000" dirty="0">
                <a:latin typeface="Franklin Gothic Medium"/>
                <a:cs typeface="Franklin Gothic Medium"/>
              </a:rPr>
              <a:t> printf(“2.Application</a:t>
            </a:r>
            <a:r>
              <a:rPr sz="2000" spc="-70" dirty="0">
                <a:latin typeface="Franklin Gothic Medium"/>
                <a:cs typeface="Franklin Gothic Medium"/>
              </a:rPr>
              <a:t> </a:t>
            </a:r>
            <a:r>
              <a:rPr sz="2000" spc="-5" dirty="0">
                <a:latin typeface="Franklin Gothic Medium"/>
                <a:cs typeface="Franklin Gothic Medium"/>
              </a:rPr>
              <a:t>Software”);</a:t>
            </a:r>
            <a:endParaRPr sz="2000">
              <a:latin typeface="Franklin Gothic Medium"/>
              <a:cs typeface="Franklin Gothic Medium"/>
            </a:endParaRPr>
          </a:p>
          <a:p>
            <a:pPr marL="91440">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p:txBody>
      </p:sp>
      <p:sp>
        <p:nvSpPr>
          <p:cNvPr id="8" name="object 8"/>
          <p:cNvSpPr txBox="1"/>
          <p:nvPr/>
        </p:nvSpPr>
        <p:spPr>
          <a:xfrm>
            <a:off x="268224" y="4707635"/>
            <a:ext cx="7924800" cy="960119"/>
          </a:xfrm>
          <a:prstGeom prst="rect">
            <a:avLst/>
          </a:prstGeom>
          <a:ln w="9525">
            <a:solidFill>
              <a:srgbClr val="000000"/>
            </a:solidFill>
          </a:ln>
        </p:spPr>
        <p:txBody>
          <a:bodyPr vert="horz" wrap="square" lIns="0" tIns="135890" rIns="0" bIns="0" rtlCol="0">
            <a:spAutoFit/>
          </a:bodyPr>
          <a:lstStyle/>
          <a:p>
            <a:pPr marL="91440">
              <a:lnSpc>
                <a:spcPct val="100000"/>
              </a:lnSpc>
              <a:spcBef>
                <a:spcPts val="1070"/>
              </a:spcBef>
            </a:pPr>
            <a:r>
              <a:rPr sz="2000" dirty="0">
                <a:solidFill>
                  <a:srgbClr val="C00000"/>
                </a:solidFill>
                <a:latin typeface="Franklin Gothic Medium"/>
                <a:cs typeface="Franklin Gothic Medium"/>
              </a:rPr>
              <a:t>Output</a:t>
            </a:r>
            <a:r>
              <a:rPr sz="2000" spc="-70" dirty="0">
                <a:solidFill>
                  <a:srgbClr val="C00000"/>
                </a:solidFill>
                <a:latin typeface="Franklin Gothic Medium"/>
                <a:cs typeface="Franklin Gothic Medium"/>
              </a:rPr>
              <a:t> </a:t>
            </a:r>
            <a:r>
              <a:rPr sz="2000" dirty="0">
                <a:solidFill>
                  <a:srgbClr val="C00000"/>
                </a:solidFill>
                <a:latin typeface="Franklin Gothic Medium"/>
                <a:cs typeface="Franklin Gothic Medium"/>
              </a:rPr>
              <a:t>:</a:t>
            </a:r>
            <a:endParaRPr sz="2000">
              <a:latin typeface="Franklin Gothic Medium"/>
              <a:cs typeface="Franklin Gothic Medium"/>
            </a:endParaRPr>
          </a:p>
          <a:p>
            <a:pPr marL="91440">
              <a:lnSpc>
                <a:spcPct val="100000"/>
              </a:lnSpc>
              <a:spcBef>
                <a:spcPts val="1200"/>
              </a:spcBef>
            </a:pPr>
            <a:r>
              <a:rPr sz="2000" spc="-45" dirty="0">
                <a:latin typeface="Franklin Gothic Medium"/>
                <a:cs typeface="Franklin Gothic Medium"/>
              </a:rPr>
              <a:t>Two</a:t>
            </a:r>
            <a:r>
              <a:rPr sz="2000" spc="-5" dirty="0">
                <a:latin typeface="Franklin Gothic Medium"/>
                <a:cs typeface="Franklin Gothic Medium"/>
              </a:rPr>
              <a:t> types</a:t>
            </a:r>
            <a:r>
              <a:rPr sz="2000" dirty="0">
                <a:latin typeface="Franklin Gothic Medium"/>
                <a:cs typeface="Franklin Gothic Medium"/>
              </a:rPr>
              <a:t> of</a:t>
            </a:r>
            <a:r>
              <a:rPr sz="2000" spc="15" dirty="0">
                <a:latin typeface="Franklin Gothic Medium"/>
                <a:cs typeface="Franklin Gothic Medium"/>
              </a:rPr>
              <a:t> </a:t>
            </a:r>
            <a:r>
              <a:rPr sz="2000" spc="-5" dirty="0">
                <a:latin typeface="Franklin Gothic Medium"/>
                <a:cs typeface="Franklin Gothic Medium"/>
              </a:rPr>
              <a:t>Software</a:t>
            </a:r>
            <a:r>
              <a:rPr sz="2000" spc="15" dirty="0">
                <a:latin typeface="Franklin Gothic Medium"/>
                <a:cs typeface="Franklin Gothic Medium"/>
              </a:rPr>
              <a:t> </a:t>
            </a:r>
            <a:r>
              <a:rPr sz="2000" dirty="0">
                <a:latin typeface="Franklin Gothic Medium"/>
                <a:cs typeface="Franklin Gothic Medium"/>
              </a:rPr>
              <a:t>1.System </a:t>
            </a:r>
            <a:r>
              <a:rPr sz="2000" spc="-5" dirty="0">
                <a:latin typeface="Franklin Gothic Medium"/>
                <a:cs typeface="Franklin Gothic Medium"/>
              </a:rPr>
              <a:t>Software</a:t>
            </a:r>
            <a:r>
              <a:rPr sz="2000" spc="20" dirty="0">
                <a:latin typeface="Franklin Gothic Medium"/>
                <a:cs typeface="Franklin Gothic Medium"/>
              </a:rPr>
              <a:t> </a:t>
            </a:r>
            <a:r>
              <a:rPr sz="2000" spc="-5" dirty="0">
                <a:latin typeface="Franklin Gothic Medium"/>
                <a:cs typeface="Franklin Gothic Medium"/>
              </a:rPr>
              <a:t>2.Application</a:t>
            </a:r>
            <a:r>
              <a:rPr sz="2000" spc="-20" dirty="0">
                <a:latin typeface="Franklin Gothic Medium"/>
                <a:cs typeface="Franklin Gothic Medium"/>
              </a:rPr>
              <a:t> </a:t>
            </a:r>
            <a:r>
              <a:rPr sz="2000" spc="-5" dirty="0">
                <a:latin typeface="Franklin Gothic Medium"/>
                <a:cs typeface="Franklin Gothic Medium"/>
              </a:rPr>
              <a:t>Software</a:t>
            </a:r>
            <a:endParaRPr sz="2000">
              <a:latin typeface="Franklin Gothic Medium"/>
              <a:cs typeface="Franklin Gothic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221995" y="904849"/>
            <a:ext cx="7199630" cy="940435"/>
          </a:xfrm>
          <a:prstGeom prst="rect">
            <a:avLst/>
          </a:prstGeom>
        </p:spPr>
        <p:txBody>
          <a:bodyPr vert="horz" wrap="square" lIns="0" tIns="165100" rIns="0" bIns="0" rtlCol="0">
            <a:spAutoFit/>
          </a:bodyPr>
          <a:lstStyle/>
          <a:p>
            <a:pPr marL="355600" indent="-343535">
              <a:lnSpc>
                <a:spcPct val="100000"/>
              </a:lnSpc>
              <a:spcBef>
                <a:spcPts val="1300"/>
              </a:spcBef>
              <a:buFont typeface="Arial MT"/>
              <a:buChar char="•"/>
              <a:tabLst>
                <a:tab pos="355600" algn="l"/>
                <a:tab pos="356235" algn="l"/>
              </a:tabLst>
            </a:pPr>
            <a:r>
              <a:rPr sz="2000" dirty="0">
                <a:latin typeface="Franklin Gothic Medium"/>
                <a:cs typeface="Franklin Gothic Medium"/>
              </a:rPr>
              <a:t>Non </a:t>
            </a:r>
            <a:r>
              <a:rPr sz="2000" spc="-5" dirty="0">
                <a:latin typeface="Franklin Gothic Medium"/>
                <a:cs typeface="Franklin Gothic Medium"/>
              </a:rPr>
              <a:t>printing</a:t>
            </a:r>
            <a:r>
              <a:rPr sz="2000" spc="5" dirty="0">
                <a:latin typeface="Franklin Gothic Medium"/>
                <a:cs typeface="Franklin Gothic Medium"/>
              </a:rPr>
              <a:t> </a:t>
            </a:r>
            <a:r>
              <a:rPr sz="2000" dirty="0">
                <a:latin typeface="Franklin Gothic Medium"/>
                <a:cs typeface="Franklin Gothic Medium"/>
              </a:rPr>
              <a:t>characters</a:t>
            </a:r>
            <a:r>
              <a:rPr sz="2000" spc="-20" dirty="0">
                <a:latin typeface="Franklin Gothic Medium"/>
                <a:cs typeface="Franklin Gothic Medium"/>
              </a:rPr>
              <a:t> </a:t>
            </a:r>
            <a:r>
              <a:rPr sz="2000" dirty="0">
                <a:latin typeface="Franklin Gothic Medium"/>
                <a:cs typeface="Franklin Gothic Medium"/>
              </a:rPr>
              <a:t>can</a:t>
            </a:r>
            <a:r>
              <a:rPr sz="2000" spc="-10" dirty="0">
                <a:latin typeface="Franklin Gothic Medium"/>
                <a:cs typeface="Franklin Gothic Medium"/>
              </a:rPr>
              <a:t> </a:t>
            </a:r>
            <a:r>
              <a:rPr sz="2000" dirty="0">
                <a:latin typeface="Franklin Gothic Medium"/>
                <a:cs typeface="Franklin Gothic Medium"/>
              </a:rPr>
              <a:t>be</a:t>
            </a:r>
            <a:r>
              <a:rPr sz="2000" spc="-5" dirty="0">
                <a:latin typeface="Franklin Gothic Medium"/>
                <a:cs typeface="Franklin Gothic Medium"/>
              </a:rPr>
              <a:t> printed</a:t>
            </a:r>
            <a:r>
              <a:rPr sz="2000" spc="-20" dirty="0">
                <a:latin typeface="Franklin Gothic Medium"/>
                <a:cs typeface="Franklin Gothic Medium"/>
              </a:rPr>
              <a:t> </a:t>
            </a:r>
            <a:r>
              <a:rPr sz="2000" dirty="0">
                <a:latin typeface="Franklin Gothic Medium"/>
                <a:cs typeface="Franklin Gothic Medium"/>
              </a:rPr>
              <a:t>using</a:t>
            </a:r>
            <a:r>
              <a:rPr sz="2000" spc="-10" dirty="0">
                <a:latin typeface="Franklin Gothic Medium"/>
                <a:cs typeface="Franklin Gothic Medium"/>
              </a:rPr>
              <a:t> </a:t>
            </a:r>
            <a:r>
              <a:rPr sz="2000" dirty="0">
                <a:latin typeface="Franklin Gothic Medium"/>
                <a:cs typeface="Franklin Gothic Medium"/>
              </a:rPr>
              <a:t>escape</a:t>
            </a:r>
            <a:r>
              <a:rPr sz="2000" spc="-20" dirty="0">
                <a:latin typeface="Franklin Gothic Medium"/>
                <a:cs typeface="Franklin Gothic Medium"/>
              </a:rPr>
              <a:t> </a:t>
            </a:r>
            <a:r>
              <a:rPr sz="2000" dirty="0">
                <a:latin typeface="Franklin Gothic Medium"/>
                <a:cs typeface="Franklin Gothic Medium"/>
              </a:rPr>
              <a:t>sequence.</a:t>
            </a:r>
            <a:endParaRPr sz="2000">
              <a:latin typeface="Franklin Gothic Medium"/>
              <a:cs typeface="Franklin Gothic Medium"/>
            </a:endParaRPr>
          </a:p>
          <a:p>
            <a:pPr marL="355600" indent="-343535">
              <a:lnSpc>
                <a:spcPct val="100000"/>
              </a:lnSpc>
              <a:spcBef>
                <a:spcPts val="1200"/>
              </a:spcBef>
              <a:buFont typeface="Arial MT"/>
              <a:buChar char="•"/>
              <a:tabLst>
                <a:tab pos="355600" algn="l"/>
                <a:tab pos="356235" algn="l"/>
              </a:tabLst>
            </a:pPr>
            <a:r>
              <a:rPr sz="2000" dirty="0">
                <a:latin typeface="Franklin Gothic Medium"/>
                <a:cs typeface="Franklin Gothic Medium"/>
              </a:rPr>
              <a:t>It </a:t>
            </a:r>
            <a:r>
              <a:rPr sz="2000" spc="-10" dirty="0">
                <a:latin typeface="Franklin Gothic Medium"/>
                <a:cs typeface="Franklin Gothic Medium"/>
              </a:rPr>
              <a:t>always</a:t>
            </a:r>
            <a:r>
              <a:rPr sz="2000" spc="-20" dirty="0">
                <a:latin typeface="Franklin Gothic Medium"/>
                <a:cs typeface="Franklin Gothic Medium"/>
              </a:rPr>
              <a:t> </a:t>
            </a:r>
            <a:r>
              <a:rPr sz="2000" dirty="0">
                <a:latin typeface="Franklin Gothic Medium"/>
                <a:cs typeface="Franklin Gothic Medium"/>
              </a:rPr>
              <a:t>starts</a:t>
            </a:r>
            <a:r>
              <a:rPr sz="2000" spc="5" dirty="0">
                <a:latin typeface="Franklin Gothic Medium"/>
                <a:cs typeface="Franklin Gothic Medium"/>
              </a:rPr>
              <a:t> </a:t>
            </a:r>
            <a:r>
              <a:rPr sz="2000" dirty="0">
                <a:latin typeface="Franklin Gothic Medium"/>
                <a:cs typeface="Franklin Gothic Medium"/>
              </a:rPr>
              <a:t>with</a:t>
            </a:r>
            <a:r>
              <a:rPr sz="2000" spc="-5" dirty="0">
                <a:latin typeface="Franklin Gothic Medium"/>
                <a:cs typeface="Franklin Gothic Medium"/>
              </a:rPr>
              <a:t> </a:t>
            </a:r>
            <a:r>
              <a:rPr sz="2000" dirty="0">
                <a:latin typeface="Franklin Gothic Medium"/>
                <a:cs typeface="Franklin Gothic Medium"/>
              </a:rPr>
              <a:t>\ </a:t>
            </a:r>
            <a:r>
              <a:rPr sz="2000" spc="-10" dirty="0">
                <a:latin typeface="Franklin Gothic Medium"/>
                <a:cs typeface="Franklin Gothic Medium"/>
              </a:rPr>
              <a:t>followed </a:t>
            </a:r>
            <a:r>
              <a:rPr sz="2000" spc="-15" dirty="0">
                <a:latin typeface="Franklin Gothic Medium"/>
                <a:cs typeface="Franklin Gothic Medium"/>
              </a:rPr>
              <a:t>by</a:t>
            </a:r>
            <a:r>
              <a:rPr sz="2000" spc="-5" dirty="0">
                <a:latin typeface="Franklin Gothic Medium"/>
                <a:cs typeface="Franklin Gothic Medium"/>
              </a:rPr>
              <a:t> </a:t>
            </a:r>
            <a:r>
              <a:rPr sz="2000" dirty="0">
                <a:latin typeface="Franklin Gothic Medium"/>
                <a:cs typeface="Franklin Gothic Medium"/>
              </a:rPr>
              <a:t>a</a:t>
            </a:r>
            <a:r>
              <a:rPr sz="2000" spc="-20" dirty="0">
                <a:latin typeface="Franklin Gothic Medium"/>
                <a:cs typeface="Franklin Gothic Medium"/>
              </a:rPr>
              <a:t> </a:t>
            </a:r>
            <a:r>
              <a:rPr sz="2000" spc="-10" dirty="0">
                <a:latin typeface="Franklin Gothic Medium"/>
                <a:cs typeface="Franklin Gothic Medium"/>
              </a:rPr>
              <a:t>character.</a:t>
            </a:r>
            <a:endParaRPr sz="2000">
              <a:latin typeface="Franklin Gothic Medium"/>
              <a:cs typeface="Franklin Gothic Medium"/>
            </a:endParaRPr>
          </a:p>
        </p:txBody>
      </p:sp>
      <p:graphicFrame>
        <p:nvGraphicFramePr>
          <p:cNvPr id="7" name="object 7"/>
          <p:cNvGraphicFramePr>
            <a:graphicFrameLocks noGrp="1"/>
          </p:cNvGraphicFramePr>
          <p:nvPr/>
        </p:nvGraphicFramePr>
        <p:xfrm>
          <a:off x="2537714" y="2170810"/>
          <a:ext cx="6914515" cy="3930671"/>
        </p:xfrm>
        <a:graphic>
          <a:graphicData uri="http://schemas.openxmlformats.org/drawingml/2006/table">
            <a:tbl>
              <a:tblPr firstRow="1" bandRow="1">
                <a:tableStyleId>{2D5ABB26-0587-4C30-8999-92F81FD0307C}</a:tableStyleId>
              </a:tblPr>
              <a:tblGrid>
                <a:gridCol w="2617470">
                  <a:extLst>
                    <a:ext uri="{9D8B030D-6E8A-4147-A177-3AD203B41FA5}">
                      <a16:colId xmlns:a16="http://schemas.microsoft.com/office/drawing/2014/main" val="20000"/>
                    </a:ext>
                  </a:extLst>
                </a:gridCol>
                <a:gridCol w="4297045">
                  <a:extLst>
                    <a:ext uri="{9D8B030D-6E8A-4147-A177-3AD203B41FA5}">
                      <a16:colId xmlns:a16="http://schemas.microsoft.com/office/drawing/2014/main" val="20001"/>
                    </a:ext>
                  </a:extLst>
                </a:gridCol>
              </a:tblGrid>
              <a:tr h="472566">
                <a:tc>
                  <a:txBody>
                    <a:bodyPr/>
                    <a:lstStyle/>
                    <a:p>
                      <a:pPr marL="91440">
                        <a:lnSpc>
                          <a:spcPct val="100000"/>
                        </a:lnSpc>
                        <a:spcBef>
                          <a:spcPts val="305"/>
                        </a:spcBef>
                      </a:pPr>
                      <a:r>
                        <a:rPr sz="2000" spc="5" dirty="0">
                          <a:solidFill>
                            <a:srgbClr val="FFFFFF"/>
                          </a:solidFill>
                          <a:latin typeface="Franklin Gothic Medium"/>
                          <a:cs typeface="Franklin Gothic Medium"/>
                        </a:rPr>
                        <a:t>Escape</a:t>
                      </a:r>
                      <a:r>
                        <a:rPr sz="2000" spc="-8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sequence</a:t>
                      </a:r>
                      <a:endParaRPr sz="2000">
                        <a:latin typeface="Franklin Gothic Medium"/>
                        <a:cs typeface="Franklin Gothic Medium"/>
                      </a:endParaRPr>
                    </a:p>
                  </a:txBody>
                  <a:tcPr marL="0" marR="0" marT="38735" marB="0">
                    <a:lnT w="28575">
                      <a:solidFill>
                        <a:srgbClr val="000000"/>
                      </a:solidFill>
                      <a:prstDash val="solid"/>
                    </a:lnT>
                    <a:lnB w="28575">
                      <a:solidFill>
                        <a:srgbClr val="000000"/>
                      </a:solidFill>
                      <a:prstDash val="solid"/>
                    </a:lnB>
                    <a:solidFill>
                      <a:srgbClr val="00AFEF"/>
                    </a:solidFill>
                  </a:tcPr>
                </a:tc>
                <a:tc>
                  <a:txBody>
                    <a:bodyPr/>
                    <a:lstStyle/>
                    <a:p>
                      <a:pPr marL="631190">
                        <a:lnSpc>
                          <a:spcPct val="100000"/>
                        </a:lnSpc>
                        <a:spcBef>
                          <a:spcPts val="305"/>
                        </a:spcBef>
                      </a:pPr>
                      <a:r>
                        <a:rPr sz="2000" dirty="0">
                          <a:solidFill>
                            <a:srgbClr val="FFFFFF"/>
                          </a:solidFill>
                          <a:latin typeface="Franklin Gothic Medium"/>
                          <a:cs typeface="Franklin Gothic Medium"/>
                        </a:rPr>
                        <a:t>Description</a:t>
                      </a:r>
                      <a:endParaRPr sz="2000">
                        <a:latin typeface="Franklin Gothic Medium"/>
                        <a:cs typeface="Franklin Gothic Medium"/>
                      </a:endParaRPr>
                    </a:p>
                  </a:txBody>
                  <a:tcPr marL="0" marR="0" marT="38735" marB="0">
                    <a:lnT w="28575">
                      <a:solidFill>
                        <a:srgbClr val="000000"/>
                      </a:solidFill>
                      <a:prstDash val="solid"/>
                    </a:lnT>
                    <a:lnB w="28575">
                      <a:solidFill>
                        <a:srgbClr val="000000"/>
                      </a:solidFill>
                      <a:prstDash val="solid"/>
                    </a:lnB>
                    <a:solidFill>
                      <a:srgbClr val="00AFEF"/>
                    </a:solidFill>
                  </a:tcPr>
                </a:tc>
                <a:extLst>
                  <a:ext uri="{0D108BD9-81ED-4DB2-BD59-A6C34878D82A}">
                    <a16:rowId xmlns:a16="http://schemas.microsoft.com/office/drawing/2014/main" val="10000"/>
                  </a:ext>
                </a:extLst>
              </a:tr>
              <a:tr h="432308">
                <a:tc>
                  <a:txBody>
                    <a:bodyPr/>
                    <a:lstStyle/>
                    <a:p>
                      <a:pPr marL="91440">
                        <a:lnSpc>
                          <a:spcPct val="100000"/>
                        </a:lnSpc>
                        <a:spcBef>
                          <a:spcPts val="305"/>
                        </a:spcBef>
                      </a:pPr>
                      <a:r>
                        <a:rPr sz="2000" dirty="0">
                          <a:latin typeface="Franklin Gothic Medium"/>
                          <a:cs typeface="Franklin Gothic Medium"/>
                        </a:rPr>
                        <a:t>\a</a:t>
                      </a:r>
                      <a:endParaRPr sz="2000">
                        <a:latin typeface="Franklin Gothic Medium"/>
                        <a:cs typeface="Franklin Gothic Medium"/>
                      </a:endParaRPr>
                    </a:p>
                  </a:txBody>
                  <a:tcPr marL="0" marR="0" marT="38735" marB="0">
                    <a:lnT w="28575">
                      <a:solidFill>
                        <a:srgbClr val="000000"/>
                      </a:solidFill>
                      <a:prstDash val="solid"/>
                    </a:lnT>
                    <a:solidFill>
                      <a:srgbClr val="E7E7E7"/>
                    </a:solidFill>
                  </a:tcPr>
                </a:tc>
                <a:tc>
                  <a:txBody>
                    <a:bodyPr/>
                    <a:lstStyle/>
                    <a:p>
                      <a:pPr marL="631190">
                        <a:lnSpc>
                          <a:spcPct val="100000"/>
                        </a:lnSpc>
                        <a:spcBef>
                          <a:spcPts val="305"/>
                        </a:spcBef>
                      </a:pPr>
                      <a:r>
                        <a:rPr sz="2000" spc="-5" dirty="0">
                          <a:latin typeface="Franklin Gothic Medium"/>
                          <a:cs typeface="Franklin Gothic Medium"/>
                        </a:rPr>
                        <a:t>System</a:t>
                      </a:r>
                      <a:r>
                        <a:rPr sz="2000" spc="-40" dirty="0">
                          <a:latin typeface="Franklin Gothic Medium"/>
                          <a:cs typeface="Franklin Gothic Medium"/>
                        </a:rPr>
                        <a:t> </a:t>
                      </a:r>
                      <a:r>
                        <a:rPr sz="2000" dirty="0">
                          <a:latin typeface="Franklin Gothic Medium"/>
                          <a:cs typeface="Franklin Gothic Medium"/>
                        </a:rPr>
                        <a:t>alarm</a:t>
                      </a:r>
                      <a:endParaRPr sz="2000">
                        <a:latin typeface="Franklin Gothic Medium"/>
                        <a:cs typeface="Franklin Gothic Medium"/>
                      </a:endParaRPr>
                    </a:p>
                  </a:txBody>
                  <a:tcPr marL="0" marR="0" marT="38735" marB="0">
                    <a:lnT w="28575">
                      <a:solidFill>
                        <a:srgbClr val="000000"/>
                      </a:solidFill>
                      <a:prstDash val="solid"/>
                    </a:lnT>
                    <a:solidFill>
                      <a:srgbClr val="E7E7E7"/>
                    </a:solidFill>
                  </a:tcPr>
                </a:tc>
                <a:extLst>
                  <a:ext uri="{0D108BD9-81ED-4DB2-BD59-A6C34878D82A}">
                    <a16:rowId xmlns:a16="http://schemas.microsoft.com/office/drawing/2014/main" val="10001"/>
                  </a:ext>
                </a:extLst>
              </a:tr>
              <a:tr h="432231">
                <a:tc>
                  <a:txBody>
                    <a:bodyPr/>
                    <a:lstStyle/>
                    <a:p>
                      <a:pPr marL="91440">
                        <a:lnSpc>
                          <a:spcPct val="100000"/>
                        </a:lnSpc>
                        <a:spcBef>
                          <a:spcPts val="309"/>
                        </a:spcBef>
                      </a:pPr>
                      <a:r>
                        <a:rPr sz="2000" dirty="0">
                          <a:latin typeface="Franklin Gothic Medium"/>
                          <a:cs typeface="Franklin Gothic Medium"/>
                        </a:rPr>
                        <a:t>\b</a:t>
                      </a:r>
                      <a:endParaRPr sz="2000">
                        <a:latin typeface="Franklin Gothic Medium"/>
                        <a:cs typeface="Franklin Gothic Medium"/>
                      </a:endParaRPr>
                    </a:p>
                  </a:txBody>
                  <a:tcPr marL="0" marR="0" marT="39369" marB="0"/>
                </a:tc>
                <a:tc>
                  <a:txBody>
                    <a:bodyPr/>
                    <a:lstStyle/>
                    <a:p>
                      <a:pPr marL="631190">
                        <a:lnSpc>
                          <a:spcPct val="100000"/>
                        </a:lnSpc>
                        <a:spcBef>
                          <a:spcPts val="309"/>
                        </a:spcBef>
                      </a:pPr>
                      <a:r>
                        <a:rPr sz="2000" dirty="0">
                          <a:latin typeface="Franklin Gothic Medium"/>
                          <a:cs typeface="Franklin Gothic Medium"/>
                        </a:rPr>
                        <a:t>Backspace</a:t>
                      </a:r>
                      <a:endParaRPr sz="2000">
                        <a:latin typeface="Franklin Gothic Medium"/>
                        <a:cs typeface="Franklin Gothic Medium"/>
                      </a:endParaRPr>
                    </a:p>
                  </a:txBody>
                  <a:tcPr marL="0" marR="0" marT="39369" marB="0"/>
                </a:tc>
                <a:extLst>
                  <a:ext uri="{0D108BD9-81ED-4DB2-BD59-A6C34878D82A}">
                    <a16:rowId xmlns:a16="http://schemas.microsoft.com/office/drawing/2014/main" val="10002"/>
                  </a:ext>
                </a:extLst>
              </a:tr>
              <a:tr h="432257">
                <a:tc>
                  <a:txBody>
                    <a:bodyPr/>
                    <a:lstStyle/>
                    <a:p>
                      <a:pPr marL="91440">
                        <a:lnSpc>
                          <a:spcPct val="100000"/>
                        </a:lnSpc>
                        <a:spcBef>
                          <a:spcPts val="309"/>
                        </a:spcBef>
                      </a:pPr>
                      <a:r>
                        <a:rPr sz="2000" dirty="0">
                          <a:latin typeface="Franklin Gothic Medium"/>
                          <a:cs typeface="Franklin Gothic Medium"/>
                        </a:rPr>
                        <a:t>\n</a:t>
                      </a:r>
                      <a:endParaRPr sz="2000">
                        <a:latin typeface="Franklin Gothic Medium"/>
                        <a:cs typeface="Franklin Gothic Medium"/>
                      </a:endParaRPr>
                    </a:p>
                  </a:txBody>
                  <a:tcPr marL="0" marR="0" marT="39369" marB="0">
                    <a:solidFill>
                      <a:srgbClr val="E7E7E7"/>
                    </a:solidFill>
                  </a:tcPr>
                </a:tc>
                <a:tc>
                  <a:txBody>
                    <a:bodyPr/>
                    <a:lstStyle/>
                    <a:p>
                      <a:pPr marL="631190">
                        <a:lnSpc>
                          <a:spcPct val="100000"/>
                        </a:lnSpc>
                        <a:spcBef>
                          <a:spcPts val="309"/>
                        </a:spcBef>
                      </a:pPr>
                      <a:r>
                        <a:rPr sz="2000" dirty="0">
                          <a:latin typeface="Franklin Gothic Medium"/>
                          <a:cs typeface="Franklin Gothic Medium"/>
                        </a:rPr>
                        <a:t>Newline</a:t>
                      </a:r>
                      <a:endParaRPr sz="2000">
                        <a:latin typeface="Franklin Gothic Medium"/>
                        <a:cs typeface="Franklin Gothic Medium"/>
                      </a:endParaRPr>
                    </a:p>
                  </a:txBody>
                  <a:tcPr marL="0" marR="0" marT="39369" marB="0">
                    <a:solidFill>
                      <a:srgbClr val="E7E7E7"/>
                    </a:solidFill>
                  </a:tcPr>
                </a:tc>
                <a:extLst>
                  <a:ext uri="{0D108BD9-81ED-4DB2-BD59-A6C34878D82A}">
                    <a16:rowId xmlns:a16="http://schemas.microsoft.com/office/drawing/2014/main" val="10003"/>
                  </a:ext>
                </a:extLst>
              </a:tr>
              <a:tr h="432231">
                <a:tc>
                  <a:txBody>
                    <a:bodyPr/>
                    <a:lstStyle/>
                    <a:p>
                      <a:pPr marL="91440">
                        <a:lnSpc>
                          <a:spcPct val="100000"/>
                        </a:lnSpc>
                        <a:spcBef>
                          <a:spcPts val="305"/>
                        </a:spcBef>
                      </a:pPr>
                      <a:r>
                        <a:rPr sz="2000" dirty="0">
                          <a:latin typeface="Franklin Gothic Medium"/>
                          <a:cs typeface="Franklin Gothic Medium"/>
                        </a:rPr>
                        <a:t>\t</a:t>
                      </a:r>
                      <a:endParaRPr sz="2000">
                        <a:latin typeface="Franklin Gothic Medium"/>
                        <a:cs typeface="Franklin Gothic Medium"/>
                      </a:endParaRPr>
                    </a:p>
                  </a:txBody>
                  <a:tcPr marL="0" marR="0" marT="38735" marB="0"/>
                </a:tc>
                <a:tc>
                  <a:txBody>
                    <a:bodyPr/>
                    <a:lstStyle/>
                    <a:p>
                      <a:pPr marL="631190">
                        <a:lnSpc>
                          <a:spcPct val="100000"/>
                        </a:lnSpc>
                        <a:spcBef>
                          <a:spcPts val="305"/>
                        </a:spcBef>
                      </a:pPr>
                      <a:r>
                        <a:rPr sz="2000" dirty="0">
                          <a:latin typeface="Franklin Gothic Medium"/>
                          <a:cs typeface="Franklin Gothic Medium"/>
                        </a:rPr>
                        <a:t>Horizontal</a:t>
                      </a:r>
                      <a:r>
                        <a:rPr sz="2000" spc="-45" dirty="0">
                          <a:latin typeface="Franklin Gothic Medium"/>
                          <a:cs typeface="Franklin Gothic Medium"/>
                        </a:rPr>
                        <a:t> </a:t>
                      </a:r>
                      <a:r>
                        <a:rPr sz="2000" spc="-5" dirty="0">
                          <a:latin typeface="Franklin Gothic Medium"/>
                          <a:cs typeface="Franklin Gothic Medium"/>
                        </a:rPr>
                        <a:t>tab</a:t>
                      </a:r>
                      <a:endParaRPr sz="2000">
                        <a:latin typeface="Franklin Gothic Medium"/>
                        <a:cs typeface="Franklin Gothic Medium"/>
                      </a:endParaRPr>
                    </a:p>
                  </a:txBody>
                  <a:tcPr marL="0" marR="0" marT="38735" marB="0"/>
                </a:tc>
                <a:extLst>
                  <a:ext uri="{0D108BD9-81ED-4DB2-BD59-A6C34878D82A}">
                    <a16:rowId xmlns:a16="http://schemas.microsoft.com/office/drawing/2014/main" val="10004"/>
                  </a:ext>
                </a:extLst>
              </a:tr>
              <a:tr h="432257">
                <a:tc>
                  <a:txBody>
                    <a:bodyPr/>
                    <a:lstStyle/>
                    <a:p>
                      <a:pPr marL="91440">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solidFill>
                      <a:srgbClr val="E7E7E7"/>
                    </a:solidFill>
                  </a:tcPr>
                </a:tc>
                <a:tc>
                  <a:txBody>
                    <a:bodyPr/>
                    <a:lstStyle/>
                    <a:p>
                      <a:pPr marL="631190">
                        <a:lnSpc>
                          <a:spcPct val="100000"/>
                        </a:lnSpc>
                        <a:spcBef>
                          <a:spcPts val="310"/>
                        </a:spcBef>
                      </a:pPr>
                      <a:r>
                        <a:rPr sz="2000" dirty="0">
                          <a:latin typeface="Franklin Gothic Medium"/>
                          <a:cs typeface="Franklin Gothic Medium"/>
                        </a:rPr>
                        <a:t>Double</a:t>
                      </a:r>
                      <a:r>
                        <a:rPr sz="2000" spc="-35" dirty="0">
                          <a:latin typeface="Franklin Gothic Medium"/>
                          <a:cs typeface="Franklin Gothic Medium"/>
                        </a:rPr>
                        <a:t> </a:t>
                      </a:r>
                      <a:r>
                        <a:rPr sz="2000" spc="-10" dirty="0">
                          <a:latin typeface="Franklin Gothic Medium"/>
                          <a:cs typeface="Franklin Gothic Medium"/>
                        </a:rPr>
                        <a:t>quote</a:t>
                      </a:r>
                      <a:endParaRPr sz="2000">
                        <a:latin typeface="Franklin Gothic Medium"/>
                        <a:cs typeface="Franklin Gothic Medium"/>
                      </a:endParaRPr>
                    </a:p>
                  </a:txBody>
                  <a:tcPr marL="0" marR="0" marT="39370" marB="0">
                    <a:solidFill>
                      <a:srgbClr val="E7E7E7"/>
                    </a:solidFill>
                  </a:tcPr>
                </a:tc>
                <a:extLst>
                  <a:ext uri="{0D108BD9-81ED-4DB2-BD59-A6C34878D82A}">
                    <a16:rowId xmlns:a16="http://schemas.microsoft.com/office/drawing/2014/main" val="10005"/>
                  </a:ext>
                </a:extLst>
              </a:tr>
              <a:tr h="432295">
                <a:tc>
                  <a:txBody>
                    <a:bodyPr/>
                    <a:lstStyle/>
                    <a:p>
                      <a:pPr marL="91440">
                        <a:lnSpc>
                          <a:spcPct val="100000"/>
                        </a:lnSpc>
                        <a:spcBef>
                          <a:spcPts val="310"/>
                        </a:spcBef>
                      </a:pPr>
                      <a:r>
                        <a:rPr sz="2000" spc="-5" dirty="0">
                          <a:latin typeface="Franklin Gothic Medium"/>
                          <a:cs typeface="Franklin Gothic Medium"/>
                        </a:rPr>
                        <a:t>\’</a:t>
                      </a:r>
                      <a:endParaRPr sz="2000">
                        <a:latin typeface="Franklin Gothic Medium"/>
                        <a:cs typeface="Franklin Gothic Medium"/>
                      </a:endParaRPr>
                    </a:p>
                  </a:txBody>
                  <a:tcPr marL="0" marR="0" marT="39370" marB="0"/>
                </a:tc>
                <a:tc>
                  <a:txBody>
                    <a:bodyPr/>
                    <a:lstStyle/>
                    <a:p>
                      <a:pPr marL="631190">
                        <a:lnSpc>
                          <a:spcPct val="100000"/>
                        </a:lnSpc>
                        <a:spcBef>
                          <a:spcPts val="310"/>
                        </a:spcBef>
                      </a:pPr>
                      <a:r>
                        <a:rPr sz="2000" dirty="0">
                          <a:latin typeface="Franklin Gothic Medium"/>
                          <a:cs typeface="Franklin Gothic Medium"/>
                        </a:rPr>
                        <a:t>Single</a:t>
                      </a:r>
                      <a:r>
                        <a:rPr sz="2000" spc="-50" dirty="0">
                          <a:latin typeface="Franklin Gothic Medium"/>
                          <a:cs typeface="Franklin Gothic Medium"/>
                        </a:rPr>
                        <a:t> </a:t>
                      </a:r>
                      <a:r>
                        <a:rPr sz="2000" spc="-10" dirty="0">
                          <a:latin typeface="Franklin Gothic Medium"/>
                          <a:cs typeface="Franklin Gothic Medium"/>
                        </a:rPr>
                        <a:t>quote</a:t>
                      </a:r>
                      <a:endParaRPr sz="2000">
                        <a:latin typeface="Franklin Gothic Medium"/>
                        <a:cs typeface="Franklin Gothic Medium"/>
                      </a:endParaRPr>
                    </a:p>
                  </a:txBody>
                  <a:tcPr marL="0" marR="0" marT="39370" marB="0"/>
                </a:tc>
                <a:extLst>
                  <a:ext uri="{0D108BD9-81ED-4DB2-BD59-A6C34878D82A}">
                    <a16:rowId xmlns:a16="http://schemas.microsoft.com/office/drawing/2014/main" val="10006"/>
                  </a:ext>
                </a:extLst>
              </a:tr>
              <a:tr h="432257">
                <a:tc>
                  <a:txBody>
                    <a:bodyPr/>
                    <a:lstStyle/>
                    <a:p>
                      <a:pPr marL="91440">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solidFill>
                      <a:srgbClr val="E7E7E7"/>
                    </a:solidFill>
                  </a:tcPr>
                </a:tc>
                <a:tc>
                  <a:txBody>
                    <a:bodyPr/>
                    <a:lstStyle/>
                    <a:p>
                      <a:pPr marL="631190">
                        <a:lnSpc>
                          <a:spcPct val="100000"/>
                        </a:lnSpc>
                        <a:spcBef>
                          <a:spcPts val="310"/>
                        </a:spcBef>
                        <a:tabLst>
                          <a:tab pos="943610" algn="l"/>
                        </a:tabLst>
                      </a:pPr>
                      <a:r>
                        <a:rPr sz="2000" dirty="0">
                          <a:latin typeface="Franklin Gothic Medium"/>
                          <a:cs typeface="Franklin Gothic Medium"/>
                        </a:rPr>
                        <a:t>\	</a:t>
                      </a:r>
                      <a:r>
                        <a:rPr sz="2000" spc="-5" dirty="0">
                          <a:latin typeface="Franklin Gothic Medium"/>
                          <a:cs typeface="Franklin Gothic Medium"/>
                        </a:rPr>
                        <a:t>(backslash)</a:t>
                      </a:r>
                      <a:endParaRPr sz="2000">
                        <a:latin typeface="Franklin Gothic Medium"/>
                        <a:cs typeface="Franklin Gothic Medium"/>
                      </a:endParaRPr>
                    </a:p>
                  </a:txBody>
                  <a:tcPr marL="0" marR="0" marT="39370" marB="0">
                    <a:solidFill>
                      <a:srgbClr val="E7E7E7"/>
                    </a:solidFill>
                  </a:tcPr>
                </a:tc>
                <a:extLst>
                  <a:ext uri="{0D108BD9-81ED-4DB2-BD59-A6C34878D82A}">
                    <a16:rowId xmlns:a16="http://schemas.microsoft.com/office/drawing/2014/main" val="10007"/>
                  </a:ext>
                </a:extLst>
              </a:tr>
              <a:tr h="432269">
                <a:tc>
                  <a:txBody>
                    <a:bodyPr/>
                    <a:lstStyle/>
                    <a:p>
                      <a:pPr marL="91440">
                        <a:lnSpc>
                          <a:spcPct val="100000"/>
                        </a:lnSpc>
                        <a:spcBef>
                          <a:spcPts val="310"/>
                        </a:spcBef>
                      </a:pPr>
                      <a:r>
                        <a:rPr sz="2000" dirty="0">
                          <a:latin typeface="Franklin Gothic Medium"/>
                          <a:cs typeface="Franklin Gothic Medium"/>
                        </a:rPr>
                        <a:t>\0</a:t>
                      </a:r>
                      <a:endParaRPr sz="2000">
                        <a:latin typeface="Franklin Gothic Medium"/>
                        <a:cs typeface="Franklin Gothic Medium"/>
                      </a:endParaRPr>
                    </a:p>
                  </a:txBody>
                  <a:tcPr marL="0" marR="0" marT="39370" marB="0">
                    <a:lnB w="28575">
                      <a:solidFill>
                        <a:srgbClr val="000000"/>
                      </a:solidFill>
                      <a:prstDash val="solid"/>
                    </a:lnB>
                  </a:tcPr>
                </a:tc>
                <a:tc>
                  <a:txBody>
                    <a:bodyPr/>
                    <a:lstStyle/>
                    <a:p>
                      <a:pPr marL="631190">
                        <a:lnSpc>
                          <a:spcPct val="100000"/>
                        </a:lnSpc>
                        <a:spcBef>
                          <a:spcPts val="310"/>
                        </a:spcBef>
                      </a:pPr>
                      <a:r>
                        <a:rPr sz="2000" dirty="0">
                          <a:latin typeface="Franklin Gothic Medium"/>
                          <a:cs typeface="Franklin Gothic Medium"/>
                        </a:rPr>
                        <a:t>Null</a:t>
                      </a:r>
                      <a:r>
                        <a:rPr sz="2000" spc="-55" dirty="0">
                          <a:latin typeface="Franklin Gothic Medium"/>
                          <a:cs typeface="Franklin Gothic Medium"/>
                        </a:rPr>
                        <a:t> </a:t>
                      </a:r>
                      <a:r>
                        <a:rPr sz="2000" dirty="0">
                          <a:latin typeface="Franklin Gothic Medium"/>
                          <a:cs typeface="Franklin Gothic Medium"/>
                        </a:rPr>
                        <a:t>character</a:t>
                      </a:r>
                      <a:endParaRPr sz="2000">
                        <a:latin typeface="Franklin Gothic Medium"/>
                        <a:cs typeface="Franklin Gothic Medium"/>
                      </a:endParaRPr>
                    </a:p>
                  </a:txBody>
                  <a:tcPr marL="0" marR="0" marT="39370" marB="0">
                    <a:lnB w="28575">
                      <a:solidFill>
                        <a:srgbClr val="000000"/>
                      </a:solidFill>
                      <a:prstDash val="solid"/>
                    </a:lnB>
                  </a:tcPr>
                </a:tc>
                <a:extLst>
                  <a:ext uri="{0D108BD9-81ED-4DB2-BD59-A6C34878D82A}">
                    <a16:rowId xmlns:a16="http://schemas.microsoft.com/office/drawing/2014/main" val="10008"/>
                  </a:ext>
                </a:extLst>
              </a:tr>
            </a:tbl>
          </a:graphicData>
        </a:graphic>
      </p:graphicFrame>
      <p:sp>
        <p:nvSpPr>
          <p:cNvPr id="8" name="object 8"/>
          <p:cNvSpPr txBox="1"/>
          <p:nvPr/>
        </p:nvSpPr>
        <p:spPr>
          <a:xfrm>
            <a:off x="185724" y="180594"/>
            <a:ext cx="52349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Franklin Gothic Medium"/>
                <a:cs typeface="Franklin Gothic Medium"/>
              </a:rPr>
              <a:t>Backslash</a:t>
            </a:r>
            <a:r>
              <a:rPr sz="2400" spc="-4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constants</a:t>
            </a:r>
            <a:r>
              <a:rPr sz="2400" spc="-40" dirty="0">
                <a:solidFill>
                  <a:srgbClr val="C00000"/>
                </a:solidFill>
                <a:latin typeface="Franklin Gothic Medium"/>
                <a:cs typeface="Franklin Gothic Medium"/>
              </a:rPr>
              <a:t> </a:t>
            </a:r>
            <a:r>
              <a:rPr sz="2400" dirty="0">
                <a:solidFill>
                  <a:srgbClr val="C00000"/>
                </a:solidFill>
                <a:latin typeface="Franklin Gothic Medium"/>
                <a:cs typeface="Franklin Gothic Medium"/>
              </a:rPr>
              <a:t>(Escape</a:t>
            </a:r>
            <a:r>
              <a:rPr sz="2400" spc="-30" dirty="0">
                <a:solidFill>
                  <a:srgbClr val="C00000"/>
                </a:solidFill>
                <a:latin typeface="Franklin Gothic Medium"/>
                <a:cs typeface="Franklin Gothic Medium"/>
              </a:rPr>
              <a:t> </a:t>
            </a:r>
            <a:r>
              <a:rPr sz="2400" dirty="0">
                <a:solidFill>
                  <a:srgbClr val="C00000"/>
                </a:solidFill>
                <a:latin typeface="Franklin Gothic Medium"/>
                <a:cs typeface="Franklin Gothic Medium"/>
              </a:rPr>
              <a:t>sequence)</a:t>
            </a:r>
            <a:endParaRPr sz="2400">
              <a:latin typeface="Franklin Gothic Medium"/>
              <a:cs typeface="Franklin Gothic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185724" y="180594"/>
            <a:ext cx="129349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C00000"/>
                </a:solidFill>
                <a:latin typeface="Franklin Gothic Medium"/>
                <a:cs typeface="Franklin Gothic Medium"/>
              </a:rPr>
              <a:t>E</a:t>
            </a:r>
            <a:r>
              <a:rPr sz="2400" spc="-5" dirty="0">
                <a:solidFill>
                  <a:srgbClr val="C00000"/>
                </a:solidFill>
                <a:latin typeface="Franklin Gothic Medium"/>
                <a:cs typeface="Franklin Gothic Medium"/>
              </a:rPr>
              <a:t>x</a:t>
            </a:r>
            <a:r>
              <a:rPr sz="2400" dirty="0">
                <a:solidFill>
                  <a:srgbClr val="C00000"/>
                </a:solidFill>
                <a:latin typeface="Franklin Gothic Medium"/>
                <a:cs typeface="Franklin Gothic Medium"/>
              </a:rPr>
              <a:t>a</a:t>
            </a:r>
            <a:r>
              <a:rPr sz="2400" spc="5" dirty="0">
                <a:solidFill>
                  <a:srgbClr val="C00000"/>
                </a:solidFill>
                <a:latin typeface="Franklin Gothic Medium"/>
                <a:cs typeface="Franklin Gothic Medium"/>
              </a:rPr>
              <a:t>m</a:t>
            </a:r>
            <a:r>
              <a:rPr sz="2400" dirty="0">
                <a:solidFill>
                  <a:srgbClr val="C00000"/>
                </a:solidFill>
                <a:latin typeface="Franklin Gothic Medium"/>
                <a:cs typeface="Franklin Gothic Medium"/>
              </a:rPr>
              <a:t>ples</a:t>
            </a:r>
            <a:endParaRPr sz="2400">
              <a:latin typeface="Franklin Gothic Medium"/>
              <a:cs typeface="Franklin Gothic Medium"/>
            </a:endParaRPr>
          </a:p>
        </p:txBody>
      </p:sp>
      <p:sp>
        <p:nvSpPr>
          <p:cNvPr id="7" name="object 7"/>
          <p:cNvSpPr txBox="1"/>
          <p:nvPr/>
        </p:nvSpPr>
        <p:spPr>
          <a:xfrm>
            <a:off x="472440" y="832103"/>
            <a:ext cx="6324600" cy="3267710"/>
          </a:xfrm>
          <a:prstGeom prst="rect">
            <a:avLst/>
          </a:prstGeom>
          <a:ln w="9525">
            <a:solidFill>
              <a:srgbClr val="000099"/>
            </a:solidFill>
          </a:ln>
        </p:spPr>
        <p:txBody>
          <a:bodyPr vert="horz" wrap="square" lIns="0" tIns="135255" rIns="0" bIns="0" rtlCol="0">
            <a:spAutoFit/>
          </a:bodyPr>
          <a:lstStyle/>
          <a:p>
            <a:pPr marL="92075">
              <a:lnSpc>
                <a:spcPct val="100000"/>
              </a:lnSpc>
              <a:spcBef>
                <a:spcPts val="1065"/>
              </a:spcBef>
            </a:pPr>
            <a:r>
              <a:rPr sz="2000" spc="20" dirty="0">
                <a:solidFill>
                  <a:srgbClr val="C00000"/>
                </a:solidFill>
                <a:latin typeface="Franklin Gothic Medium"/>
                <a:cs typeface="Franklin Gothic Medium"/>
              </a:rPr>
              <a:t>1.</a:t>
            </a:r>
            <a:endParaRPr sz="2000">
              <a:latin typeface="Franklin Gothic Medium"/>
              <a:cs typeface="Franklin Gothic Medium"/>
            </a:endParaRPr>
          </a:p>
          <a:p>
            <a:pPr marL="92075">
              <a:lnSpc>
                <a:spcPct val="100000"/>
              </a:lnSpc>
              <a:spcBef>
                <a:spcPts val="1200"/>
              </a:spcBef>
            </a:pPr>
            <a:r>
              <a:rPr sz="2000" spc="-5" dirty="0">
                <a:latin typeface="Franklin Gothic Medium"/>
                <a:cs typeface="Franklin Gothic Medium"/>
              </a:rPr>
              <a:t>#include&lt;stdio.h&gt;</a:t>
            </a:r>
            <a:endParaRPr sz="2000">
              <a:latin typeface="Franklin Gothic Medium"/>
              <a:cs typeface="Franklin Gothic Medium"/>
            </a:endParaRPr>
          </a:p>
          <a:p>
            <a:pPr marL="92075">
              <a:lnSpc>
                <a:spcPct val="100000"/>
              </a:lnSpc>
              <a:spcBef>
                <a:spcPts val="1200"/>
              </a:spcBef>
            </a:pPr>
            <a:r>
              <a:rPr sz="2000" dirty="0">
                <a:latin typeface="Franklin Gothic Medium"/>
                <a:cs typeface="Franklin Gothic Medium"/>
              </a:rPr>
              <a:t>void</a:t>
            </a:r>
            <a:r>
              <a:rPr sz="2000" spc="-80" dirty="0">
                <a:latin typeface="Franklin Gothic Medium"/>
                <a:cs typeface="Franklin Gothic Medium"/>
              </a:rPr>
              <a:t> </a:t>
            </a:r>
            <a:r>
              <a:rPr sz="2000" spc="-5" dirty="0">
                <a:latin typeface="Franklin Gothic Medium"/>
                <a:cs typeface="Franklin Gothic Medium"/>
              </a:rPr>
              <a:t>main()</a:t>
            </a:r>
            <a:endParaRPr sz="2000">
              <a:latin typeface="Franklin Gothic Medium"/>
              <a:cs typeface="Franklin Gothic Medium"/>
            </a:endParaRPr>
          </a:p>
          <a:p>
            <a:pPr marL="92075">
              <a:lnSpc>
                <a:spcPct val="100000"/>
              </a:lnSpc>
              <a:spcBef>
                <a:spcPts val="1205"/>
              </a:spcBef>
            </a:pPr>
            <a:r>
              <a:rPr sz="2000" dirty="0">
                <a:latin typeface="Franklin Gothic Medium"/>
                <a:cs typeface="Franklin Gothic Medium"/>
              </a:rPr>
              <a:t>{</a:t>
            </a:r>
            <a:endParaRPr sz="2000">
              <a:latin typeface="Franklin Gothic Medium"/>
              <a:cs typeface="Franklin Gothic Medium"/>
            </a:endParaRPr>
          </a:p>
          <a:p>
            <a:pPr marL="549275">
              <a:lnSpc>
                <a:spcPct val="100000"/>
              </a:lnSpc>
              <a:spcBef>
                <a:spcPts val="1200"/>
              </a:spcBef>
            </a:pPr>
            <a:r>
              <a:rPr sz="2000" spc="-5" dirty="0">
                <a:latin typeface="Franklin Gothic Medium"/>
                <a:cs typeface="Franklin Gothic Medium"/>
              </a:rPr>
              <a:t>printf(“Global</a:t>
            </a:r>
            <a:r>
              <a:rPr sz="2000" spc="-25" dirty="0">
                <a:latin typeface="Franklin Gothic Medium"/>
                <a:cs typeface="Franklin Gothic Medium"/>
              </a:rPr>
              <a:t> </a:t>
            </a:r>
            <a:r>
              <a:rPr sz="2000" spc="-5" dirty="0">
                <a:latin typeface="Franklin Gothic Medium"/>
                <a:cs typeface="Franklin Gothic Medium"/>
              </a:rPr>
              <a:t>Academy</a:t>
            </a:r>
            <a:r>
              <a:rPr sz="2000" spc="-35" dirty="0">
                <a:latin typeface="Franklin Gothic Medium"/>
                <a:cs typeface="Franklin Gothic Medium"/>
              </a:rPr>
              <a:t> </a:t>
            </a:r>
            <a:r>
              <a:rPr sz="2000" dirty="0">
                <a:latin typeface="Franklin Gothic Medium"/>
                <a:cs typeface="Franklin Gothic Medium"/>
              </a:rPr>
              <a:t>of</a:t>
            </a:r>
            <a:r>
              <a:rPr sz="2000" spc="-5" dirty="0">
                <a:latin typeface="Franklin Gothic Medium"/>
                <a:cs typeface="Franklin Gothic Medium"/>
              </a:rPr>
              <a:t> Technology\n”);</a:t>
            </a:r>
            <a:endParaRPr sz="2000">
              <a:latin typeface="Franklin Gothic Medium"/>
              <a:cs typeface="Franklin Gothic Medium"/>
            </a:endParaRPr>
          </a:p>
          <a:p>
            <a:pPr marL="549275">
              <a:lnSpc>
                <a:spcPct val="100000"/>
              </a:lnSpc>
              <a:spcBef>
                <a:spcPts val="1200"/>
              </a:spcBef>
            </a:pPr>
            <a:r>
              <a:rPr sz="2000" spc="-5" dirty="0">
                <a:latin typeface="Franklin Gothic Medium"/>
                <a:cs typeface="Franklin Gothic Medium"/>
              </a:rPr>
              <a:t>printf(“R.R.Nagar\tBangalore”);</a:t>
            </a:r>
            <a:endParaRPr sz="2000">
              <a:latin typeface="Franklin Gothic Medium"/>
              <a:cs typeface="Franklin Gothic Medium"/>
            </a:endParaRPr>
          </a:p>
          <a:p>
            <a:pPr marL="92075">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p:txBody>
      </p:sp>
      <p:sp>
        <p:nvSpPr>
          <p:cNvPr id="8" name="object 8"/>
          <p:cNvSpPr txBox="1"/>
          <p:nvPr/>
        </p:nvSpPr>
        <p:spPr>
          <a:xfrm>
            <a:off x="472440" y="4427220"/>
            <a:ext cx="6324600" cy="1323340"/>
          </a:xfrm>
          <a:prstGeom prst="rect">
            <a:avLst/>
          </a:prstGeom>
          <a:ln w="9525">
            <a:solidFill>
              <a:srgbClr val="000000"/>
            </a:solidFill>
          </a:ln>
        </p:spPr>
        <p:txBody>
          <a:bodyPr vert="horz" wrap="square" lIns="0" tIns="39369" rIns="0" bIns="0" rtlCol="0">
            <a:spAutoFit/>
          </a:bodyPr>
          <a:lstStyle/>
          <a:p>
            <a:pPr marL="92075">
              <a:lnSpc>
                <a:spcPct val="100000"/>
              </a:lnSpc>
              <a:spcBef>
                <a:spcPts val="309"/>
              </a:spcBef>
            </a:pPr>
            <a:r>
              <a:rPr sz="2000" dirty="0">
                <a:solidFill>
                  <a:srgbClr val="C00000"/>
                </a:solidFill>
                <a:latin typeface="Franklin Gothic Medium"/>
                <a:cs typeface="Franklin Gothic Medium"/>
              </a:rPr>
              <a:t>Output</a:t>
            </a:r>
            <a:endParaRPr sz="2000">
              <a:latin typeface="Franklin Gothic Medium"/>
              <a:cs typeface="Franklin Gothic Medium"/>
            </a:endParaRPr>
          </a:p>
          <a:p>
            <a:pPr marL="92075" marR="2902585">
              <a:lnSpc>
                <a:spcPct val="100000"/>
              </a:lnSpc>
              <a:tabLst>
                <a:tab pos="1920875" algn="l"/>
              </a:tabLst>
            </a:pPr>
            <a:r>
              <a:rPr sz="2000" spc="-5" dirty="0">
                <a:latin typeface="Franklin Gothic Medium"/>
                <a:cs typeface="Franklin Gothic Medium"/>
              </a:rPr>
              <a:t>Global</a:t>
            </a:r>
            <a:r>
              <a:rPr sz="2000" spc="-40" dirty="0">
                <a:latin typeface="Franklin Gothic Medium"/>
                <a:cs typeface="Franklin Gothic Medium"/>
              </a:rPr>
              <a:t> </a:t>
            </a:r>
            <a:r>
              <a:rPr sz="2000" spc="-5" dirty="0">
                <a:latin typeface="Franklin Gothic Medium"/>
                <a:cs typeface="Franklin Gothic Medium"/>
              </a:rPr>
              <a:t>Academy</a:t>
            </a:r>
            <a:r>
              <a:rPr sz="2000" spc="-55" dirty="0">
                <a:latin typeface="Franklin Gothic Medium"/>
                <a:cs typeface="Franklin Gothic Medium"/>
              </a:rPr>
              <a:t> </a:t>
            </a:r>
            <a:r>
              <a:rPr sz="2000" dirty="0">
                <a:latin typeface="Franklin Gothic Medium"/>
                <a:cs typeface="Franklin Gothic Medium"/>
              </a:rPr>
              <a:t>of</a:t>
            </a:r>
            <a:r>
              <a:rPr sz="2000" spc="-20" dirty="0">
                <a:latin typeface="Franklin Gothic Medium"/>
                <a:cs typeface="Franklin Gothic Medium"/>
              </a:rPr>
              <a:t> </a:t>
            </a:r>
            <a:r>
              <a:rPr sz="2000" spc="-10" dirty="0">
                <a:latin typeface="Franklin Gothic Medium"/>
                <a:cs typeface="Franklin Gothic Medium"/>
              </a:rPr>
              <a:t>Technology </a:t>
            </a:r>
            <a:r>
              <a:rPr sz="2000" spc="-484" dirty="0">
                <a:latin typeface="Franklin Gothic Medium"/>
                <a:cs typeface="Franklin Gothic Medium"/>
              </a:rPr>
              <a:t> </a:t>
            </a:r>
            <a:r>
              <a:rPr sz="2000" dirty="0">
                <a:latin typeface="Franklin Gothic Medium"/>
                <a:cs typeface="Franklin Gothic Medium"/>
              </a:rPr>
              <a:t>R.R.Nagar	</a:t>
            </a:r>
            <a:r>
              <a:rPr sz="2000" spc="-5" dirty="0">
                <a:latin typeface="Franklin Gothic Medium"/>
                <a:cs typeface="Franklin Gothic Medium"/>
              </a:rPr>
              <a:t>Bangalore</a:t>
            </a:r>
            <a:endParaRPr sz="2000">
              <a:latin typeface="Franklin Gothic Medium"/>
              <a:cs typeface="Franklin Gothic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483108" y="1181100"/>
            <a:ext cx="3383279" cy="1632585"/>
          </a:xfrm>
          <a:prstGeom prst="rect">
            <a:avLst/>
          </a:prstGeom>
          <a:ln w="9525">
            <a:solidFill>
              <a:srgbClr val="000000"/>
            </a:solidFill>
          </a:ln>
        </p:spPr>
        <p:txBody>
          <a:bodyPr vert="horz" wrap="square" lIns="0" tIns="39370" rIns="0" bIns="0" rtlCol="0">
            <a:spAutoFit/>
          </a:bodyPr>
          <a:lstStyle/>
          <a:p>
            <a:pPr marL="91440">
              <a:lnSpc>
                <a:spcPct val="100000"/>
              </a:lnSpc>
              <a:spcBef>
                <a:spcPts val="310"/>
              </a:spcBef>
            </a:pPr>
            <a:r>
              <a:rPr sz="2000" spc="45" dirty="0">
                <a:latin typeface="Franklin Gothic Medium"/>
                <a:cs typeface="Franklin Gothic Medium"/>
              </a:rPr>
              <a:t>1.</a:t>
            </a:r>
            <a:endParaRPr sz="2000">
              <a:latin typeface="Franklin Gothic Medium"/>
              <a:cs typeface="Franklin Gothic Medium"/>
            </a:endParaRPr>
          </a:p>
          <a:p>
            <a:pPr marL="91440" marR="1457960" algn="just">
              <a:lnSpc>
                <a:spcPct val="100000"/>
              </a:lnSpc>
              <a:spcBef>
                <a:spcPts val="5"/>
              </a:spcBef>
            </a:pPr>
            <a:r>
              <a:rPr sz="2000" spc="-5" dirty="0">
                <a:latin typeface="Franklin Gothic Medium"/>
                <a:cs typeface="Franklin Gothic Medium"/>
              </a:rPr>
              <a:t>Students’ </a:t>
            </a:r>
            <a:r>
              <a:rPr sz="2000" dirty="0">
                <a:latin typeface="Franklin Gothic Medium"/>
                <a:cs typeface="Franklin Gothic Medium"/>
              </a:rPr>
              <a:t>of </a:t>
            </a:r>
            <a:r>
              <a:rPr sz="2000" spc="-35" dirty="0">
                <a:latin typeface="Franklin Gothic Medium"/>
                <a:cs typeface="Franklin Gothic Medium"/>
              </a:rPr>
              <a:t>GAT </a:t>
            </a:r>
            <a:r>
              <a:rPr sz="2000" spc="-484" dirty="0">
                <a:latin typeface="Franklin Gothic Medium"/>
                <a:cs typeface="Franklin Gothic Medium"/>
              </a:rPr>
              <a:t> </a:t>
            </a:r>
            <a:r>
              <a:rPr sz="2000" spc="-5" dirty="0">
                <a:latin typeface="Franklin Gothic Medium"/>
                <a:cs typeface="Franklin Gothic Medium"/>
              </a:rPr>
              <a:t>Semester</a:t>
            </a:r>
            <a:r>
              <a:rPr sz="2000" dirty="0">
                <a:latin typeface="Franklin Gothic Medium"/>
                <a:cs typeface="Franklin Gothic Medium"/>
              </a:rPr>
              <a:t> I \ </a:t>
            </a:r>
            <a:r>
              <a:rPr sz="2000" spc="5" dirty="0">
                <a:latin typeface="Franklin Gothic Medium"/>
                <a:cs typeface="Franklin Gothic Medium"/>
              </a:rPr>
              <a:t>II </a:t>
            </a:r>
            <a:r>
              <a:rPr sz="2000" spc="-484" dirty="0">
                <a:latin typeface="Franklin Gothic Medium"/>
                <a:cs typeface="Franklin Gothic Medium"/>
              </a:rPr>
              <a:t> </a:t>
            </a:r>
            <a:r>
              <a:rPr sz="2000" spc="-5" dirty="0">
                <a:latin typeface="Franklin Gothic Medium"/>
                <a:cs typeface="Franklin Gothic Medium"/>
              </a:rPr>
              <a:t>“Bangalore”</a:t>
            </a:r>
            <a:endParaRPr sz="2000">
              <a:latin typeface="Franklin Gothic Medium"/>
              <a:cs typeface="Franklin Gothic Medium"/>
            </a:endParaRPr>
          </a:p>
        </p:txBody>
      </p:sp>
      <p:sp>
        <p:nvSpPr>
          <p:cNvPr id="7" name="object 7"/>
          <p:cNvSpPr/>
          <p:nvPr/>
        </p:nvSpPr>
        <p:spPr>
          <a:xfrm>
            <a:off x="483108" y="3121151"/>
            <a:ext cx="3383279" cy="2555875"/>
          </a:xfrm>
          <a:custGeom>
            <a:avLst/>
            <a:gdLst/>
            <a:ahLst/>
            <a:cxnLst/>
            <a:rect l="l" t="t" r="r" b="b"/>
            <a:pathLst>
              <a:path w="3383279" h="2555875">
                <a:moveTo>
                  <a:pt x="0" y="2555748"/>
                </a:moveTo>
                <a:lnTo>
                  <a:pt x="3383279" y="2555748"/>
                </a:lnTo>
                <a:lnTo>
                  <a:pt x="3383279" y="0"/>
                </a:lnTo>
                <a:lnTo>
                  <a:pt x="0" y="0"/>
                </a:lnTo>
                <a:lnTo>
                  <a:pt x="0" y="2555748"/>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574548" y="3147822"/>
            <a:ext cx="2040255" cy="2160270"/>
          </a:xfrm>
          <a:prstGeom prst="rect">
            <a:avLst/>
          </a:prstGeom>
        </p:spPr>
        <p:txBody>
          <a:bodyPr vert="horz" wrap="square" lIns="0" tIns="13335" rIns="0" bIns="0" rtlCol="0">
            <a:spAutoFit/>
          </a:bodyPr>
          <a:lstStyle/>
          <a:p>
            <a:pPr>
              <a:lnSpc>
                <a:spcPct val="100000"/>
              </a:lnSpc>
              <a:spcBef>
                <a:spcPts val="105"/>
              </a:spcBef>
            </a:pPr>
            <a:r>
              <a:rPr sz="2000" dirty="0">
                <a:latin typeface="Franklin Gothic Medium"/>
                <a:cs typeface="Franklin Gothic Medium"/>
              </a:rPr>
              <a:t>2.</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Ma</a:t>
            </a:r>
            <a:r>
              <a:rPr sz="2000" spc="-20" dirty="0">
                <a:latin typeface="Franklin Gothic Medium"/>
                <a:cs typeface="Franklin Gothic Medium"/>
              </a:rPr>
              <a:t>r</a:t>
            </a:r>
            <a:r>
              <a:rPr sz="2000" spc="-5" dirty="0">
                <a:latin typeface="Franklin Gothic Medium"/>
                <a:cs typeface="Franklin Gothic Medium"/>
              </a:rPr>
              <a:t>k</a:t>
            </a:r>
            <a:r>
              <a:rPr sz="2000" dirty="0">
                <a:latin typeface="Franklin Gothic Medium"/>
                <a:cs typeface="Franklin Gothic Medium"/>
              </a:rPr>
              <a:t>s	</a:t>
            </a:r>
            <a:r>
              <a:rPr sz="2000" spc="-5" dirty="0">
                <a:latin typeface="Franklin Gothic Medium"/>
                <a:cs typeface="Franklin Gothic Medium"/>
              </a:rPr>
              <a:t>G</a:t>
            </a:r>
            <a:r>
              <a:rPr sz="2000" spc="-10" dirty="0">
                <a:latin typeface="Franklin Gothic Medium"/>
                <a:cs typeface="Franklin Gothic Medium"/>
              </a:rPr>
              <a:t>r</a:t>
            </a:r>
            <a:r>
              <a:rPr sz="2000" dirty="0">
                <a:latin typeface="Franklin Gothic Medium"/>
                <a:cs typeface="Franklin Gothic Medium"/>
              </a:rPr>
              <a:t>ade</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75</a:t>
            </a:r>
            <a:r>
              <a:rPr sz="2000" spc="-10" dirty="0">
                <a:latin typeface="Franklin Gothic Medium"/>
                <a:cs typeface="Franklin Gothic Medium"/>
              </a:rPr>
              <a:t> </a:t>
            </a:r>
            <a:r>
              <a:rPr sz="2000" dirty="0">
                <a:latin typeface="Franklin Gothic Medium"/>
                <a:cs typeface="Franklin Gothic Medium"/>
              </a:rPr>
              <a:t>–</a:t>
            </a:r>
            <a:r>
              <a:rPr sz="2000" spc="5" dirty="0">
                <a:latin typeface="Franklin Gothic Medium"/>
                <a:cs typeface="Franklin Gothic Medium"/>
              </a:rPr>
              <a:t> </a:t>
            </a:r>
            <a:r>
              <a:rPr sz="2000" spc="-10" dirty="0">
                <a:latin typeface="Franklin Gothic Medium"/>
                <a:cs typeface="Franklin Gothic Medium"/>
              </a:rPr>
              <a:t>100	</a:t>
            </a:r>
            <a:r>
              <a:rPr sz="2000" dirty="0">
                <a:latin typeface="Franklin Gothic Medium"/>
                <a:cs typeface="Franklin Gothic Medium"/>
              </a:rPr>
              <a:t>A</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60</a:t>
            </a:r>
            <a:r>
              <a:rPr sz="2000" spc="-10" dirty="0">
                <a:latin typeface="Franklin Gothic Medium"/>
                <a:cs typeface="Franklin Gothic Medium"/>
              </a:rPr>
              <a:t> </a:t>
            </a:r>
            <a:r>
              <a:rPr sz="2000" dirty="0">
                <a:latin typeface="Franklin Gothic Medium"/>
                <a:cs typeface="Franklin Gothic Medium"/>
              </a:rPr>
              <a:t>–</a:t>
            </a:r>
            <a:r>
              <a:rPr sz="2000" spc="5" dirty="0">
                <a:latin typeface="Franklin Gothic Medium"/>
                <a:cs typeface="Franklin Gothic Medium"/>
              </a:rPr>
              <a:t> </a:t>
            </a:r>
            <a:r>
              <a:rPr sz="2000" spc="-85" dirty="0">
                <a:latin typeface="Franklin Gothic Medium"/>
                <a:cs typeface="Franklin Gothic Medium"/>
              </a:rPr>
              <a:t>74	</a:t>
            </a:r>
            <a:r>
              <a:rPr sz="2000" dirty="0">
                <a:latin typeface="Franklin Gothic Medium"/>
                <a:cs typeface="Franklin Gothic Medium"/>
              </a:rPr>
              <a:t>B</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50</a:t>
            </a:r>
            <a:r>
              <a:rPr sz="2000" spc="-10" dirty="0">
                <a:latin typeface="Franklin Gothic Medium"/>
                <a:cs typeface="Franklin Gothic Medium"/>
              </a:rPr>
              <a:t> </a:t>
            </a:r>
            <a:r>
              <a:rPr sz="2000" dirty="0">
                <a:latin typeface="Franklin Gothic Medium"/>
                <a:cs typeface="Franklin Gothic Medium"/>
              </a:rPr>
              <a:t>–</a:t>
            </a:r>
            <a:r>
              <a:rPr sz="2000" spc="5" dirty="0">
                <a:latin typeface="Franklin Gothic Medium"/>
                <a:cs typeface="Franklin Gothic Medium"/>
              </a:rPr>
              <a:t> </a:t>
            </a:r>
            <a:r>
              <a:rPr sz="2000" dirty="0">
                <a:latin typeface="Franklin Gothic Medium"/>
                <a:cs typeface="Franklin Gothic Medium"/>
              </a:rPr>
              <a:t>59	C</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40</a:t>
            </a:r>
            <a:r>
              <a:rPr sz="2000" spc="-10" dirty="0">
                <a:latin typeface="Franklin Gothic Medium"/>
                <a:cs typeface="Franklin Gothic Medium"/>
              </a:rPr>
              <a:t> </a:t>
            </a:r>
            <a:r>
              <a:rPr sz="2000" dirty="0">
                <a:latin typeface="Franklin Gothic Medium"/>
                <a:cs typeface="Franklin Gothic Medium"/>
              </a:rPr>
              <a:t>–</a:t>
            </a:r>
            <a:r>
              <a:rPr sz="2000" spc="5" dirty="0">
                <a:latin typeface="Franklin Gothic Medium"/>
                <a:cs typeface="Franklin Gothic Medium"/>
              </a:rPr>
              <a:t> </a:t>
            </a:r>
            <a:r>
              <a:rPr sz="2000" dirty="0">
                <a:latin typeface="Franklin Gothic Medium"/>
                <a:cs typeface="Franklin Gothic Medium"/>
              </a:rPr>
              <a:t>49	D</a:t>
            </a:r>
            <a:endParaRPr sz="2000">
              <a:latin typeface="Franklin Gothic Medium"/>
              <a:cs typeface="Franklin Gothic Medium"/>
            </a:endParaRPr>
          </a:p>
          <a:p>
            <a:pPr>
              <a:lnSpc>
                <a:spcPct val="100000"/>
              </a:lnSpc>
              <a:tabLst>
                <a:tab pos="1371600" algn="l"/>
              </a:tabLst>
            </a:pPr>
            <a:r>
              <a:rPr sz="2000" dirty="0">
                <a:latin typeface="Franklin Gothic Medium"/>
                <a:cs typeface="Franklin Gothic Medium"/>
              </a:rPr>
              <a:t>&lt;40	E</a:t>
            </a:r>
            <a:endParaRPr sz="2000">
              <a:latin typeface="Franklin Gothic Medium"/>
              <a:cs typeface="Franklin Gothic Medium"/>
            </a:endParaRPr>
          </a:p>
        </p:txBody>
      </p:sp>
      <p:sp>
        <p:nvSpPr>
          <p:cNvPr id="9" name="object 9"/>
          <p:cNvSpPr txBox="1"/>
          <p:nvPr/>
        </p:nvSpPr>
        <p:spPr>
          <a:xfrm>
            <a:off x="442671" y="344551"/>
            <a:ext cx="4958080" cy="330835"/>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C00000"/>
                </a:solidFill>
                <a:latin typeface="Franklin Gothic Medium"/>
                <a:cs typeface="Franklin Gothic Medium"/>
              </a:rPr>
              <a:t>Write</a:t>
            </a:r>
            <a:r>
              <a:rPr sz="2000" spc="-50" dirty="0">
                <a:solidFill>
                  <a:srgbClr val="C00000"/>
                </a:solidFill>
                <a:latin typeface="Franklin Gothic Medium"/>
                <a:cs typeface="Franklin Gothic Medium"/>
              </a:rPr>
              <a:t> </a:t>
            </a:r>
            <a:r>
              <a:rPr sz="2000" dirty="0">
                <a:solidFill>
                  <a:srgbClr val="C00000"/>
                </a:solidFill>
                <a:latin typeface="Franklin Gothic Medium"/>
                <a:cs typeface="Franklin Gothic Medium"/>
              </a:rPr>
              <a:t>C programs</a:t>
            </a:r>
            <a:r>
              <a:rPr sz="2000" spc="-35" dirty="0">
                <a:solidFill>
                  <a:srgbClr val="C00000"/>
                </a:solidFill>
                <a:latin typeface="Franklin Gothic Medium"/>
                <a:cs typeface="Franklin Gothic Medium"/>
              </a:rPr>
              <a:t> </a:t>
            </a:r>
            <a:r>
              <a:rPr sz="2000" spc="-15" dirty="0">
                <a:solidFill>
                  <a:srgbClr val="C00000"/>
                </a:solidFill>
                <a:latin typeface="Franklin Gothic Medium"/>
                <a:cs typeface="Franklin Gothic Medium"/>
              </a:rPr>
              <a:t>to</a:t>
            </a:r>
            <a:r>
              <a:rPr sz="2000" spc="-20" dirty="0">
                <a:solidFill>
                  <a:srgbClr val="C00000"/>
                </a:solidFill>
                <a:latin typeface="Franklin Gothic Medium"/>
                <a:cs typeface="Franklin Gothic Medium"/>
              </a:rPr>
              <a:t> </a:t>
            </a:r>
            <a:r>
              <a:rPr sz="2000" spc="5" dirty="0">
                <a:solidFill>
                  <a:srgbClr val="C00000"/>
                </a:solidFill>
                <a:latin typeface="Franklin Gothic Medium"/>
                <a:cs typeface="Franklin Gothic Medium"/>
              </a:rPr>
              <a:t>get</a:t>
            </a:r>
            <a:r>
              <a:rPr sz="2000" spc="-35" dirty="0">
                <a:solidFill>
                  <a:srgbClr val="C00000"/>
                </a:solidFill>
                <a:latin typeface="Franklin Gothic Medium"/>
                <a:cs typeface="Franklin Gothic Medium"/>
              </a:rPr>
              <a:t> </a:t>
            </a:r>
            <a:r>
              <a:rPr sz="2000" spc="10" dirty="0">
                <a:solidFill>
                  <a:srgbClr val="C00000"/>
                </a:solidFill>
                <a:latin typeface="Franklin Gothic Medium"/>
                <a:cs typeface="Franklin Gothic Medium"/>
              </a:rPr>
              <a:t>the</a:t>
            </a:r>
            <a:r>
              <a:rPr sz="2000" spc="-35" dirty="0">
                <a:solidFill>
                  <a:srgbClr val="C00000"/>
                </a:solidFill>
                <a:latin typeface="Franklin Gothic Medium"/>
                <a:cs typeface="Franklin Gothic Medium"/>
              </a:rPr>
              <a:t> </a:t>
            </a:r>
            <a:r>
              <a:rPr sz="2000" dirty="0">
                <a:solidFill>
                  <a:srgbClr val="C00000"/>
                </a:solidFill>
                <a:latin typeface="Franklin Gothic Medium"/>
                <a:cs typeface="Franklin Gothic Medium"/>
              </a:rPr>
              <a:t>following</a:t>
            </a:r>
            <a:r>
              <a:rPr sz="2000" spc="-50" dirty="0">
                <a:solidFill>
                  <a:srgbClr val="C00000"/>
                </a:solidFill>
                <a:latin typeface="Franklin Gothic Medium"/>
                <a:cs typeface="Franklin Gothic Medium"/>
              </a:rPr>
              <a:t> </a:t>
            </a:r>
            <a:r>
              <a:rPr sz="2000" dirty="0">
                <a:solidFill>
                  <a:srgbClr val="C00000"/>
                </a:solidFill>
                <a:latin typeface="Franklin Gothic Medium"/>
                <a:cs typeface="Franklin Gothic Medium"/>
              </a:rPr>
              <a:t>outputs</a:t>
            </a:r>
            <a:endParaRPr sz="2000">
              <a:latin typeface="Franklin Gothic Medium"/>
              <a:cs typeface="Franklin Gothic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648443" y="0"/>
            <a:ext cx="2470150" cy="798195"/>
            <a:chOff x="9648443" y="0"/>
            <a:chExt cx="2470150" cy="798195"/>
          </a:xfrm>
        </p:grpSpPr>
        <p:pic>
          <p:nvPicPr>
            <p:cNvPr id="3" name="object 3"/>
            <p:cNvPicPr/>
            <p:nvPr/>
          </p:nvPicPr>
          <p:blipFill>
            <a:blip r:embed="rId2" cstate="print"/>
            <a:stretch>
              <a:fillRect/>
            </a:stretch>
          </p:blipFill>
          <p:spPr>
            <a:xfrm>
              <a:off x="9890373" y="185932"/>
              <a:ext cx="2008648" cy="408143"/>
            </a:xfrm>
            <a:prstGeom prst="rect">
              <a:avLst/>
            </a:prstGeom>
          </p:spPr>
        </p:pic>
        <p:pic>
          <p:nvPicPr>
            <p:cNvPr id="4" name="object 4"/>
            <p:cNvPicPr/>
            <p:nvPr/>
          </p:nvPicPr>
          <p:blipFill>
            <a:blip r:embed="rId3" cstate="print"/>
            <a:stretch>
              <a:fillRect/>
            </a:stretch>
          </p:blipFill>
          <p:spPr>
            <a:xfrm>
              <a:off x="9648443" y="0"/>
              <a:ext cx="2469642" cy="797813"/>
            </a:xfrm>
            <a:prstGeom prst="rect">
              <a:avLst/>
            </a:prstGeom>
          </p:spPr>
        </p:pic>
      </p:grpSp>
      <p:sp>
        <p:nvSpPr>
          <p:cNvPr id="5" name="object 5"/>
          <p:cNvSpPr txBox="1">
            <a:spLocks noGrp="1"/>
          </p:cNvSpPr>
          <p:nvPr>
            <p:ph type="title"/>
          </p:nvPr>
        </p:nvSpPr>
        <p:spPr>
          <a:xfrm>
            <a:off x="9885426" y="110998"/>
            <a:ext cx="1993900"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45"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0" dirty="0">
                <a:solidFill>
                  <a:srgbClr val="FFFFFF"/>
                </a:solidFill>
                <a:latin typeface="Tahoma"/>
                <a:cs typeface="Tahoma"/>
              </a:rPr>
              <a:t>g</a:t>
            </a:r>
            <a:r>
              <a:rPr b="1" spc="-130" dirty="0">
                <a:solidFill>
                  <a:srgbClr val="FFFFFF"/>
                </a:solidFill>
                <a:latin typeface="Tahoma"/>
                <a:cs typeface="Tahoma"/>
              </a:rPr>
              <a:t>r</a:t>
            </a:r>
            <a:r>
              <a:rPr b="1" spc="-515" dirty="0">
                <a:solidFill>
                  <a:srgbClr val="FFFFFF"/>
                </a:solidFill>
                <a:latin typeface="Tahoma"/>
                <a:cs typeface="Tahoma"/>
              </a:rPr>
              <a:t>a</a:t>
            </a:r>
            <a:r>
              <a:rPr b="1" spc="-890"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185724" y="180594"/>
            <a:ext cx="129349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C00000"/>
                </a:solidFill>
                <a:latin typeface="Franklin Gothic Medium"/>
                <a:cs typeface="Franklin Gothic Medium"/>
              </a:rPr>
              <a:t>E</a:t>
            </a:r>
            <a:r>
              <a:rPr sz="2400" spc="-5" dirty="0">
                <a:solidFill>
                  <a:srgbClr val="C00000"/>
                </a:solidFill>
                <a:latin typeface="Franklin Gothic Medium"/>
                <a:cs typeface="Franklin Gothic Medium"/>
              </a:rPr>
              <a:t>x</a:t>
            </a:r>
            <a:r>
              <a:rPr sz="2400" dirty="0">
                <a:solidFill>
                  <a:srgbClr val="C00000"/>
                </a:solidFill>
                <a:latin typeface="Franklin Gothic Medium"/>
                <a:cs typeface="Franklin Gothic Medium"/>
              </a:rPr>
              <a:t>a</a:t>
            </a:r>
            <a:r>
              <a:rPr sz="2400" spc="5" dirty="0">
                <a:solidFill>
                  <a:srgbClr val="C00000"/>
                </a:solidFill>
                <a:latin typeface="Franklin Gothic Medium"/>
                <a:cs typeface="Franklin Gothic Medium"/>
              </a:rPr>
              <a:t>m</a:t>
            </a:r>
            <a:r>
              <a:rPr sz="2400" dirty="0">
                <a:solidFill>
                  <a:srgbClr val="C00000"/>
                </a:solidFill>
                <a:latin typeface="Franklin Gothic Medium"/>
                <a:cs typeface="Franklin Gothic Medium"/>
              </a:rPr>
              <a:t>ples</a:t>
            </a:r>
            <a:endParaRPr sz="2400">
              <a:latin typeface="Franklin Gothic Medium"/>
              <a:cs typeface="Franklin Gothic Medium"/>
            </a:endParaRPr>
          </a:p>
        </p:txBody>
      </p:sp>
      <p:sp>
        <p:nvSpPr>
          <p:cNvPr id="7" name="object 7"/>
          <p:cNvSpPr txBox="1"/>
          <p:nvPr/>
        </p:nvSpPr>
        <p:spPr>
          <a:xfrm>
            <a:off x="364236" y="818388"/>
            <a:ext cx="6324600" cy="2806065"/>
          </a:xfrm>
          <a:prstGeom prst="rect">
            <a:avLst/>
          </a:prstGeom>
          <a:ln w="9525">
            <a:solidFill>
              <a:srgbClr val="000099"/>
            </a:solidFill>
          </a:ln>
        </p:spPr>
        <p:txBody>
          <a:bodyPr vert="horz" wrap="square" lIns="0" tIns="134620" rIns="0" bIns="0" rtlCol="0">
            <a:spAutoFit/>
          </a:bodyPr>
          <a:lstStyle/>
          <a:p>
            <a:pPr marL="90805">
              <a:lnSpc>
                <a:spcPct val="100000"/>
              </a:lnSpc>
              <a:spcBef>
                <a:spcPts val="1060"/>
              </a:spcBef>
            </a:pPr>
            <a:r>
              <a:rPr sz="2000" spc="-5" dirty="0">
                <a:solidFill>
                  <a:srgbClr val="C00000"/>
                </a:solidFill>
                <a:latin typeface="Franklin Gothic Medium"/>
                <a:cs typeface="Franklin Gothic Medium"/>
              </a:rPr>
              <a:t>2.</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#include&lt;stdio.h&gt;</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void</a:t>
            </a:r>
            <a:r>
              <a:rPr sz="2000" spc="-70" dirty="0">
                <a:latin typeface="Franklin Gothic Medium"/>
                <a:cs typeface="Franklin Gothic Medium"/>
              </a:rPr>
              <a:t> </a:t>
            </a:r>
            <a:r>
              <a:rPr sz="2000" spc="-5" dirty="0">
                <a:latin typeface="Franklin Gothic Medium"/>
                <a:cs typeface="Franklin Gothic Medium"/>
              </a:rPr>
              <a:t>main()</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a:p>
            <a:pPr marL="548005">
              <a:lnSpc>
                <a:spcPct val="100000"/>
              </a:lnSpc>
              <a:spcBef>
                <a:spcPts val="1200"/>
              </a:spcBef>
            </a:pPr>
            <a:r>
              <a:rPr sz="2000" spc="-5" dirty="0">
                <a:latin typeface="Franklin Gothic Medium"/>
                <a:cs typeface="Franklin Gothic Medium"/>
              </a:rPr>
              <a:t>printf(“A\nA\tB\nA\tB\tC\nA\tB\tC\tD”);</a:t>
            </a:r>
            <a:endParaRPr sz="2000">
              <a:latin typeface="Franklin Gothic Medium"/>
              <a:cs typeface="Franklin Gothic Medium"/>
            </a:endParaRPr>
          </a:p>
          <a:p>
            <a:pPr marL="90805">
              <a:lnSpc>
                <a:spcPct val="100000"/>
              </a:lnSpc>
              <a:spcBef>
                <a:spcPts val="1205"/>
              </a:spcBef>
            </a:pPr>
            <a:r>
              <a:rPr sz="2000" dirty="0">
                <a:latin typeface="Franklin Gothic Medium"/>
                <a:cs typeface="Franklin Gothic Medium"/>
              </a:rPr>
              <a:t>}</a:t>
            </a:r>
            <a:endParaRPr sz="2000">
              <a:latin typeface="Franklin Gothic Medium"/>
              <a:cs typeface="Franklin Gothic Medium"/>
            </a:endParaRPr>
          </a:p>
        </p:txBody>
      </p:sp>
      <p:sp>
        <p:nvSpPr>
          <p:cNvPr id="8" name="object 8"/>
          <p:cNvSpPr/>
          <p:nvPr/>
        </p:nvSpPr>
        <p:spPr>
          <a:xfrm>
            <a:off x="364236" y="3945635"/>
            <a:ext cx="6324600" cy="1630680"/>
          </a:xfrm>
          <a:custGeom>
            <a:avLst/>
            <a:gdLst/>
            <a:ahLst/>
            <a:cxnLst/>
            <a:rect l="l" t="t" r="r" b="b"/>
            <a:pathLst>
              <a:path w="6324600" h="1630679">
                <a:moveTo>
                  <a:pt x="0" y="1630679"/>
                </a:moveTo>
                <a:lnTo>
                  <a:pt x="6324599" y="1630679"/>
                </a:lnTo>
                <a:lnTo>
                  <a:pt x="6324599" y="0"/>
                </a:lnTo>
                <a:lnTo>
                  <a:pt x="0" y="0"/>
                </a:lnTo>
                <a:lnTo>
                  <a:pt x="0" y="1630679"/>
                </a:lnTo>
                <a:close/>
              </a:path>
            </a:pathLst>
          </a:custGeom>
          <a:ln w="9525">
            <a:solidFill>
              <a:srgbClr val="000000"/>
            </a:solidFill>
          </a:ln>
        </p:spPr>
        <p:txBody>
          <a:bodyPr wrap="square" lIns="0" tIns="0" rIns="0" bIns="0" rtlCol="0"/>
          <a:lstStyle/>
          <a:p>
            <a:endParaRPr/>
          </a:p>
        </p:txBody>
      </p:sp>
      <p:sp>
        <p:nvSpPr>
          <p:cNvPr id="9" name="object 9"/>
          <p:cNvSpPr txBox="1"/>
          <p:nvPr/>
        </p:nvSpPr>
        <p:spPr>
          <a:xfrm>
            <a:off x="442671" y="3971619"/>
            <a:ext cx="1564005" cy="155130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C00000"/>
                </a:solidFill>
                <a:latin typeface="Franklin Gothic Medium"/>
                <a:cs typeface="Franklin Gothic Medium"/>
              </a:rPr>
              <a:t>Output</a:t>
            </a:r>
            <a:endParaRPr sz="2000">
              <a:latin typeface="Franklin Gothic Medium"/>
              <a:cs typeface="Franklin Gothic Medium"/>
            </a:endParaRPr>
          </a:p>
          <a:p>
            <a:pPr marL="12700">
              <a:lnSpc>
                <a:spcPct val="100000"/>
              </a:lnSpc>
              <a:spcBef>
                <a:spcPts val="5"/>
              </a:spcBef>
            </a:pPr>
            <a:r>
              <a:rPr sz="2000" dirty="0">
                <a:latin typeface="Franklin Gothic Medium"/>
                <a:cs typeface="Franklin Gothic Medium"/>
              </a:rPr>
              <a:t>A</a:t>
            </a:r>
            <a:endParaRPr sz="2000">
              <a:latin typeface="Franklin Gothic Medium"/>
              <a:cs typeface="Franklin Gothic Medium"/>
            </a:endParaRPr>
          </a:p>
          <a:p>
            <a:pPr marL="12700">
              <a:lnSpc>
                <a:spcPct val="100000"/>
              </a:lnSpc>
              <a:tabLst>
                <a:tab pos="469265" algn="l"/>
              </a:tabLst>
            </a:pPr>
            <a:r>
              <a:rPr sz="2000" dirty="0">
                <a:latin typeface="Franklin Gothic Medium"/>
                <a:cs typeface="Franklin Gothic Medium"/>
              </a:rPr>
              <a:t>A	B</a:t>
            </a:r>
            <a:endParaRPr sz="2000">
              <a:latin typeface="Franklin Gothic Medium"/>
              <a:cs typeface="Franklin Gothic Medium"/>
            </a:endParaRPr>
          </a:p>
          <a:p>
            <a:pPr marL="12700">
              <a:lnSpc>
                <a:spcPct val="100000"/>
              </a:lnSpc>
              <a:tabLst>
                <a:tab pos="469265" algn="l"/>
                <a:tab pos="926465" algn="l"/>
              </a:tabLst>
            </a:pPr>
            <a:r>
              <a:rPr sz="2000" dirty="0">
                <a:latin typeface="Franklin Gothic Medium"/>
                <a:cs typeface="Franklin Gothic Medium"/>
              </a:rPr>
              <a:t>A	B	C</a:t>
            </a:r>
            <a:endParaRPr sz="2000">
              <a:latin typeface="Franklin Gothic Medium"/>
              <a:cs typeface="Franklin Gothic Medium"/>
            </a:endParaRPr>
          </a:p>
          <a:p>
            <a:pPr marL="12700">
              <a:lnSpc>
                <a:spcPct val="100000"/>
              </a:lnSpc>
              <a:tabLst>
                <a:tab pos="469265" algn="l"/>
                <a:tab pos="926465" algn="l"/>
                <a:tab pos="1383665" algn="l"/>
              </a:tabLst>
            </a:pPr>
            <a:r>
              <a:rPr sz="2000" dirty="0">
                <a:latin typeface="Franklin Gothic Medium"/>
                <a:cs typeface="Franklin Gothic Medium"/>
              </a:rPr>
              <a:t>A	B	C	D</a:t>
            </a:r>
            <a:endParaRPr sz="2000">
              <a:latin typeface="Franklin Gothic Medium"/>
              <a:cs typeface="Franklin Gothic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8602" y="1550430"/>
            <a:ext cx="11547401" cy="2940524"/>
          </a:xfrm>
          <a:prstGeom prst="rect">
            <a:avLst/>
          </a:prstGeom>
        </p:spPr>
      </p:pic>
      <p:grpSp>
        <p:nvGrpSpPr>
          <p:cNvPr id="3" name="object 3"/>
          <p:cNvGrpSpPr/>
          <p:nvPr/>
        </p:nvGrpSpPr>
        <p:grpSpPr>
          <a:xfrm>
            <a:off x="9345168" y="121920"/>
            <a:ext cx="2470150" cy="814705"/>
            <a:chOff x="9345168" y="121920"/>
            <a:chExt cx="2470150" cy="814705"/>
          </a:xfrm>
        </p:grpSpPr>
        <p:pic>
          <p:nvPicPr>
            <p:cNvPr id="4" name="object 4"/>
            <p:cNvPicPr/>
            <p:nvPr/>
          </p:nvPicPr>
          <p:blipFill>
            <a:blip r:embed="rId3" cstate="print"/>
            <a:stretch>
              <a:fillRect/>
            </a:stretch>
          </p:blipFill>
          <p:spPr>
            <a:xfrm>
              <a:off x="9587098" y="323674"/>
              <a:ext cx="2008648" cy="405132"/>
            </a:xfrm>
            <a:prstGeom prst="rect">
              <a:avLst/>
            </a:prstGeom>
          </p:spPr>
        </p:pic>
        <p:pic>
          <p:nvPicPr>
            <p:cNvPr id="5" name="object 5"/>
            <p:cNvPicPr/>
            <p:nvPr/>
          </p:nvPicPr>
          <p:blipFill>
            <a:blip r:embed="rId4" cstate="print"/>
            <a:stretch>
              <a:fillRect/>
            </a:stretch>
          </p:blipFill>
          <p:spPr>
            <a:xfrm>
              <a:off x="9345168" y="121920"/>
              <a:ext cx="2469642" cy="814577"/>
            </a:xfrm>
            <a:prstGeom prst="rect">
              <a:avLst/>
            </a:prstGeom>
          </p:spPr>
        </p:pic>
      </p:grpSp>
      <p:sp>
        <p:nvSpPr>
          <p:cNvPr id="6" name="object 6"/>
          <p:cNvSpPr txBox="1">
            <a:spLocks noGrp="1"/>
          </p:cNvSpPr>
          <p:nvPr>
            <p:ph type="title"/>
          </p:nvPr>
        </p:nvSpPr>
        <p:spPr>
          <a:xfrm>
            <a:off x="9581515" y="250317"/>
            <a:ext cx="1990725"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50"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5" dirty="0">
                <a:solidFill>
                  <a:srgbClr val="FFFFFF"/>
                </a:solidFill>
                <a:latin typeface="Tahoma"/>
                <a:cs typeface="Tahoma"/>
              </a:rPr>
              <a:t>g</a:t>
            </a:r>
            <a:r>
              <a:rPr b="1" spc="-130" dirty="0">
                <a:solidFill>
                  <a:srgbClr val="FFFFFF"/>
                </a:solidFill>
                <a:latin typeface="Tahoma"/>
                <a:cs typeface="Tahoma"/>
              </a:rPr>
              <a:t>r</a:t>
            </a:r>
            <a:r>
              <a:rPr b="1" spc="-520" dirty="0">
                <a:solidFill>
                  <a:srgbClr val="FFFFFF"/>
                </a:solidFill>
                <a:latin typeface="Tahoma"/>
                <a:cs typeface="Tahoma"/>
              </a:rPr>
              <a:t>a</a:t>
            </a:r>
            <a:r>
              <a:rPr b="1" spc="-894"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7" name="object 7"/>
          <p:cNvSpPr txBox="1"/>
          <p:nvPr/>
        </p:nvSpPr>
        <p:spPr>
          <a:xfrm>
            <a:off x="3753103" y="4896688"/>
            <a:ext cx="444627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C00000"/>
                </a:solidFill>
                <a:latin typeface="Franklin Gothic Medium"/>
                <a:cs typeface="Franklin Gothic Medium"/>
              </a:rPr>
              <a:t>C </a:t>
            </a:r>
            <a:r>
              <a:rPr sz="2800" dirty="0">
                <a:solidFill>
                  <a:srgbClr val="C00000"/>
                </a:solidFill>
                <a:latin typeface="Franklin Gothic Medium"/>
                <a:cs typeface="Franklin Gothic Medium"/>
              </a:rPr>
              <a:t>Input</a:t>
            </a:r>
            <a:r>
              <a:rPr sz="2800" spc="-40" dirty="0">
                <a:solidFill>
                  <a:srgbClr val="C00000"/>
                </a:solidFill>
                <a:latin typeface="Franklin Gothic Medium"/>
                <a:cs typeface="Franklin Gothic Medium"/>
              </a:rPr>
              <a:t> </a:t>
            </a:r>
            <a:r>
              <a:rPr sz="2800" dirty="0">
                <a:solidFill>
                  <a:srgbClr val="C00000"/>
                </a:solidFill>
                <a:latin typeface="Franklin Gothic Medium"/>
                <a:cs typeface="Franklin Gothic Medium"/>
              </a:rPr>
              <a:t>and</a:t>
            </a:r>
            <a:r>
              <a:rPr sz="2800" spc="-25" dirty="0">
                <a:solidFill>
                  <a:srgbClr val="C00000"/>
                </a:solidFill>
                <a:latin typeface="Franklin Gothic Medium"/>
                <a:cs typeface="Franklin Gothic Medium"/>
              </a:rPr>
              <a:t> </a:t>
            </a:r>
            <a:r>
              <a:rPr sz="2800" dirty="0">
                <a:solidFill>
                  <a:srgbClr val="C00000"/>
                </a:solidFill>
                <a:latin typeface="Franklin Gothic Medium"/>
                <a:cs typeface="Franklin Gothic Medium"/>
              </a:rPr>
              <a:t>Output</a:t>
            </a:r>
            <a:r>
              <a:rPr sz="2800" spc="-35" dirty="0">
                <a:solidFill>
                  <a:srgbClr val="C00000"/>
                </a:solidFill>
                <a:latin typeface="Franklin Gothic Medium"/>
                <a:cs typeface="Franklin Gothic Medium"/>
              </a:rPr>
              <a:t> </a:t>
            </a:r>
            <a:r>
              <a:rPr sz="2800" spc="-15" dirty="0">
                <a:solidFill>
                  <a:srgbClr val="C00000"/>
                </a:solidFill>
                <a:latin typeface="Franklin Gothic Medium"/>
                <a:cs typeface="Franklin Gothic Medium"/>
              </a:rPr>
              <a:t>Functions</a:t>
            </a:r>
            <a:endParaRPr sz="2800">
              <a:latin typeface="Franklin Gothic Medium"/>
              <a:cs typeface="Franklin Gothic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45168" y="121920"/>
            <a:ext cx="2470150" cy="814705"/>
            <a:chOff x="9345168" y="121920"/>
            <a:chExt cx="2470150" cy="814705"/>
          </a:xfrm>
        </p:grpSpPr>
        <p:pic>
          <p:nvPicPr>
            <p:cNvPr id="3" name="object 3"/>
            <p:cNvPicPr/>
            <p:nvPr/>
          </p:nvPicPr>
          <p:blipFill>
            <a:blip r:embed="rId2" cstate="print"/>
            <a:stretch>
              <a:fillRect/>
            </a:stretch>
          </p:blipFill>
          <p:spPr>
            <a:xfrm>
              <a:off x="9587098" y="323674"/>
              <a:ext cx="2008648" cy="405132"/>
            </a:xfrm>
            <a:prstGeom prst="rect">
              <a:avLst/>
            </a:prstGeom>
          </p:spPr>
        </p:pic>
        <p:pic>
          <p:nvPicPr>
            <p:cNvPr id="4" name="object 4"/>
            <p:cNvPicPr/>
            <p:nvPr/>
          </p:nvPicPr>
          <p:blipFill>
            <a:blip r:embed="rId3" cstate="print"/>
            <a:stretch>
              <a:fillRect/>
            </a:stretch>
          </p:blipFill>
          <p:spPr>
            <a:xfrm>
              <a:off x="9345168" y="121920"/>
              <a:ext cx="2469642" cy="814577"/>
            </a:xfrm>
            <a:prstGeom prst="rect">
              <a:avLst/>
            </a:prstGeom>
          </p:spPr>
        </p:pic>
      </p:grpSp>
      <p:sp>
        <p:nvSpPr>
          <p:cNvPr id="5" name="object 5"/>
          <p:cNvSpPr txBox="1"/>
          <p:nvPr/>
        </p:nvSpPr>
        <p:spPr>
          <a:xfrm>
            <a:off x="9581515" y="250317"/>
            <a:ext cx="1990725"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50"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5" dirty="0">
                <a:solidFill>
                  <a:srgbClr val="FFFFFF"/>
                </a:solidFill>
                <a:latin typeface="Tahoma"/>
                <a:cs typeface="Tahoma"/>
              </a:rPr>
              <a:t>g</a:t>
            </a:r>
            <a:r>
              <a:rPr sz="2800" b="1" spc="-130" dirty="0">
                <a:solidFill>
                  <a:srgbClr val="FFFFFF"/>
                </a:solidFill>
                <a:latin typeface="Tahoma"/>
                <a:cs typeface="Tahoma"/>
              </a:rPr>
              <a:t>r</a:t>
            </a:r>
            <a:r>
              <a:rPr sz="2800" b="1" spc="-520" dirty="0">
                <a:solidFill>
                  <a:srgbClr val="FFFFFF"/>
                </a:solidFill>
                <a:latin typeface="Tahoma"/>
                <a:cs typeface="Tahoma"/>
              </a:rPr>
              <a:t>a</a:t>
            </a:r>
            <a:r>
              <a:rPr sz="2800" b="1" spc="-894"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6" name="object 6"/>
          <p:cNvSpPr txBox="1">
            <a:spLocks noGrp="1"/>
          </p:cNvSpPr>
          <p:nvPr>
            <p:ph type="title"/>
          </p:nvPr>
        </p:nvSpPr>
        <p:spPr>
          <a:xfrm>
            <a:off x="3782059" y="241173"/>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7" name="object 7"/>
          <p:cNvSpPr txBox="1"/>
          <p:nvPr/>
        </p:nvSpPr>
        <p:spPr>
          <a:xfrm>
            <a:off x="613054" y="1306448"/>
            <a:ext cx="10789920" cy="4415155"/>
          </a:xfrm>
          <a:prstGeom prst="rect">
            <a:avLst/>
          </a:prstGeom>
        </p:spPr>
        <p:txBody>
          <a:bodyPr vert="horz" wrap="square" lIns="0" tIns="195580" rIns="0" bIns="0" rtlCol="0">
            <a:spAutoFit/>
          </a:bodyPr>
          <a:lstStyle/>
          <a:p>
            <a:pPr marL="12700">
              <a:lnSpc>
                <a:spcPct val="100000"/>
              </a:lnSpc>
              <a:spcBef>
                <a:spcPts val="1540"/>
              </a:spcBef>
            </a:pPr>
            <a:r>
              <a:rPr sz="2400" spc="5" dirty="0">
                <a:solidFill>
                  <a:srgbClr val="000099"/>
                </a:solidFill>
                <a:latin typeface="Franklin Gothic Medium"/>
                <a:cs typeface="Franklin Gothic Medium"/>
              </a:rPr>
              <a:t>Input</a:t>
            </a:r>
            <a:endParaRPr sz="2400">
              <a:latin typeface="Franklin Gothic Medium"/>
              <a:cs typeface="Franklin Gothic Medium"/>
            </a:endParaRPr>
          </a:p>
          <a:p>
            <a:pPr marL="12700">
              <a:lnSpc>
                <a:spcPct val="100000"/>
              </a:lnSpc>
              <a:spcBef>
                <a:spcPts val="1440"/>
              </a:spcBef>
            </a:pPr>
            <a:r>
              <a:rPr sz="2400" spc="-10" dirty="0">
                <a:solidFill>
                  <a:srgbClr val="202429"/>
                </a:solidFill>
                <a:latin typeface="Franklin Gothic Medium"/>
                <a:cs typeface="Franklin Gothic Medium"/>
              </a:rPr>
              <a:t>provide</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program</a:t>
            </a:r>
            <a:r>
              <a:rPr sz="2400" dirty="0">
                <a:solidFill>
                  <a:srgbClr val="202429"/>
                </a:solidFill>
                <a:latin typeface="Franklin Gothic Medium"/>
                <a:cs typeface="Franklin Gothic Medium"/>
              </a:rPr>
              <a:t> with</a:t>
            </a:r>
            <a:r>
              <a:rPr sz="2400" spc="-5" dirty="0">
                <a:solidFill>
                  <a:srgbClr val="202429"/>
                </a:solidFill>
                <a:latin typeface="Franklin Gothic Medium"/>
                <a:cs typeface="Franklin Gothic Medium"/>
              </a:rPr>
              <a:t> some</a:t>
            </a:r>
            <a:r>
              <a:rPr sz="2400" dirty="0">
                <a:solidFill>
                  <a:srgbClr val="202429"/>
                </a:solidFill>
                <a:latin typeface="Franklin Gothic Medium"/>
                <a:cs typeface="Franklin Gothic Medium"/>
              </a:rPr>
              <a:t> data </a:t>
            </a:r>
            <a:r>
              <a:rPr sz="2400" spc="-30" dirty="0">
                <a:solidFill>
                  <a:srgbClr val="202429"/>
                </a:solidFill>
                <a:latin typeface="Franklin Gothic Medium"/>
                <a:cs typeface="Franklin Gothic Medium"/>
              </a:rPr>
              <a:t>to</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be used</a:t>
            </a:r>
            <a:r>
              <a:rPr sz="2400" spc="-1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program.</a:t>
            </a:r>
            <a:endParaRPr sz="2400">
              <a:latin typeface="Franklin Gothic Medium"/>
              <a:cs typeface="Franklin Gothic Medium"/>
            </a:endParaRPr>
          </a:p>
          <a:p>
            <a:pPr>
              <a:lnSpc>
                <a:spcPct val="100000"/>
              </a:lnSpc>
            </a:pPr>
            <a:endParaRPr sz="2700">
              <a:latin typeface="Franklin Gothic Medium"/>
              <a:cs typeface="Franklin Gothic Medium"/>
            </a:endParaRPr>
          </a:p>
          <a:p>
            <a:pPr>
              <a:lnSpc>
                <a:spcPct val="100000"/>
              </a:lnSpc>
              <a:spcBef>
                <a:spcPts val="35"/>
              </a:spcBef>
            </a:pPr>
            <a:endParaRPr sz="2350">
              <a:latin typeface="Franklin Gothic Medium"/>
              <a:cs typeface="Franklin Gothic Medium"/>
            </a:endParaRPr>
          </a:p>
          <a:p>
            <a:pPr marL="12700">
              <a:lnSpc>
                <a:spcPct val="100000"/>
              </a:lnSpc>
            </a:pPr>
            <a:r>
              <a:rPr sz="2400" spc="5" dirty="0">
                <a:solidFill>
                  <a:srgbClr val="000099"/>
                </a:solidFill>
                <a:latin typeface="Franklin Gothic Medium"/>
                <a:cs typeface="Franklin Gothic Medium"/>
              </a:rPr>
              <a:t>Output</a:t>
            </a:r>
            <a:endParaRPr sz="2400">
              <a:latin typeface="Franklin Gothic Medium"/>
              <a:cs typeface="Franklin Gothic Medium"/>
            </a:endParaRPr>
          </a:p>
          <a:p>
            <a:pPr marL="12700">
              <a:lnSpc>
                <a:spcPct val="100000"/>
              </a:lnSpc>
              <a:spcBef>
                <a:spcPts val="1440"/>
              </a:spcBef>
            </a:pPr>
            <a:r>
              <a:rPr sz="2400" spc="-5" dirty="0">
                <a:solidFill>
                  <a:srgbClr val="202429"/>
                </a:solidFill>
                <a:latin typeface="Franklin Gothic Medium"/>
                <a:cs typeface="Franklin Gothic Medium"/>
              </a:rPr>
              <a:t>display</a:t>
            </a:r>
            <a:r>
              <a:rPr sz="2400" spc="-2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data</a:t>
            </a:r>
            <a:r>
              <a:rPr sz="2400" spc="-1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on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screen</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or</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write</a:t>
            </a:r>
            <a:r>
              <a:rPr sz="2400" spc="1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data</a:t>
            </a:r>
            <a:r>
              <a:rPr sz="2400" spc="-10" dirty="0">
                <a:solidFill>
                  <a:srgbClr val="202429"/>
                </a:solidFill>
                <a:latin typeface="Franklin Gothic Medium"/>
                <a:cs typeface="Franklin Gothic Medium"/>
              </a:rPr>
              <a:t> </a:t>
            </a:r>
            <a:r>
              <a:rPr sz="2400" spc="-30" dirty="0">
                <a:solidFill>
                  <a:srgbClr val="202429"/>
                </a:solidFill>
                <a:latin typeface="Franklin Gothic Medium"/>
                <a:cs typeface="Franklin Gothic Medium"/>
              </a:rPr>
              <a:t>to</a:t>
            </a:r>
            <a:r>
              <a:rPr sz="2400" spc="2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a</a:t>
            </a:r>
            <a:r>
              <a:rPr sz="2400" spc="-10" dirty="0">
                <a:solidFill>
                  <a:srgbClr val="202429"/>
                </a:solidFill>
                <a:latin typeface="Franklin Gothic Medium"/>
                <a:cs typeface="Franklin Gothic Medium"/>
              </a:rPr>
              <a:t> printer</a:t>
            </a:r>
            <a:r>
              <a:rPr sz="2400" spc="2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or a</a:t>
            </a:r>
            <a:r>
              <a:rPr sz="2400" spc="-5" dirty="0">
                <a:solidFill>
                  <a:srgbClr val="202429"/>
                </a:solidFill>
                <a:latin typeface="Franklin Gothic Medium"/>
                <a:cs typeface="Franklin Gothic Medium"/>
              </a:rPr>
              <a:t> file.</a:t>
            </a:r>
            <a:endParaRPr sz="2400">
              <a:latin typeface="Franklin Gothic Medium"/>
              <a:cs typeface="Franklin Gothic Medium"/>
            </a:endParaRPr>
          </a:p>
          <a:p>
            <a:pPr>
              <a:lnSpc>
                <a:spcPct val="100000"/>
              </a:lnSpc>
              <a:spcBef>
                <a:spcPts val="15"/>
              </a:spcBef>
            </a:pPr>
            <a:endParaRPr sz="3800">
              <a:latin typeface="Franklin Gothic Medium"/>
              <a:cs typeface="Franklin Gothic Medium"/>
            </a:endParaRPr>
          </a:p>
          <a:p>
            <a:pPr marL="12700" marR="5080">
              <a:lnSpc>
                <a:spcPct val="150000"/>
              </a:lnSpc>
            </a:pPr>
            <a:r>
              <a:rPr sz="2400" spc="-5" dirty="0">
                <a:solidFill>
                  <a:srgbClr val="202429"/>
                </a:solidFill>
                <a:latin typeface="Franklin Gothic Medium"/>
                <a:cs typeface="Franklin Gothic Medium"/>
              </a:rPr>
              <a:t>The</a:t>
            </a:r>
            <a:r>
              <a:rPr sz="2400" dirty="0">
                <a:solidFill>
                  <a:srgbClr val="202429"/>
                </a:solidFill>
                <a:latin typeface="Franklin Gothic Medium"/>
                <a:cs typeface="Franklin Gothic Medium"/>
              </a:rPr>
              <a:t> C </a:t>
            </a:r>
            <a:r>
              <a:rPr sz="2400" spc="-5" dirty="0">
                <a:solidFill>
                  <a:srgbClr val="202429"/>
                </a:solidFill>
                <a:latin typeface="Franklin Gothic Medium"/>
                <a:cs typeface="Franklin Gothic Medium"/>
              </a:rPr>
              <a:t>programming</a:t>
            </a:r>
            <a:r>
              <a:rPr sz="2400" spc="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language</a:t>
            </a:r>
            <a:r>
              <a:rPr sz="2400" spc="10"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provides</a:t>
            </a:r>
            <a:r>
              <a:rPr sz="2400" spc="-5" dirty="0">
                <a:solidFill>
                  <a:srgbClr val="202429"/>
                </a:solidFill>
                <a:latin typeface="Franklin Gothic Medium"/>
                <a:cs typeface="Franklin Gothic Medium"/>
              </a:rPr>
              <a:t> </a:t>
            </a:r>
            <a:r>
              <a:rPr sz="2400" dirty="0">
                <a:solidFill>
                  <a:srgbClr val="000099"/>
                </a:solidFill>
                <a:latin typeface="Franklin Gothic Medium"/>
                <a:cs typeface="Franklin Gothic Medium"/>
              </a:rPr>
              <a:t>standard</a:t>
            </a:r>
            <a:r>
              <a:rPr sz="2400" spc="5" dirty="0">
                <a:solidFill>
                  <a:srgbClr val="000099"/>
                </a:solidFill>
                <a:latin typeface="Franklin Gothic Medium"/>
                <a:cs typeface="Franklin Gothic Medium"/>
              </a:rPr>
              <a:t> library</a:t>
            </a:r>
            <a:r>
              <a:rPr sz="2400" spc="1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functions</a:t>
            </a:r>
            <a:r>
              <a:rPr sz="2400" spc="10" dirty="0">
                <a:solidFill>
                  <a:srgbClr val="000099"/>
                </a:solidFill>
                <a:latin typeface="Franklin Gothic Medium"/>
                <a:cs typeface="Franklin Gothic Medium"/>
              </a:rPr>
              <a:t> </a:t>
            </a:r>
            <a:r>
              <a:rPr sz="2400" spc="-30" dirty="0">
                <a:solidFill>
                  <a:srgbClr val="202429"/>
                </a:solidFill>
                <a:latin typeface="Franklin Gothic Medium"/>
                <a:cs typeface="Franklin Gothic Medium"/>
              </a:rPr>
              <a:t>to</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read</a:t>
            </a:r>
            <a:r>
              <a:rPr sz="2400" spc="-5" dirty="0">
                <a:solidFill>
                  <a:srgbClr val="202429"/>
                </a:solidFill>
                <a:latin typeface="Franklin Gothic Medium"/>
                <a:cs typeface="Franklin Gothic Medium"/>
              </a:rPr>
              <a:t> </a:t>
            </a:r>
            <a:r>
              <a:rPr sz="2400" spc="-15" dirty="0">
                <a:solidFill>
                  <a:srgbClr val="202429"/>
                </a:solidFill>
                <a:latin typeface="Franklin Gothic Medium"/>
                <a:cs typeface="Franklin Gothic Medium"/>
              </a:rPr>
              <a:t>any</a:t>
            </a:r>
            <a:r>
              <a:rPr sz="2400" spc="-5" dirty="0">
                <a:solidFill>
                  <a:srgbClr val="202429"/>
                </a:solidFill>
                <a:latin typeface="Franklin Gothic Medium"/>
                <a:cs typeface="Franklin Gothic Medium"/>
              </a:rPr>
              <a:t> given </a:t>
            </a:r>
            <a:r>
              <a:rPr sz="2400" spc="-58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input</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and</a:t>
            </a:r>
            <a:r>
              <a:rPr sz="2400" spc="-5" dirty="0">
                <a:solidFill>
                  <a:srgbClr val="202429"/>
                </a:solidFill>
                <a:latin typeface="Franklin Gothic Medium"/>
                <a:cs typeface="Franklin Gothic Medium"/>
              </a:rPr>
              <a:t> </a:t>
            </a:r>
            <a:r>
              <a:rPr sz="2400" spc="-30" dirty="0">
                <a:solidFill>
                  <a:srgbClr val="202429"/>
                </a:solidFill>
                <a:latin typeface="Franklin Gothic Medium"/>
                <a:cs typeface="Franklin Gothic Medium"/>
              </a:rPr>
              <a:t>to</a:t>
            </a:r>
            <a:r>
              <a:rPr sz="2400" spc="2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display</a:t>
            </a:r>
            <a:r>
              <a:rPr sz="2400" spc="-3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data on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2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console.</a:t>
            </a:r>
            <a:endParaRPr sz="2400">
              <a:latin typeface="Franklin Gothic Medium"/>
              <a:cs typeface="Franklin Gothic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45168" y="121920"/>
            <a:ext cx="2470150" cy="814705"/>
            <a:chOff x="9345168" y="121920"/>
            <a:chExt cx="2470150" cy="814705"/>
          </a:xfrm>
        </p:grpSpPr>
        <p:pic>
          <p:nvPicPr>
            <p:cNvPr id="3" name="object 3"/>
            <p:cNvPicPr/>
            <p:nvPr/>
          </p:nvPicPr>
          <p:blipFill>
            <a:blip r:embed="rId2" cstate="print"/>
            <a:stretch>
              <a:fillRect/>
            </a:stretch>
          </p:blipFill>
          <p:spPr>
            <a:xfrm>
              <a:off x="9587098" y="323674"/>
              <a:ext cx="2008648" cy="405132"/>
            </a:xfrm>
            <a:prstGeom prst="rect">
              <a:avLst/>
            </a:prstGeom>
          </p:spPr>
        </p:pic>
        <p:pic>
          <p:nvPicPr>
            <p:cNvPr id="4" name="object 4"/>
            <p:cNvPicPr/>
            <p:nvPr/>
          </p:nvPicPr>
          <p:blipFill>
            <a:blip r:embed="rId3" cstate="print"/>
            <a:stretch>
              <a:fillRect/>
            </a:stretch>
          </p:blipFill>
          <p:spPr>
            <a:xfrm>
              <a:off x="9345168" y="121920"/>
              <a:ext cx="2469642" cy="814577"/>
            </a:xfrm>
            <a:prstGeom prst="rect">
              <a:avLst/>
            </a:prstGeom>
          </p:spPr>
        </p:pic>
      </p:grpSp>
      <p:sp>
        <p:nvSpPr>
          <p:cNvPr id="5" name="object 5"/>
          <p:cNvSpPr txBox="1"/>
          <p:nvPr/>
        </p:nvSpPr>
        <p:spPr>
          <a:xfrm>
            <a:off x="9581515" y="250317"/>
            <a:ext cx="1990725"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50"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5" dirty="0">
                <a:solidFill>
                  <a:srgbClr val="FFFFFF"/>
                </a:solidFill>
                <a:latin typeface="Tahoma"/>
                <a:cs typeface="Tahoma"/>
              </a:rPr>
              <a:t>g</a:t>
            </a:r>
            <a:r>
              <a:rPr sz="2800" b="1" spc="-130" dirty="0">
                <a:solidFill>
                  <a:srgbClr val="FFFFFF"/>
                </a:solidFill>
                <a:latin typeface="Tahoma"/>
                <a:cs typeface="Tahoma"/>
              </a:rPr>
              <a:t>r</a:t>
            </a:r>
            <a:r>
              <a:rPr sz="2800" b="1" spc="-520" dirty="0">
                <a:solidFill>
                  <a:srgbClr val="FFFFFF"/>
                </a:solidFill>
                <a:latin typeface="Tahoma"/>
                <a:cs typeface="Tahoma"/>
              </a:rPr>
              <a:t>a</a:t>
            </a:r>
            <a:r>
              <a:rPr sz="2800" b="1" spc="-894"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6" name="object 6"/>
          <p:cNvSpPr txBox="1">
            <a:spLocks noGrp="1"/>
          </p:cNvSpPr>
          <p:nvPr>
            <p:ph type="title"/>
          </p:nvPr>
        </p:nvSpPr>
        <p:spPr>
          <a:xfrm>
            <a:off x="3782059" y="241173"/>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7" name="object 7"/>
          <p:cNvSpPr txBox="1"/>
          <p:nvPr/>
        </p:nvSpPr>
        <p:spPr>
          <a:xfrm>
            <a:off x="613054" y="1489328"/>
            <a:ext cx="8143240" cy="31349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99"/>
                </a:solidFill>
                <a:latin typeface="Franklin Gothic Medium"/>
                <a:cs typeface="Franklin Gothic Medium"/>
              </a:rPr>
              <a:t>printf()</a:t>
            </a:r>
            <a:r>
              <a:rPr sz="2400" spc="-6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Output</a:t>
            </a:r>
            <a:r>
              <a:rPr sz="2400" spc="-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function</a:t>
            </a:r>
            <a:endParaRPr sz="2400">
              <a:latin typeface="Franklin Gothic Medium"/>
              <a:cs typeface="Franklin Gothic Medium"/>
            </a:endParaRPr>
          </a:p>
          <a:p>
            <a:pPr>
              <a:lnSpc>
                <a:spcPct val="100000"/>
              </a:lnSpc>
            </a:pPr>
            <a:endParaRPr sz="2700">
              <a:latin typeface="Franklin Gothic Medium"/>
              <a:cs typeface="Franklin Gothic Medium"/>
            </a:endParaRPr>
          </a:p>
          <a:p>
            <a:pPr>
              <a:lnSpc>
                <a:spcPct val="100000"/>
              </a:lnSpc>
              <a:spcBef>
                <a:spcPts val="30"/>
              </a:spcBef>
            </a:pPr>
            <a:endParaRPr sz="2350">
              <a:latin typeface="Franklin Gothic Medium"/>
              <a:cs typeface="Franklin Gothic Medium"/>
            </a:endParaRPr>
          </a:p>
          <a:p>
            <a:pPr marL="355600" indent="-342900">
              <a:lnSpc>
                <a:spcPct val="100000"/>
              </a:lnSpc>
              <a:spcBef>
                <a:spcPts val="5"/>
              </a:spcBef>
              <a:buFont typeface="Arial MT"/>
              <a:buChar char="•"/>
              <a:tabLst>
                <a:tab pos="354965" algn="l"/>
                <a:tab pos="355600" algn="l"/>
              </a:tabLst>
            </a:pPr>
            <a:r>
              <a:rPr sz="2400" spc="-5" dirty="0">
                <a:solidFill>
                  <a:srgbClr val="202429"/>
                </a:solidFill>
                <a:latin typeface="Franklin Gothic Medium"/>
                <a:cs typeface="Franklin Gothic Medium"/>
              </a:rPr>
              <a:t>The </a:t>
            </a:r>
            <a:r>
              <a:rPr sz="2400" dirty="0">
                <a:solidFill>
                  <a:srgbClr val="202429"/>
                </a:solidFill>
                <a:latin typeface="Franklin Gothic Medium"/>
                <a:cs typeface="Franklin Gothic Medium"/>
              </a:rPr>
              <a:t>most</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used</a:t>
            </a:r>
            <a:r>
              <a:rPr sz="2400" spc="-1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function</a:t>
            </a:r>
            <a:r>
              <a:rPr sz="2400" spc="1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C</a:t>
            </a:r>
            <a:r>
              <a:rPr sz="2400" spc="-1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language.</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spc="-5" dirty="0">
                <a:solidFill>
                  <a:srgbClr val="202429"/>
                </a:solidFill>
                <a:latin typeface="Franklin Gothic Medium"/>
                <a:cs typeface="Franklin Gothic Medium"/>
              </a:rPr>
              <a:t>Defined </a:t>
            </a:r>
            <a:r>
              <a:rPr sz="2400" dirty="0">
                <a:solidFill>
                  <a:srgbClr val="202429"/>
                </a:solidFill>
                <a:latin typeface="Franklin Gothic Medium"/>
                <a:cs typeface="Franklin Gothic Medium"/>
              </a:rPr>
              <a:t>in</a:t>
            </a:r>
            <a:r>
              <a:rPr sz="2400" spc="-10" dirty="0">
                <a:solidFill>
                  <a:srgbClr val="202429"/>
                </a:solidFill>
                <a:latin typeface="Franklin Gothic Medium"/>
                <a:cs typeface="Franklin Gothic Medium"/>
              </a:rPr>
              <a:t> the</a:t>
            </a:r>
            <a:r>
              <a:rPr sz="2400"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stdio.h</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header</a:t>
            </a:r>
            <a:r>
              <a:rPr sz="2400" spc="-5" dirty="0">
                <a:solidFill>
                  <a:srgbClr val="202429"/>
                </a:solidFill>
                <a:latin typeface="Franklin Gothic Medium"/>
                <a:cs typeface="Franklin Gothic Medium"/>
              </a:rPr>
              <a:t> file</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dirty="0">
                <a:solidFill>
                  <a:srgbClr val="202429"/>
                </a:solidFill>
                <a:latin typeface="Franklin Gothic Medium"/>
                <a:cs typeface="Franklin Gothic Medium"/>
              </a:rPr>
              <a:t>Used</a:t>
            </a:r>
            <a:r>
              <a:rPr sz="2400" spc="-20" dirty="0">
                <a:solidFill>
                  <a:srgbClr val="202429"/>
                </a:solidFill>
                <a:latin typeface="Franklin Gothic Medium"/>
                <a:cs typeface="Franklin Gothic Medium"/>
              </a:rPr>
              <a:t> </a:t>
            </a:r>
            <a:r>
              <a:rPr sz="2400" spc="-30" dirty="0">
                <a:solidFill>
                  <a:srgbClr val="202429"/>
                </a:solidFill>
                <a:latin typeface="Franklin Gothic Medium"/>
                <a:cs typeface="Franklin Gothic Medium"/>
              </a:rPr>
              <a:t>to</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show</a:t>
            </a:r>
            <a:r>
              <a:rPr sz="2400" dirty="0">
                <a:solidFill>
                  <a:srgbClr val="202429"/>
                </a:solidFill>
                <a:latin typeface="Franklin Gothic Medium"/>
                <a:cs typeface="Franklin Gothic Medium"/>
              </a:rPr>
              <a:t> </a:t>
            </a:r>
            <a:r>
              <a:rPr sz="2400" spc="5" dirty="0">
                <a:solidFill>
                  <a:srgbClr val="FF0000"/>
                </a:solidFill>
                <a:latin typeface="Franklin Gothic Medium"/>
                <a:cs typeface="Franklin Gothic Medium"/>
              </a:rPr>
              <a:t>output</a:t>
            </a:r>
            <a:r>
              <a:rPr sz="2400" spc="-25" dirty="0">
                <a:solidFill>
                  <a:srgbClr val="FF0000"/>
                </a:solidFill>
                <a:latin typeface="Franklin Gothic Medium"/>
                <a:cs typeface="Franklin Gothic Medium"/>
              </a:rPr>
              <a:t> </a:t>
            </a:r>
            <a:r>
              <a:rPr sz="2400" dirty="0">
                <a:solidFill>
                  <a:srgbClr val="202429"/>
                </a:solidFill>
                <a:latin typeface="Franklin Gothic Medium"/>
                <a:cs typeface="Franklin Gothic Medium"/>
              </a:rPr>
              <a:t>on</a:t>
            </a:r>
            <a:r>
              <a:rPr sz="2400" spc="-10" dirty="0">
                <a:solidFill>
                  <a:srgbClr val="202429"/>
                </a:solidFill>
                <a:latin typeface="Franklin Gothic Medium"/>
                <a:cs typeface="Franklin Gothic Medium"/>
              </a:rPr>
              <a:t> the</a:t>
            </a:r>
            <a:r>
              <a:rPr sz="2400" dirty="0">
                <a:solidFill>
                  <a:srgbClr val="202429"/>
                </a:solidFill>
                <a:latin typeface="Franklin Gothic Medium"/>
                <a:cs typeface="Franklin Gothic Medium"/>
              </a:rPr>
              <a:t> console</a:t>
            </a:r>
            <a:r>
              <a:rPr sz="2400" spc="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(standard</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output)</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dirty="0">
                <a:solidFill>
                  <a:srgbClr val="202429"/>
                </a:solidFill>
                <a:latin typeface="Franklin Gothic Medium"/>
                <a:cs typeface="Franklin Gothic Medium"/>
              </a:rPr>
              <a:t>Used</a:t>
            </a:r>
            <a:r>
              <a:rPr sz="2400" spc="-15" dirty="0">
                <a:solidFill>
                  <a:srgbClr val="202429"/>
                </a:solidFill>
                <a:latin typeface="Franklin Gothic Medium"/>
                <a:cs typeface="Franklin Gothic Medium"/>
              </a:rPr>
              <a:t> </a:t>
            </a:r>
            <a:r>
              <a:rPr sz="2400" spc="-30" dirty="0">
                <a:solidFill>
                  <a:srgbClr val="202429"/>
                </a:solidFill>
                <a:latin typeface="Franklin Gothic Medium"/>
                <a:cs typeface="Franklin Gothic Medium"/>
              </a:rPr>
              <a:t>to</a:t>
            </a:r>
            <a:r>
              <a:rPr sz="2400" spc="10" dirty="0">
                <a:solidFill>
                  <a:srgbClr val="202429"/>
                </a:solidFill>
                <a:latin typeface="Franklin Gothic Medium"/>
                <a:cs typeface="Franklin Gothic Medium"/>
              </a:rPr>
              <a:t> </a:t>
            </a:r>
            <a:r>
              <a:rPr sz="2400" spc="5" dirty="0">
                <a:solidFill>
                  <a:srgbClr val="FF0000"/>
                </a:solidFill>
                <a:latin typeface="Franklin Gothic Medium"/>
                <a:cs typeface="Franklin Gothic Medium"/>
              </a:rPr>
              <a:t>print</a:t>
            </a:r>
            <a:r>
              <a:rPr sz="2400" spc="-20" dirty="0">
                <a:solidFill>
                  <a:srgbClr val="FF0000"/>
                </a:solidFill>
                <a:latin typeface="Franklin Gothic Medium"/>
                <a:cs typeface="Franklin Gothic Medium"/>
              </a:rPr>
              <a:t> </a:t>
            </a:r>
            <a:r>
              <a:rPr sz="2400" dirty="0">
                <a:solidFill>
                  <a:srgbClr val="FF0000"/>
                </a:solidFill>
                <a:latin typeface="Franklin Gothic Medium"/>
                <a:cs typeface="Franklin Gothic Medium"/>
              </a:rPr>
              <a:t>a</a:t>
            </a:r>
            <a:r>
              <a:rPr sz="2400" spc="-5"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simple</a:t>
            </a:r>
            <a:r>
              <a:rPr sz="2400" spc="-30" dirty="0">
                <a:solidFill>
                  <a:srgbClr val="FF0000"/>
                </a:solidFill>
                <a:latin typeface="Franklin Gothic Medium"/>
                <a:cs typeface="Franklin Gothic Medium"/>
              </a:rPr>
              <a:t> </a:t>
            </a:r>
            <a:r>
              <a:rPr sz="2400" spc="-10" dirty="0">
                <a:solidFill>
                  <a:srgbClr val="FF0000"/>
                </a:solidFill>
                <a:latin typeface="Franklin Gothic Medium"/>
                <a:cs typeface="Franklin Gothic Medium"/>
              </a:rPr>
              <a:t>text</a:t>
            </a:r>
            <a:r>
              <a:rPr sz="2400" spc="-15"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sentence</a:t>
            </a:r>
            <a:r>
              <a:rPr sz="2400" spc="-30"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or</a:t>
            </a:r>
            <a:r>
              <a:rPr sz="2400" spc="-5" dirty="0">
                <a:solidFill>
                  <a:srgbClr val="FF0000"/>
                </a:solidFill>
                <a:latin typeface="Franklin Gothic Medium"/>
                <a:cs typeface="Franklin Gothic Medium"/>
              </a:rPr>
              <a:t> </a:t>
            </a:r>
            <a:r>
              <a:rPr sz="2400" dirty="0">
                <a:solidFill>
                  <a:srgbClr val="FF0000"/>
                </a:solidFill>
                <a:latin typeface="Franklin Gothic Medium"/>
                <a:cs typeface="Franklin Gothic Medium"/>
              </a:rPr>
              <a:t>value</a:t>
            </a:r>
            <a:r>
              <a:rPr sz="2400" spc="-35"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of</a:t>
            </a:r>
            <a:r>
              <a:rPr sz="2400" spc="-5" dirty="0">
                <a:solidFill>
                  <a:srgbClr val="FF0000"/>
                </a:solidFill>
                <a:latin typeface="Franklin Gothic Medium"/>
                <a:cs typeface="Franklin Gothic Medium"/>
              </a:rPr>
              <a:t> </a:t>
            </a:r>
            <a:r>
              <a:rPr sz="2400" spc="-10" dirty="0">
                <a:solidFill>
                  <a:srgbClr val="FF0000"/>
                </a:solidFill>
                <a:latin typeface="Franklin Gothic Medium"/>
                <a:cs typeface="Franklin Gothic Medium"/>
              </a:rPr>
              <a:t>any</a:t>
            </a:r>
            <a:r>
              <a:rPr sz="2400" spc="-15"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variable</a:t>
            </a:r>
            <a:endParaRPr sz="2400">
              <a:latin typeface="Franklin Gothic Medium"/>
              <a:cs typeface="Franklin Gothic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534143" y="91439"/>
            <a:ext cx="2470150" cy="814705"/>
            <a:chOff x="9534143" y="91439"/>
            <a:chExt cx="2470150" cy="814705"/>
          </a:xfrm>
        </p:grpSpPr>
        <p:pic>
          <p:nvPicPr>
            <p:cNvPr id="3" name="object 3"/>
            <p:cNvPicPr/>
            <p:nvPr/>
          </p:nvPicPr>
          <p:blipFill>
            <a:blip r:embed="rId2" cstate="print"/>
            <a:stretch>
              <a:fillRect/>
            </a:stretch>
          </p:blipFill>
          <p:spPr>
            <a:xfrm>
              <a:off x="9776073" y="291670"/>
              <a:ext cx="2008648" cy="405132"/>
            </a:xfrm>
            <a:prstGeom prst="rect">
              <a:avLst/>
            </a:prstGeom>
          </p:spPr>
        </p:pic>
        <p:pic>
          <p:nvPicPr>
            <p:cNvPr id="4" name="object 4"/>
            <p:cNvPicPr/>
            <p:nvPr/>
          </p:nvPicPr>
          <p:blipFill>
            <a:blip r:embed="rId3" cstate="print"/>
            <a:stretch>
              <a:fillRect/>
            </a:stretch>
          </p:blipFill>
          <p:spPr>
            <a:xfrm>
              <a:off x="9534143" y="91439"/>
              <a:ext cx="2469642" cy="814578"/>
            </a:xfrm>
            <a:prstGeom prst="rect">
              <a:avLst/>
            </a:prstGeom>
          </p:spPr>
        </p:pic>
      </p:grpSp>
      <p:sp>
        <p:nvSpPr>
          <p:cNvPr id="5" name="object 5"/>
          <p:cNvSpPr txBox="1">
            <a:spLocks noGrp="1"/>
          </p:cNvSpPr>
          <p:nvPr>
            <p:ph type="title"/>
          </p:nvPr>
        </p:nvSpPr>
        <p:spPr>
          <a:xfrm>
            <a:off x="9770491" y="218312"/>
            <a:ext cx="1990725"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50"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5" dirty="0">
                <a:solidFill>
                  <a:srgbClr val="FFFFFF"/>
                </a:solidFill>
                <a:latin typeface="Tahoma"/>
                <a:cs typeface="Tahoma"/>
              </a:rPr>
              <a:t>g</a:t>
            </a:r>
            <a:r>
              <a:rPr b="1" spc="-130" dirty="0">
                <a:solidFill>
                  <a:srgbClr val="FFFFFF"/>
                </a:solidFill>
                <a:latin typeface="Tahoma"/>
                <a:cs typeface="Tahoma"/>
              </a:rPr>
              <a:t>r</a:t>
            </a:r>
            <a:r>
              <a:rPr b="1" spc="-520" dirty="0">
                <a:solidFill>
                  <a:srgbClr val="FFFFFF"/>
                </a:solidFill>
                <a:latin typeface="Tahoma"/>
                <a:cs typeface="Tahoma"/>
              </a:rPr>
              <a:t>a</a:t>
            </a:r>
            <a:r>
              <a:rPr b="1" spc="-894"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sp>
        <p:nvSpPr>
          <p:cNvPr id="6" name="object 6"/>
          <p:cNvSpPr txBox="1"/>
          <p:nvPr/>
        </p:nvSpPr>
        <p:spPr>
          <a:xfrm>
            <a:off x="7874000" y="1591183"/>
            <a:ext cx="31667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00000"/>
                </a:solidFill>
                <a:latin typeface="Franklin Gothic Medium"/>
                <a:cs typeface="Franklin Gothic Medium"/>
              </a:rPr>
              <a:t>printf()</a:t>
            </a:r>
            <a:r>
              <a:rPr sz="2400" spc="-50" dirty="0">
                <a:solidFill>
                  <a:srgbClr val="C00000"/>
                </a:solidFill>
                <a:latin typeface="Franklin Gothic Medium"/>
                <a:cs typeface="Franklin Gothic Medium"/>
              </a:rPr>
              <a:t> </a:t>
            </a:r>
            <a:r>
              <a:rPr sz="2400" dirty="0">
                <a:solidFill>
                  <a:srgbClr val="C00000"/>
                </a:solidFill>
                <a:latin typeface="Franklin Gothic Medium"/>
                <a:cs typeface="Franklin Gothic Medium"/>
              </a:rPr>
              <a:t>-</a:t>
            </a:r>
            <a:r>
              <a:rPr sz="2400" spc="-1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Output</a:t>
            </a:r>
            <a:r>
              <a:rPr sz="2400" spc="-50" dirty="0">
                <a:solidFill>
                  <a:srgbClr val="C00000"/>
                </a:solidFill>
                <a:latin typeface="Franklin Gothic Medium"/>
                <a:cs typeface="Franklin Gothic Medium"/>
              </a:rPr>
              <a:t> </a:t>
            </a:r>
            <a:r>
              <a:rPr sz="2400" dirty="0">
                <a:solidFill>
                  <a:srgbClr val="C00000"/>
                </a:solidFill>
                <a:latin typeface="Franklin Gothic Medium"/>
                <a:cs typeface="Franklin Gothic Medium"/>
              </a:rPr>
              <a:t>function</a:t>
            </a:r>
            <a:endParaRPr sz="2400">
              <a:latin typeface="Franklin Gothic Medium"/>
              <a:cs typeface="Franklin Gothic Medium"/>
            </a:endParaRPr>
          </a:p>
        </p:txBody>
      </p:sp>
      <p:sp>
        <p:nvSpPr>
          <p:cNvPr id="7" name="object 7"/>
          <p:cNvSpPr txBox="1"/>
          <p:nvPr/>
        </p:nvSpPr>
        <p:spPr>
          <a:xfrm>
            <a:off x="329184" y="240791"/>
            <a:ext cx="6261100" cy="5847715"/>
          </a:xfrm>
          <a:prstGeom prst="rect">
            <a:avLst/>
          </a:prstGeom>
          <a:ln w="9525">
            <a:solidFill>
              <a:srgbClr val="000000"/>
            </a:solidFill>
          </a:ln>
        </p:spPr>
        <p:txBody>
          <a:bodyPr vert="horz" wrap="square" lIns="0" tIns="37465" rIns="0" bIns="0" rtlCol="0">
            <a:spAutoFit/>
          </a:bodyPr>
          <a:lstStyle/>
          <a:p>
            <a:pPr marL="90805">
              <a:lnSpc>
                <a:spcPct val="100000"/>
              </a:lnSpc>
              <a:spcBef>
                <a:spcPts val="295"/>
              </a:spcBef>
            </a:pPr>
            <a:r>
              <a:rPr sz="2200" spc="-10" dirty="0">
                <a:latin typeface="Franklin Gothic Medium"/>
                <a:cs typeface="Franklin Gothic Medium"/>
              </a:rPr>
              <a:t>#include&lt;stdio.h&gt;</a:t>
            </a:r>
            <a:endParaRPr sz="2200" dirty="0">
              <a:latin typeface="Franklin Gothic Medium"/>
              <a:cs typeface="Franklin Gothic Medium"/>
            </a:endParaRPr>
          </a:p>
          <a:p>
            <a:pPr marL="90805">
              <a:lnSpc>
                <a:spcPct val="100000"/>
              </a:lnSpc>
            </a:pPr>
            <a:r>
              <a:rPr sz="2200" spc="-10" dirty="0">
                <a:latin typeface="Franklin Gothic Medium"/>
                <a:cs typeface="Franklin Gothic Medium"/>
              </a:rPr>
              <a:t>void</a:t>
            </a:r>
            <a:r>
              <a:rPr sz="2200" spc="-30"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90805">
              <a:lnSpc>
                <a:spcPct val="100000"/>
              </a:lnSpc>
              <a:spcBef>
                <a:spcPts val="5"/>
              </a:spcBef>
            </a:pPr>
            <a:r>
              <a:rPr sz="2200" spc="-5" dirty="0">
                <a:latin typeface="Franklin Gothic Medium"/>
                <a:cs typeface="Franklin Gothic Medium"/>
              </a:rPr>
              <a:t>{</a:t>
            </a:r>
            <a:endParaRPr sz="2200" dirty="0">
              <a:latin typeface="Franklin Gothic Medium"/>
              <a:cs typeface="Franklin Gothic Medium"/>
            </a:endParaRPr>
          </a:p>
          <a:p>
            <a:pPr marL="548005">
              <a:lnSpc>
                <a:spcPct val="100000"/>
              </a:lnSpc>
            </a:pPr>
            <a:r>
              <a:rPr sz="2200" spc="-5" dirty="0">
                <a:latin typeface="Franklin Gothic Medium"/>
                <a:cs typeface="Franklin Gothic Medium"/>
              </a:rPr>
              <a:t>printf("Hello</a:t>
            </a:r>
            <a:r>
              <a:rPr sz="2200" dirty="0">
                <a:latin typeface="Franklin Gothic Medium"/>
                <a:cs typeface="Franklin Gothic Medium"/>
              </a:rPr>
              <a:t> </a:t>
            </a:r>
            <a:r>
              <a:rPr sz="2200" spc="-10" dirty="0">
                <a:latin typeface="Franklin Gothic Medium"/>
                <a:cs typeface="Franklin Gothic Medium"/>
              </a:rPr>
              <a:t>World\n");</a:t>
            </a:r>
            <a:endParaRPr sz="2200" dirty="0">
              <a:latin typeface="Franklin Gothic Medium"/>
              <a:cs typeface="Franklin Gothic Medium"/>
            </a:endParaRPr>
          </a:p>
          <a:p>
            <a:pPr>
              <a:lnSpc>
                <a:spcPct val="100000"/>
              </a:lnSpc>
              <a:spcBef>
                <a:spcPts val="30"/>
              </a:spcBef>
            </a:pPr>
            <a:endParaRPr sz="2300" dirty="0">
              <a:latin typeface="Franklin Gothic Medium"/>
              <a:cs typeface="Franklin Gothic Medium"/>
            </a:endParaRPr>
          </a:p>
          <a:p>
            <a:pPr marL="548005">
              <a:lnSpc>
                <a:spcPct val="100000"/>
              </a:lnSpc>
            </a:pPr>
            <a:r>
              <a:rPr sz="2200" spc="-5" dirty="0">
                <a:latin typeface="Franklin Gothic Medium"/>
                <a:cs typeface="Franklin Gothic Medium"/>
              </a:rPr>
              <a:t>int</a:t>
            </a:r>
            <a:r>
              <a:rPr sz="2200" spc="-20" dirty="0">
                <a:latin typeface="Franklin Gothic Medium"/>
                <a:cs typeface="Franklin Gothic Medium"/>
              </a:rPr>
              <a:t> </a:t>
            </a:r>
            <a:r>
              <a:rPr sz="2200" spc="-5" dirty="0">
                <a:latin typeface="Franklin Gothic Medium"/>
                <a:cs typeface="Franklin Gothic Medium"/>
              </a:rPr>
              <a:t>x</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10;</a:t>
            </a:r>
            <a:endParaRPr sz="2200" dirty="0">
              <a:latin typeface="Franklin Gothic Medium"/>
              <a:cs typeface="Franklin Gothic Medium"/>
            </a:endParaRPr>
          </a:p>
          <a:p>
            <a:pPr marL="548005">
              <a:lnSpc>
                <a:spcPct val="100000"/>
              </a:lnSpc>
            </a:pPr>
            <a:r>
              <a:rPr sz="2200" spc="-10" dirty="0">
                <a:latin typeface="Franklin Gothic Medium"/>
                <a:cs typeface="Franklin Gothic Medium"/>
              </a:rPr>
              <a:t>printf("Value</a:t>
            </a:r>
            <a:r>
              <a:rPr sz="2200" spc="-5" dirty="0">
                <a:latin typeface="Franklin Gothic Medium"/>
                <a:cs typeface="Franklin Gothic Medium"/>
              </a:rPr>
              <a:t> of</a:t>
            </a:r>
            <a:r>
              <a:rPr sz="2200" spc="5" dirty="0">
                <a:latin typeface="Franklin Gothic Medium"/>
                <a:cs typeface="Franklin Gothic Medium"/>
              </a:rPr>
              <a:t> </a:t>
            </a:r>
            <a:r>
              <a:rPr sz="2200" spc="-5" dirty="0">
                <a:latin typeface="Franklin Gothic Medium"/>
                <a:cs typeface="Franklin Gothic Medium"/>
              </a:rPr>
              <a:t>x is:</a:t>
            </a:r>
            <a:r>
              <a:rPr sz="2200" dirty="0">
                <a:latin typeface="Franklin Gothic Medium"/>
                <a:cs typeface="Franklin Gothic Medium"/>
              </a:rPr>
              <a:t> </a:t>
            </a:r>
            <a:r>
              <a:rPr sz="2200" spc="-5" dirty="0">
                <a:solidFill>
                  <a:srgbClr val="C00000"/>
                </a:solidFill>
                <a:latin typeface="Franklin Gothic Medium"/>
                <a:cs typeface="Franklin Gothic Medium"/>
              </a:rPr>
              <a:t>%d</a:t>
            </a:r>
            <a:r>
              <a:rPr sz="2200" spc="-5" dirty="0">
                <a:latin typeface="Franklin Gothic Medium"/>
                <a:cs typeface="Franklin Gothic Medium"/>
              </a:rPr>
              <a:t>\n",</a:t>
            </a:r>
            <a:r>
              <a:rPr sz="2200" spc="-10" dirty="0">
                <a:latin typeface="Franklin Gothic Medium"/>
                <a:cs typeface="Franklin Gothic Medium"/>
              </a:rPr>
              <a:t> </a:t>
            </a:r>
            <a:r>
              <a:rPr sz="2200" spc="-5" dirty="0">
                <a:latin typeface="Franklin Gothic Medium"/>
                <a:cs typeface="Franklin Gothic Medium"/>
              </a:rPr>
              <a:t>x);</a:t>
            </a:r>
            <a:endParaRPr sz="2200" dirty="0">
              <a:latin typeface="Franklin Gothic Medium"/>
              <a:cs typeface="Franklin Gothic Medium"/>
            </a:endParaRPr>
          </a:p>
          <a:p>
            <a:pPr>
              <a:lnSpc>
                <a:spcPct val="100000"/>
              </a:lnSpc>
              <a:spcBef>
                <a:spcPts val="35"/>
              </a:spcBef>
            </a:pPr>
            <a:endParaRPr sz="2300" dirty="0">
              <a:latin typeface="Franklin Gothic Medium"/>
              <a:cs typeface="Franklin Gothic Medium"/>
            </a:endParaRPr>
          </a:p>
          <a:p>
            <a:pPr marL="548005">
              <a:lnSpc>
                <a:spcPct val="100000"/>
              </a:lnSpc>
            </a:pPr>
            <a:r>
              <a:rPr sz="2200" spc="-5" dirty="0">
                <a:latin typeface="Franklin Gothic Medium"/>
                <a:cs typeface="Franklin Gothic Medium"/>
              </a:rPr>
              <a:t>char</a:t>
            </a:r>
            <a:r>
              <a:rPr sz="2200" spc="-30" dirty="0">
                <a:latin typeface="Franklin Gothic Medium"/>
                <a:cs typeface="Franklin Gothic Medium"/>
              </a:rPr>
              <a:t> </a:t>
            </a:r>
            <a:r>
              <a:rPr sz="2200" spc="-5" dirty="0">
                <a:latin typeface="Franklin Gothic Medium"/>
                <a:cs typeface="Franklin Gothic Medium"/>
              </a:rPr>
              <a:t>grade</a:t>
            </a:r>
            <a:r>
              <a:rPr sz="2200" spc="-3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a:t>
            </a:r>
            <a:endParaRPr sz="2200" dirty="0">
              <a:latin typeface="Franklin Gothic Medium"/>
              <a:cs typeface="Franklin Gothic Medium"/>
            </a:endParaRPr>
          </a:p>
          <a:p>
            <a:pPr marL="548005">
              <a:lnSpc>
                <a:spcPct val="100000"/>
              </a:lnSpc>
            </a:pPr>
            <a:r>
              <a:rPr sz="2200" spc="-5" dirty="0">
                <a:latin typeface="Franklin Gothic Medium"/>
                <a:cs typeface="Franklin Gothic Medium"/>
              </a:rPr>
              <a:t>printf("The</a:t>
            </a:r>
            <a:r>
              <a:rPr sz="2200" spc="5" dirty="0">
                <a:latin typeface="Franklin Gothic Medium"/>
                <a:cs typeface="Franklin Gothic Medium"/>
              </a:rPr>
              <a:t> </a:t>
            </a:r>
            <a:r>
              <a:rPr sz="2200" spc="-5" dirty="0">
                <a:latin typeface="Franklin Gothic Medium"/>
                <a:cs typeface="Franklin Gothic Medium"/>
              </a:rPr>
              <a:t>Grade</a:t>
            </a:r>
            <a:r>
              <a:rPr sz="2200" spc="5" dirty="0">
                <a:latin typeface="Franklin Gothic Medium"/>
                <a:cs typeface="Franklin Gothic Medium"/>
              </a:rPr>
              <a:t> </a:t>
            </a:r>
            <a:r>
              <a:rPr sz="2200" spc="-5" dirty="0">
                <a:latin typeface="Franklin Gothic Medium"/>
                <a:cs typeface="Franklin Gothic Medium"/>
              </a:rPr>
              <a:t>obtained is:</a:t>
            </a:r>
            <a:r>
              <a:rPr sz="2200" spc="15" dirty="0">
                <a:latin typeface="Franklin Gothic Medium"/>
                <a:cs typeface="Franklin Gothic Medium"/>
              </a:rPr>
              <a:t> </a:t>
            </a:r>
            <a:r>
              <a:rPr sz="2200" spc="-5" dirty="0">
                <a:solidFill>
                  <a:srgbClr val="C00000"/>
                </a:solidFill>
                <a:latin typeface="Franklin Gothic Medium"/>
                <a:cs typeface="Franklin Gothic Medium"/>
              </a:rPr>
              <a:t>%c</a:t>
            </a:r>
            <a:r>
              <a:rPr sz="2200" spc="-5" dirty="0">
                <a:latin typeface="Franklin Gothic Medium"/>
                <a:cs typeface="Franklin Gothic Medium"/>
              </a:rPr>
              <a:t>\n",</a:t>
            </a:r>
            <a:r>
              <a:rPr sz="2200" spc="10" dirty="0">
                <a:latin typeface="Franklin Gothic Medium"/>
                <a:cs typeface="Franklin Gothic Medium"/>
              </a:rPr>
              <a:t> </a:t>
            </a:r>
            <a:r>
              <a:rPr sz="2200" spc="-10" dirty="0">
                <a:latin typeface="Franklin Gothic Medium"/>
                <a:cs typeface="Franklin Gothic Medium"/>
              </a:rPr>
              <a:t>grade);</a:t>
            </a:r>
            <a:endParaRPr sz="2200" dirty="0">
              <a:latin typeface="Franklin Gothic Medium"/>
              <a:cs typeface="Franklin Gothic Medium"/>
            </a:endParaRPr>
          </a:p>
          <a:p>
            <a:pPr>
              <a:lnSpc>
                <a:spcPct val="100000"/>
              </a:lnSpc>
              <a:spcBef>
                <a:spcPts val="30"/>
              </a:spcBef>
            </a:pPr>
            <a:endParaRPr sz="2300" dirty="0">
              <a:latin typeface="Franklin Gothic Medium"/>
              <a:cs typeface="Franklin Gothic Medium"/>
            </a:endParaRPr>
          </a:p>
          <a:p>
            <a:pPr marL="548005">
              <a:lnSpc>
                <a:spcPct val="100000"/>
              </a:lnSpc>
              <a:spcBef>
                <a:spcPts val="5"/>
              </a:spcBef>
            </a:pPr>
            <a:r>
              <a:rPr sz="2200" spc="-5" dirty="0">
                <a:latin typeface="Franklin Gothic Medium"/>
                <a:cs typeface="Franklin Gothic Medium"/>
              </a:rPr>
              <a:t>float</a:t>
            </a:r>
            <a:r>
              <a:rPr sz="2200" spc="-15" dirty="0">
                <a:latin typeface="Franklin Gothic Medium"/>
                <a:cs typeface="Franklin Gothic Medium"/>
              </a:rPr>
              <a:t> </a:t>
            </a:r>
            <a:r>
              <a:rPr sz="2200" spc="-5" dirty="0">
                <a:latin typeface="Franklin Gothic Medium"/>
                <a:cs typeface="Franklin Gothic Medium"/>
              </a:rPr>
              <a:t>num1</a:t>
            </a:r>
            <a:r>
              <a:rPr sz="2200" spc="-20" dirty="0">
                <a:latin typeface="Franklin Gothic Medium"/>
                <a:cs typeface="Franklin Gothic Medium"/>
              </a:rPr>
              <a:t> </a:t>
            </a:r>
            <a:r>
              <a:rPr sz="2200" spc="-5" dirty="0">
                <a:latin typeface="Franklin Gothic Medium"/>
                <a:cs typeface="Franklin Gothic Medium"/>
              </a:rPr>
              <a:t>= </a:t>
            </a:r>
            <a:r>
              <a:rPr sz="2200" spc="-10" dirty="0">
                <a:latin typeface="Franklin Gothic Medium"/>
                <a:cs typeface="Franklin Gothic Medium"/>
              </a:rPr>
              <a:t>15.50;</a:t>
            </a:r>
            <a:endParaRPr sz="2200" dirty="0">
              <a:latin typeface="Franklin Gothic Medium"/>
              <a:cs typeface="Franklin Gothic Medium"/>
            </a:endParaRPr>
          </a:p>
          <a:p>
            <a:pPr marL="548005">
              <a:lnSpc>
                <a:spcPct val="100000"/>
              </a:lnSpc>
            </a:pPr>
            <a:r>
              <a:rPr sz="2200" spc="-5" dirty="0">
                <a:latin typeface="Franklin Gothic Medium"/>
                <a:cs typeface="Franklin Gothic Medium"/>
              </a:rPr>
              <a:t>double</a:t>
            </a:r>
            <a:r>
              <a:rPr sz="2200" spc="-20" dirty="0">
                <a:latin typeface="Franklin Gothic Medium"/>
                <a:cs typeface="Franklin Gothic Medium"/>
              </a:rPr>
              <a:t> </a:t>
            </a:r>
            <a:r>
              <a:rPr sz="2200" spc="-5" dirty="0">
                <a:latin typeface="Franklin Gothic Medium"/>
                <a:cs typeface="Franklin Gothic Medium"/>
              </a:rPr>
              <a:t>num2</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15" dirty="0">
                <a:latin typeface="Franklin Gothic Medium"/>
                <a:cs typeface="Franklin Gothic Medium"/>
              </a:rPr>
              <a:t>15556522.0978678;</a:t>
            </a:r>
            <a:endParaRPr sz="2200" dirty="0">
              <a:latin typeface="Franklin Gothic Medium"/>
              <a:cs typeface="Franklin Gothic Medium"/>
            </a:endParaRPr>
          </a:p>
          <a:p>
            <a:pPr>
              <a:lnSpc>
                <a:spcPct val="100000"/>
              </a:lnSpc>
              <a:spcBef>
                <a:spcPts val="35"/>
              </a:spcBef>
            </a:pPr>
            <a:endParaRPr sz="2300" dirty="0">
              <a:latin typeface="Franklin Gothic Medium"/>
              <a:cs typeface="Franklin Gothic Medium"/>
            </a:endParaRPr>
          </a:p>
          <a:p>
            <a:pPr marL="548005">
              <a:lnSpc>
                <a:spcPct val="100000"/>
              </a:lnSpc>
            </a:pPr>
            <a:r>
              <a:rPr sz="2200" spc="-10" dirty="0">
                <a:latin typeface="Franklin Gothic Medium"/>
                <a:cs typeface="Franklin Gothic Medium"/>
              </a:rPr>
              <a:t>printf("Value</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num1</a:t>
            </a:r>
            <a:r>
              <a:rPr sz="2200" dirty="0">
                <a:latin typeface="Franklin Gothic Medium"/>
                <a:cs typeface="Franklin Gothic Medium"/>
              </a:rPr>
              <a:t> </a:t>
            </a:r>
            <a:r>
              <a:rPr sz="2200" spc="-5" dirty="0">
                <a:latin typeface="Franklin Gothic Medium"/>
                <a:cs typeface="Franklin Gothic Medium"/>
              </a:rPr>
              <a:t>is: </a:t>
            </a:r>
            <a:r>
              <a:rPr sz="2200" spc="-5" dirty="0">
                <a:solidFill>
                  <a:srgbClr val="C00000"/>
                </a:solidFill>
                <a:latin typeface="Franklin Gothic Medium"/>
                <a:cs typeface="Franklin Gothic Medium"/>
              </a:rPr>
              <a:t>%f</a:t>
            </a:r>
            <a:r>
              <a:rPr sz="2200" spc="15" dirty="0">
                <a:solidFill>
                  <a:srgbClr val="C00000"/>
                </a:solidFill>
                <a:latin typeface="Franklin Gothic Medium"/>
                <a:cs typeface="Franklin Gothic Medium"/>
              </a:rPr>
              <a:t> </a:t>
            </a:r>
            <a:r>
              <a:rPr sz="2200" spc="-5" dirty="0">
                <a:latin typeface="Franklin Gothic Medium"/>
                <a:cs typeface="Franklin Gothic Medium"/>
              </a:rPr>
              <a:t>\n",</a:t>
            </a:r>
            <a:r>
              <a:rPr sz="2200" dirty="0">
                <a:latin typeface="Franklin Gothic Medium"/>
                <a:cs typeface="Franklin Gothic Medium"/>
              </a:rPr>
              <a:t> </a:t>
            </a:r>
            <a:r>
              <a:rPr sz="2200" spc="-10" dirty="0">
                <a:latin typeface="Franklin Gothic Medium"/>
                <a:cs typeface="Franklin Gothic Medium"/>
              </a:rPr>
              <a:t>num1);</a:t>
            </a:r>
            <a:endParaRPr sz="2200" dirty="0">
              <a:latin typeface="Franklin Gothic Medium"/>
              <a:cs typeface="Franklin Gothic Medium"/>
            </a:endParaRPr>
          </a:p>
          <a:p>
            <a:pPr marL="548005">
              <a:lnSpc>
                <a:spcPct val="100000"/>
              </a:lnSpc>
            </a:pPr>
            <a:r>
              <a:rPr sz="2200" spc="-10" dirty="0">
                <a:latin typeface="Franklin Gothic Medium"/>
                <a:cs typeface="Franklin Gothic Medium"/>
              </a:rPr>
              <a:t>printf("Value</a:t>
            </a:r>
            <a:r>
              <a:rPr sz="2200" spc="-5" dirty="0">
                <a:latin typeface="Franklin Gothic Medium"/>
                <a:cs typeface="Franklin Gothic Medium"/>
              </a:rPr>
              <a:t> of</a:t>
            </a:r>
            <a:r>
              <a:rPr sz="2200" spc="5" dirty="0">
                <a:latin typeface="Franklin Gothic Medium"/>
                <a:cs typeface="Franklin Gothic Medium"/>
              </a:rPr>
              <a:t> </a:t>
            </a:r>
            <a:r>
              <a:rPr sz="2200" spc="-5" dirty="0">
                <a:latin typeface="Franklin Gothic Medium"/>
                <a:cs typeface="Franklin Gothic Medium"/>
              </a:rPr>
              <a:t>num2 is:</a:t>
            </a:r>
            <a:r>
              <a:rPr sz="2200" spc="-10" dirty="0">
                <a:latin typeface="Franklin Gothic Medium"/>
                <a:cs typeface="Franklin Gothic Medium"/>
              </a:rPr>
              <a:t> </a:t>
            </a:r>
            <a:r>
              <a:rPr sz="2200" spc="-5" dirty="0">
                <a:solidFill>
                  <a:srgbClr val="C00000"/>
                </a:solidFill>
                <a:latin typeface="Franklin Gothic Medium"/>
                <a:cs typeface="Franklin Gothic Medium"/>
              </a:rPr>
              <a:t>%lf</a:t>
            </a:r>
            <a:r>
              <a:rPr sz="2200" spc="-5" dirty="0">
                <a:latin typeface="Franklin Gothic Medium"/>
                <a:cs typeface="Franklin Gothic Medium"/>
              </a:rPr>
              <a:t>\n",</a:t>
            </a:r>
            <a:r>
              <a:rPr sz="2200" dirty="0">
                <a:latin typeface="Franklin Gothic Medium"/>
                <a:cs typeface="Franklin Gothic Medium"/>
              </a:rPr>
              <a:t> </a:t>
            </a:r>
            <a:r>
              <a:rPr sz="2200" spc="-5" dirty="0">
                <a:latin typeface="Franklin Gothic Medium"/>
                <a:cs typeface="Franklin Gothic Medium"/>
              </a:rPr>
              <a:t>num2);</a:t>
            </a:r>
            <a:endParaRPr sz="2200" dirty="0">
              <a:latin typeface="Franklin Gothic Medium"/>
              <a:cs typeface="Franklin Gothic Medium"/>
            </a:endParaRPr>
          </a:p>
          <a:p>
            <a:pPr marL="90805">
              <a:lnSpc>
                <a:spcPct val="100000"/>
              </a:lnSpc>
            </a:pPr>
            <a:r>
              <a:rPr sz="2200" spc="-5" dirty="0">
                <a:latin typeface="Franklin Gothic Medium"/>
                <a:cs typeface="Franklin Gothic Medium"/>
              </a:rPr>
              <a:t>}</a:t>
            </a:r>
            <a:endParaRPr sz="2200" dirty="0">
              <a:latin typeface="Franklin Gothic Medium"/>
              <a:cs typeface="Franklin Gothic Medium"/>
            </a:endParaRPr>
          </a:p>
        </p:txBody>
      </p:sp>
      <p:grpSp>
        <p:nvGrpSpPr>
          <p:cNvPr id="8" name="object 8"/>
          <p:cNvGrpSpPr/>
          <p:nvPr/>
        </p:nvGrpSpPr>
        <p:grpSpPr>
          <a:xfrm>
            <a:off x="6868223" y="2306891"/>
            <a:ext cx="5179695" cy="2424430"/>
            <a:chOff x="6868223" y="2306891"/>
            <a:chExt cx="5179695" cy="2424430"/>
          </a:xfrm>
        </p:grpSpPr>
        <p:pic>
          <p:nvPicPr>
            <p:cNvPr id="9" name="object 9"/>
            <p:cNvPicPr/>
            <p:nvPr/>
          </p:nvPicPr>
          <p:blipFill>
            <a:blip r:embed="rId4" cstate="print"/>
            <a:stretch>
              <a:fillRect/>
            </a:stretch>
          </p:blipFill>
          <p:spPr>
            <a:xfrm>
              <a:off x="6877811" y="2385629"/>
              <a:ext cx="5160263" cy="2335722"/>
            </a:xfrm>
            <a:prstGeom prst="rect">
              <a:avLst/>
            </a:prstGeom>
          </p:spPr>
        </p:pic>
        <p:sp>
          <p:nvSpPr>
            <p:cNvPr id="10" name="object 10"/>
            <p:cNvSpPr/>
            <p:nvPr/>
          </p:nvSpPr>
          <p:spPr>
            <a:xfrm>
              <a:off x="6872985" y="2311654"/>
              <a:ext cx="5170170" cy="2414905"/>
            </a:xfrm>
            <a:custGeom>
              <a:avLst/>
              <a:gdLst/>
              <a:ahLst/>
              <a:cxnLst/>
              <a:rect l="l" t="t" r="r" b="b"/>
              <a:pathLst>
                <a:path w="5170170" h="2414904">
                  <a:moveTo>
                    <a:pt x="0" y="2414397"/>
                  </a:moveTo>
                  <a:lnTo>
                    <a:pt x="5169789" y="2414397"/>
                  </a:lnTo>
                  <a:lnTo>
                    <a:pt x="5169789" y="0"/>
                  </a:lnTo>
                  <a:lnTo>
                    <a:pt x="0" y="0"/>
                  </a:lnTo>
                  <a:lnTo>
                    <a:pt x="0" y="2414397"/>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15358" y="243331"/>
            <a:ext cx="2715895"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C00000"/>
                </a:solidFill>
                <a:latin typeface="Franklin Gothic Medium"/>
                <a:cs typeface="Franklin Gothic Medium"/>
              </a:rPr>
              <a:t>Format</a:t>
            </a:r>
            <a:r>
              <a:rPr sz="2800" spc="-75" dirty="0">
                <a:solidFill>
                  <a:srgbClr val="C00000"/>
                </a:solidFill>
                <a:latin typeface="Franklin Gothic Medium"/>
                <a:cs typeface="Franklin Gothic Medium"/>
              </a:rPr>
              <a:t> </a:t>
            </a:r>
            <a:r>
              <a:rPr sz="2800" dirty="0">
                <a:solidFill>
                  <a:srgbClr val="C00000"/>
                </a:solidFill>
                <a:latin typeface="Franklin Gothic Medium"/>
                <a:cs typeface="Franklin Gothic Medium"/>
              </a:rPr>
              <a:t>Specifiers</a:t>
            </a:r>
            <a:endParaRPr sz="2800">
              <a:latin typeface="Franklin Gothic Medium"/>
              <a:cs typeface="Franklin Gothic Medium"/>
            </a:endParaRPr>
          </a:p>
        </p:txBody>
      </p:sp>
      <p:grpSp>
        <p:nvGrpSpPr>
          <p:cNvPr id="3" name="object 3"/>
          <p:cNvGrpSpPr/>
          <p:nvPr/>
        </p:nvGrpSpPr>
        <p:grpSpPr>
          <a:xfrm>
            <a:off x="9534143" y="91439"/>
            <a:ext cx="2470150" cy="814705"/>
            <a:chOff x="9534143" y="91439"/>
            <a:chExt cx="2470150" cy="814705"/>
          </a:xfrm>
        </p:grpSpPr>
        <p:pic>
          <p:nvPicPr>
            <p:cNvPr id="4" name="object 4"/>
            <p:cNvPicPr/>
            <p:nvPr/>
          </p:nvPicPr>
          <p:blipFill>
            <a:blip r:embed="rId2" cstate="print"/>
            <a:stretch>
              <a:fillRect/>
            </a:stretch>
          </p:blipFill>
          <p:spPr>
            <a:xfrm>
              <a:off x="9776073" y="291670"/>
              <a:ext cx="2008648" cy="405132"/>
            </a:xfrm>
            <a:prstGeom prst="rect">
              <a:avLst/>
            </a:prstGeom>
          </p:spPr>
        </p:pic>
        <p:pic>
          <p:nvPicPr>
            <p:cNvPr id="5" name="object 5"/>
            <p:cNvPicPr/>
            <p:nvPr/>
          </p:nvPicPr>
          <p:blipFill>
            <a:blip r:embed="rId3" cstate="print"/>
            <a:stretch>
              <a:fillRect/>
            </a:stretch>
          </p:blipFill>
          <p:spPr>
            <a:xfrm>
              <a:off x="9534143" y="91439"/>
              <a:ext cx="2469642" cy="814578"/>
            </a:xfrm>
            <a:prstGeom prst="rect">
              <a:avLst/>
            </a:prstGeom>
          </p:spPr>
        </p:pic>
      </p:grpSp>
      <p:sp>
        <p:nvSpPr>
          <p:cNvPr id="6" name="object 6"/>
          <p:cNvSpPr txBox="1">
            <a:spLocks noGrp="1"/>
          </p:cNvSpPr>
          <p:nvPr>
            <p:ph type="title"/>
          </p:nvPr>
        </p:nvSpPr>
        <p:spPr>
          <a:xfrm>
            <a:off x="9770491" y="218312"/>
            <a:ext cx="1990725" cy="452120"/>
          </a:xfrm>
          <a:prstGeom prst="rect">
            <a:avLst/>
          </a:prstGeom>
        </p:spPr>
        <p:txBody>
          <a:bodyPr vert="horz" wrap="square" lIns="0" tIns="12065" rIns="0" bIns="0" rtlCol="0">
            <a:spAutoFit/>
          </a:bodyPr>
          <a:lstStyle/>
          <a:p>
            <a:pPr marL="12700">
              <a:lnSpc>
                <a:spcPct val="100000"/>
              </a:lnSpc>
              <a:spcBef>
                <a:spcPts val="95"/>
              </a:spcBef>
            </a:pPr>
            <a:r>
              <a:rPr b="1" spc="-570" dirty="0">
                <a:solidFill>
                  <a:srgbClr val="FFFFFF"/>
                </a:solidFill>
                <a:latin typeface="Tahoma"/>
                <a:cs typeface="Tahoma"/>
              </a:rPr>
              <a:t>C</a:t>
            </a:r>
            <a:r>
              <a:rPr b="1" spc="-150" dirty="0">
                <a:solidFill>
                  <a:srgbClr val="FFFFFF"/>
                </a:solidFill>
                <a:latin typeface="Tahoma"/>
                <a:cs typeface="Tahoma"/>
              </a:rPr>
              <a:t> </a:t>
            </a:r>
            <a:r>
              <a:rPr b="1" spc="-540" dirty="0">
                <a:solidFill>
                  <a:srgbClr val="FFFFFF"/>
                </a:solidFill>
                <a:latin typeface="Tahoma"/>
                <a:cs typeface="Tahoma"/>
              </a:rPr>
              <a:t>P</a:t>
            </a:r>
            <a:r>
              <a:rPr b="1" spc="-130" dirty="0">
                <a:solidFill>
                  <a:srgbClr val="FFFFFF"/>
                </a:solidFill>
                <a:latin typeface="Tahoma"/>
                <a:cs typeface="Tahoma"/>
              </a:rPr>
              <a:t>r</a:t>
            </a:r>
            <a:r>
              <a:rPr b="1" spc="-545" dirty="0">
                <a:solidFill>
                  <a:srgbClr val="FFFFFF"/>
                </a:solidFill>
                <a:latin typeface="Tahoma"/>
                <a:cs typeface="Tahoma"/>
              </a:rPr>
              <a:t>o</a:t>
            </a:r>
            <a:r>
              <a:rPr b="1" spc="-585" dirty="0">
                <a:solidFill>
                  <a:srgbClr val="FFFFFF"/>
                </a:solidFill>
                <a:latin typeface="Tahoma"/>
                <a:cs typeface="Tahoma"/>
              </a:rPr>
              <a:t>g</a:t>
            </a:r>
            <a:r>
              <a:rPr b="1" spc="-130" dirty="0">
                <a:solidFill>
                  <a:srgbClr val="FFFFFF"/>
                </a:solidFill>
                <a:latin typeface="Tahoma"/>
                <a:cs typeface="Tahoma"/>
              </a:rPr>
              <a:t>r</a:t>
            </a:r>
            <a:r>
              <a:rPr b="1" spc="-520" dirty="0">
                <a:solidFill>
                  <a:srgbClr val="FFFFFF"/>
                </a:solidFill>
                <a:latin typeface="Tahoma"/>
                <a:cs typeface="Tahoma"/>
              </a:rPr>
              <a:t>a</a:t>
            </a:r>
            <a:r>
              <a:rPr b="1" spc="-894" dirty="0">
                <a:solidFill>
                  <a:srgbClr val="FFFFFF"/>
                </a:solidFill>
                <a:latin typeface="Tahoma"/>
                <a:cs typeface="Tahoma"/>
              </a:rPr>
              <a:t>mm</a:t>
            </a:r>
            <a:r>
              <a:rPr b="1" spc="-250" dirty="0">
                <a:solidFill>
                  <a:srgbClr val="FFFFFF"/>
                </a:solidFill>
                <a:latin typeface="Tahoma"/>
                <a:cs typeface="Tahoma"/>
              </a:rPr>
              <a:t>i</a:t>
            </a:r>
            <a:r>
              <a:rPr b="1" spc="-620" dirty="0">
                <a:solidFill>
                  <a:srgbClr val="FFFFFF"/>
                </a:solidFill>
                <a:latin typeface="Tahoma"/>
                <a:cs typeface="Tahoma"/>
              </a:rPr>
              <a:t>n</a:t>
            </a:r>
            <a:r>
              <a:rPr b="1" spc="-625" dirty="0">
                <a:solidFill>
                  <a:srgbClr val="FFFFFF"/>
                </a:solidFill>
                <a:latin typeface="Tahoma"/>
                <a:cs typeface="Tahoma"/>
              </a:rPr>
              <a:t>g</a:t>
            </a:r>
          </a:p>
        </p:txBody>
      </p:sp>
      <p:graphicFrame>
        <p:nvGraphicFramePr>
          <p:cNvPr id="7" name="object 7"/>
          <p:cNvGraphicFramePr>
            <a:graphicFrameLocks noGrp="1"/>
          </p:cNvGraphicFramePr>
          <p:nvPr/>
        </p:nvGraphicFramePr>
        <p:xfrm>
          <a:off x="3035807" y="1343025"/>
          <a:ext cx="5959475" cy="4567996"/>
        </p:xfrm>
        <a:graphic>
          <a:graphicData uri="http://schemas.openxmlformats.org/drawingml/2006/table">
            <a:tbl>
              <a:tblPr firstRow="1" bandRow="1">
                <a:tableStyleId>{2D5ABB26-0587-4C30-8999-92F81FD0307C}</a:tableStyleId>
              </a:tblPr>
              <a:tblGrid>
                <a:gridCol w="2428240">
                  <a:extLst>
                    <a:ext uri="{9D8B030D-6E8A-4147-A177-3AD203B41FA5}">
                      <a16:colId xmlns:a16="http://schemas.microsoft.com/office/drawing/2014/main" val="20000"/>
                    </a:ext>
                  </a:extLst>
                </a:gridCol>
                <a:gridCol w="3531235">
                  <a:extLst>
                    <a:ext uri="{9D8B030D-6E8A-4147-A177-3AD203B41FA5}">
                      <a16:colId xmlns:a16="http://schemas.microsoft.com/office/drawing/2014/main" val="20001"/>
                    </a:ext>
                  </a:extLst>
                </a:gridCol>
              </a:tblGrid>
              <a:tr h="570991">
                <a:tc>
                  <a:txBody>
                    <a:bodyPr/>
                    <a:lstStyle/>
                    <a:p>
                      <a:pPr marL="91440">
                        <a:lnSpc>
                          <a:spcPct val="100000"/>
                        </a:lnSpc>
                        <a:spcBef>
                          <a:spcPts val="290"/>
                        </a:spcBef>
                      </a:pPr>
                      <a:r>
                        <a:rPr sz="2400" spc="5" dirty="0">
                          <a:solidFill>
                            <a:srgbClr val="FFFFFF"/>
                          </a:solidFill>
                          <a:latin typeface="Franklin Gothic Medium"/>
                          <a:cs typeface="Franklin Gothic Medium"/>
                        </a:rPr>
                        <a:t>Data</a:t>
                      </a:r>
                      <a:r>
                        <a:rPr sz="2400" spc="-70" dirty="0">
                          <a:solidFill>
                            <a:srgbClr val="FFFFFF"/>
                          </a:solidFill>
                          <a:latin typeface="Franklin Gothic Medium"/>
                          <a:cs typeface="Franklin Gothic Medium"/>
                        </a:rPr>
                        <a:t> </a:t>
                      </a:r>
                      <a:r>
                        <a:rPr sz="2400" spc="5" dirty="0">
                          <a:solidFill>
                            <a:srgbClr val="FFFFFF"/>
                          </a:solidFill>
                          <a:latin typeface="Franklin Gothic Medium"/>
                          <a:cs typeface="Franklin Gothic Medium"/>
                        </a:rPr>
                        <a:t>type</a:t>
                      </a:r>
                      <a:endParaRPr sz="2400">
                        <a:latin typeface="Franklin Gothic Medium"/>
                        <a:cs typeface="Franklin Gothic Medium"/>
                      </a:endParaRPr>
                    </a:p>
                  </a:txBody>
                  <a:tcPr marL="0" marR="0" marT="36830" marB="0">
                    <a:lnT w="28575">
                      <a:solidFill>
                        <a:srgbClr val="000000"/>
                      </a:solidFill>
                      <a:prstDash val="solid"/>
                    </a:lnT>
                    <a:lnB w="28575">
                      <a:solidFill>
                        <a:srgbClr val="000000"/>
                      </a:solidFill>
                      <a:prstDash val="solid"/>
                    </a:lnB>
                    <a:solidFill>
                      <a:srgbClr val="C00000"/>
                    </a:solidFill>
                  </a:tcPr>
                </a:tc>
                <a:tc>
                  <a:txBody>
                    <a:bodyPr/>
                    <a:lstStyle/>
                    <a:p>
                      <a:pPr marL="730885">
                        <a:lnSpc>
                          <a:spcPct val="100000"/>
                        </a:lnSpc>
                        <a:spcBef>
                          <a:spcPts val="290"/>
                        </a:spcBef>
                      </a:pPr>
                      <a:r>
                        <a:rPr sz="2400" spc="-5" dirty="0">
                          <a:solidFill>
                            <a:srgbClr val="FFFFFF"/>
                          </a:solidFill>
                          <a:latin typeface="Franklin Gothic Medium"/>
                          <a:cs typeface="Franklin Gothic Medium"/>
                        </a:rPr>
                        <a:t>Format</a:t>
                      </a:r>
                      <a:r>
                        <a:rPr sz="2400" spc="-55" dirty="0">
                          <a:solidFill>
                            <a:srgbClr val="FFFFFF"/>
                          </a:solidFill>
                          <a:latin typeface="Franklin Gothic Medium"/>
                          <a:cs typeface="Franklin Gothic Medium"/>
                        </a:rPr>
                        <a:t> </a:t>
                      </a:r>
                      <a:r>
                        <a:rPr sz="2400" dirty="0">
                          <a:solidFill>
                            <a:srgbClr val="FFFFFF"/>
                          </a:solidFill>
                          <a:latin typeface="Franklin Gothic Medium"/>
                          <a:cs typeface="Franklin Gothic Medium"/>
                        </a:rPr>
                        <a:t>specifier</a:t>
                      </a:r>
                      <a:endParaRPr sz="2400">
                        <a:latin typeface="Franklin Gothic Medium"/>
                        <a:cs typeface="Franklin Gothic Medium"/>
                      </a:endParaRPr>
                    </a:p>
                  </a:txBody>
                  <a:tcPr marL="0" marR="0" marT="36830" marB="0">
                    <a:lnT w="28575">
                      <a:solidFill>
                        <a:srgbClr val="000000"/>
                      </a:solidFill>
                      <a:prstDash val="solid"/>
                    </a:lnT>
                    <a:lnB w="28575">
                      <a:solidFill>
                        <a:srgbClr val="000000"/>
                      </a:solidFill>
                      <a:prstDash val="solid"/>
                    </a:lnB>
                    <a:solidFill>
                      <a:srgbClr val="C00000"/>
                    </a:solidFill>
                  </a:tcPr>
                </a:tc>
                <a:extLst>
                  <a:ext uri="{0D108BD9-81ED-4DB2-BD59-A6C34878D82A}">
                    <a16:rowId xmlns:a16="http://schemas.microsoft.com/office/drawing/2014/main" val="10000"/>
                  </a:ext>
                </a:extLst>
              </a:tr>
              <a:tr h="570992">
                <a:tc>
                  <a:txBody>
                    <a:bodyPr/>
                    <a:lstStyle/>
                    <a:p>
                      <a:pPr marL="91440">
                        <a:lnSpc>
                          <a:spcPct val="100000"/>
                        </a:lnSpc>
                        <a:spcBef>
                          <a:spcPts val="290"/>
                        </a:spcBef>
                      </a:pPr>
                      <a:r>
                        <a:rPr sz="2400" dirty="0">
                          <a:latin typeface="Franklin Gothic Medium"/>
                          <a:cs typeface="Franklin Gothic Medium"/>
                        </a:rPr>
                        <a:t>int</a:t>
                      </a:r>
                      <a:endParaRPr sz="2400">
                        <a:latin typeface="Franklin Gothic Medium"/>
                        <a:cs typeface="Franklin Gothic Medium"/>
                      </a:endParaRPr>
                    </a:p>
                  </a:txBody>
                  <a:tcPr marL="0" marR="0" marT="36830" marB="0">
                    <a:lnT w="28575">
                      <a:solidFill>
                        <a:srgbClr val="000000"/>
                      </a:solidFill>
                      <a:prstDash val="solid"/>
                    </a:lnT>
                    <a:solidFill>
                      <a:srgbClr val="E7E7E7"/>
                    </a:solidFill>
                  </a:tcPr>
                </a:tc>
                <a:tc>
                  <a:txBody>
                    <a:bodyPr/>
                    <a:lstStyle/>
                    <a:p>
                      <a:pPr marL="730885">
                        <a:lnSpc>
                          <a:spcPct val="100000"/>
                        </a:lnSpc>
                        <a:spcBef>
                          <a:spcPts val="290"/>
                        </a:spcBef>
                      </a:pPr>
                      <a:r>
                        <a:rPr sz="2400" spc="-5" dirty="0">
                          <a:latin typeface="Franklin Gothic Medium"/>
                          <a:cs typeface="Franklin Gothic Medium"/>
                        </a:rPr>
                        <a:t>%d</a:t>
                      </a:r>
                      <a:endParaRPr sz="2400">
                        <a:latin typeface="Franklin Gothic Medium"/>
                        <a:cs typeface="Franklin Gothic Medium"/>
                      </a:endParaRPr>
                    </a:p>
                  </a:txBody>
                  <a:tcPr marL="0" marR="0" marT="36830" marB="0">
                    <a:lnT w="28575">
                      <a:solidFill>
                        <a:srgbClr val="000000"/>
                      </a:solidFill>
                      <a:prstDash val="solid"/>
                    </a:lnT>
                    <a:solidFill>
                      <a:srgbClr val="E7E7E7"/>
                    </a:solidFill>
                  </a:tcPr>
                </a:tc>
                <a:extLst>
                  <a:ext uri="{0D108BD9-81ED-4DB2-BD59-A6C34878D82A}">
                    <a16:rowId xmlns:a16="http://schemas.microsoft.com/office/drawing/2014/main" val="10001"/>
                  </a:ext>
                </a:extLst>
              </a:tr>
              <a:tr h="570991">
                <a:tc>
                  <a:txBody>
                    <a:bodyPr/>
                    <a:lstStyle/>
                    <a:p>
                      <a:pPr marL="91440">
                        <a:lnSpc>
                          <a:spcPct val="100000"/>
                        </a:lnSpc>
                        <a:spcBef>
                          <a:spcPts val="290"/>
                        </a:spcBef>
                      </a:pPr>
                      <a:r>
                        <a:rPr sz="2400" spc="5" dirty="0">
                          <a:latin typeface="Franklin Gothic Medium"/>
                          <a:cs typeface="Franklin Gothic Medium"/>
                        </a:rPr>
                        <a:t>short</a:t>
                      </a:r>
                      <a:r>
                        <a:rPr sz="2400" spc="-40" dirty="0">
                          <a:latin typeface="Franklin Gothic Medium"/>
                          <a:cs typeface="Franklin Gothic Medium"/>
                        </a:rPr>
                        <a:t> </a:t>
                      </a:r>
                      <a:r>
                        <a:rPr sz="2400" dirty="0">
                          <a:latin typeface="Franklin Gothic Medium"/>
                          <a:cs typeface="Franklin Gothic Medium"/>
                        </a:rPr>
                        <a:t>int</a:t>
                      </a:r>
                      <a:endParaRPr sz="2400">
                        <a:latin typeface="Franklin Gothic Medium"/>
                        <a:cs typeface="Franklin Gothic Medium"/>
                      </a:endParaRPr>
                    </a:p>
                  </a:txBody>
                  <a:tcPr marL="0" marR="0" marT="36830" marB="0"/>
                </a:tc>
                <a:tc>
                  <a:txBody>
                    <a:bodyPr/>
                    <a:lstStyle/>
                    <a:p>
                      <a:pPr marL="730885">
                        <a:lnSpc>
                          <a:spcPct val="100000"/>
                        </a:lnSpc>
                        <a:spcBef>
                          <a:spcPts val="290"/>
                        </a:spcBef>
                      </a:pPr>
                      <a:r>
                        <a:rPr sz="2400" spc="-5" dirty="0">
                          <a:latin typeface="Franklin Gothic Medium"/>
                          <a:cs typeface="Franklin Gothic Medium"/>
                        </a:rPr>
                        <a:t>%hd</a:t>
                      </a:r>
                      <a:endParaRPr sz="2400">
                        <a:latin typeface="Franklin Gothic Medium"/>
                        <a:cs typeface="Franklin Gothic Medium"/>
                      </a:endParaRPr>
                    </a:p>
                  </a:txBody>
                  <a:tcPr marL="0" marR="0" marT="36830" marB="0"/>
                </a:tc>
                <a:extLst>
                  <a:ext uri="{0D108BD9-81ED-4DB2-BD59-A6C34878D82A}">
                    <a16:rowId xmlns:a16="http://schemas.microsoft.com/office/drawing/2014/main" val="10002"/>
                  </a:ext>
                </a:extLst>
              </a:tr>
              <a:tr h="570992">
                <a:tc>
                  <a:txBody>
                    <a:bodyPr/>
                    <a:lstStyle/>
                    <a:p>
                      <a:pPr marL="91440">
                        <a:lnSpc>
                          <a:spcPct val="100000"/>
                        </a:lnSpc>
                        <a:spcBef>
                          <a:spcPts val="290"/>
                        </a:spcBef>
                      </a:pPr>
                      <a:r>
                        <a:rPr sz="2400" dirty="0">
                          <a:latin typeface="Franklin Gothic Medium"/>
                          <a:cs typeface="Franklin Gothic Medium"/>
                        </a:rPr>
                        <a:t>unsigned</a:t>
                      </a:r>
                      <a:r>
                        <a:rPr sz="2400" spc="-50" dirty="0">
                          <a:latin typeface="Franklin Gothic Medium"/>
                          <a:cs typeface="Franklin Gothic Medium"/>
                        </a:rPr>
                        <a:t> </a:t>
                      </a:r>
                      <a:r>
                        <a:rPr sz="2400" dirty="0">
                          <a:latin typeface="Franklin Gothic Medium"/>
                          <a:cs typeface="Franklin Gothic Medium"/>
                        </a:rPr>
                        <a:t>int</a:t>
                      </a:r>
                      <a:endParaRPr sz="2400">
                        <a:latin typeface="Franklin Gothic Medium"/>
                        <a:cs typeface="Franklin Gothic Medium"/>
                      </a:endParaRPr>
                    </a:p>
                  </a:txBody>
                  <a:tcPr marL="0" marR="0" marT="36830" marB="0">
                    <a:solidFill>
                      <a:srgbClr val="E7E7E7"/>
                    </a:solidFill>
                  </a:tcPr>
                </a:tc>
                <a:tc>
                  <a:txBody>
                    <a:bodyPr/>
                    <a:lstStyle/>
                    <a:p>
                      <a:pPr marL="730885">
                        <a:lnSpc>
                          <a:spcPct val="100000"/>
                        </a:lnSpc>
                        <a:spcBef>
                          <a:spcPts val="290"/>
                        </a:spcBef>
                      </a:pPr>
                      <a:r>
                        <a:rPr sz="2400" spc="-5" dirty="0">
                          <a:latin typeface="Franklin Gothic Medium"/>
                          <a:cs typeface="Franklin Gothic Medium"/>
                        </a:rPr>
                        <a:t>%u</a:t>
                      </a:r>
                      <a:endParaRPr sz="2400">
                        <a:latin typeface="Franklin Gothic Medium"/>
                        <a:cs typeface="Franklin Gothic Medium"/>
                      </a:endParaRPr>
                    </a:p>
                  </a:txBody>
                  <a:tcPr marL="0" marR="0" marT="36830" marB="0">
                    <a:solidFill>
                      <a:srgbClr val="E7E7E7"/>
                    </a:solidFill>
                  </a:tcPr>
                </a:tc>
                <a:extLst>
                  <a:ext uri="{0D108BD9-81ED-4DB2-BD59-A6C34878D82A}">
                    <a16:rowId xmlns:a16="http://schemas.microsoft.com/office/drawing/2014/main" val="10003"/>
                  </a:ext>
                </a:extLst>
              </a:tr>
              <a:tr h="570991">
                <a:tc>
                  <a:txBody>
                    <a:bodyPr/>
                    <a:lstStyle/>
                    <a:p>
                      <a:pPr marL="91440">
                        <a:lnSpc>
                          <a:spcPct val="100000"/>
                        </a:lnSpc>
                        <a:spcBef>
                          <a:spcPts val="295"/>
                        </a:spcBef>
                      </a:pPr>
                      <a:r>
                        <a:rPr sz="2400" dirty="0">
                          <a:latin typeface="Franklin Gothic Medium"/>
                          <a:cs typeface="Franklin Gothic Medium"/>
                        </a:rPr>
                        <a:t>long</a:t>
                      </a:r>
                      <a:r>
                        <a:rPr sz="2400" spc="-40" dirty="0">
                          <a:latin typeface="Franklin Gothic Medium"/>
                          <a:cs typeface="Franklin Gothic Medium"/>
                        </a:rPr>
                        <a:t> </a:t>
                      </a:r>
                      <a:r>
                        <a:rPr sz="2400" dirty="0">
                          <a:latin typeface="Franklin Gothic Medium"/>
                          <a:cs typeface="Franklin Gothic Medium"/>
                        </a:rPr>
                        <a:t>int</a:t>
                      </a:r>
                      <a:endParaRPr sz="2400">
                        <a:latin typeface="Franklin Gothic Medium"/>
                        <a:cs typeface="Franklin Gothic Medium"/>
                      </a:endParaRPr>
                    </a:p>
                  </a:txBody>
                  <a:tcPr marL="0" marR="0" marT="37465" marB="0"/>
                </a:tc>
                <a:tc>
                  <a:txBody>
                    <a:bodyPr/>
                    <a:lstStyle/>
                    <a:p>
                      <a:pPr marL="730885">
                        <a:lnSpc>
                          <a:spcPct val="100000"/>
                        </a:lnSpc>
                        <a:spcBef>
                          <a:spcPts val="295"/>
                        </a:spcBef>
                      </a:pPr>
                      <a:r>
                        <a:rPr sz="2400" spc="-5" dirty="0">
                          <a:latin typeface="Franklin Gothic Medium"/>
                          <a:cs typeface="Franklin Gothic Medium"/>
                        </a:rPr>
                        <a:t>%li</a:t>
                      </a:r>
                      <a:endParaRPr sz="2400">
                        <a:latin typeface="Franklin Gothic Medium"/>
                        <a:cs typeface="Franklin Gothic Medium"/>
                      </a:endParaRPr>
                    </a:p>
                  </a:txBody>
                  <a:tcPr marL="0" marR="0" marT="37465" marB="0"/>
                </a:tc>
                <a:extLst>
                  <a:ext uri="{0D108BD9-81ED-4DB2-BD59-A6C34878D82A}">
                    <a16:rowId xmlns:a16="http://schemas.microsoft.com/office/drawing/2014/main" val="10004"/>
                  </a:ext>
                </a:extLst>
              </a:tr>
              <a:tr h="570992">
                <a:tc>
                  <a:txBody>
                    <a:bodyPr/>
                    <a:lstStyle/>
                    <a:p>
                      <a:pPr marL="91440">
                        <a:lnSpc>
                          <a:spcPct val="100000"/>
                        </a:lnSpc>
                        <a:spcBef>
                          <a:spcPts val="295"/>
                        </a:spcBef>
                      </a:pPr>
                      <a:r>
                        <a:rPr sz="2400" spc="-5" dirty="0">
                          <a:latin typeface="Franklin Gothic Medium"/>
                          <a:cs typeface="Franklin Gothic Medium"/>
                        </a:rPr>
                        <a:t>float</a:t>
                      </a:r>
                      <a:endParaRPr sz="2400">
                        <a:latin typeface="Franklin Gothic Medium"/>
                        <a:cs typeface="Franklin Gothic Medium"/>
                      </a:endParaRPr>
                    </a:p>
                  </a:txBody>
                  <a:tcPr marL="0" marR="0" marT="37465" marB="0">
                    <a:solidFill>
                      <a:srgbClr val="E7E7E7"/>
                    </a:solidFill>
                  </a:tcPr>
                </a:tc>
                <a:tc>
                  <a:txBody>
                    <a:bodyPr/>
                    <a:lstStyle/>
                    <a:p>
                      <a:pPr marL="730885">
                        <a:lnSpc>
                          <a:spcPct val="100000"/>
                        </a:lnSpc>
                        <a:spcBef>
                          <a:spcPts val="295"/>
                        </a:spcBef>
                      </a:pPr>
                      <a:r>
                        <a:rPr sz="2400" spc="-5" dirty="0">
                          <a:latin typeface="Franklin Gothic Medium"/>
                          <a:cs typeface="Franklin Gothic Medium"/>
                        </a:rPr>
                        <a:t>%f</a:t>
                      </a:r>
                      <a:endParaRPr sz="2400">
                        <a:latin typeface="Franklin Gothic Medium"/>
                        <a:cs typeface="Franklin Gothic Medium"/>
                      </a:endParaRPr>
                    </a:p>
                  </a:txBody>
                  <a:tcPr marL="0" marR="0" marT="37465" marB="0">
                    <a:solidFill>
                      <a:srgbClr val="E7E7E7"/>
                    </a:solidFill>
                  </a:tcPr>
                </a:tc>
                <a:extLst>
                  <a:ext uri="{0D108BD9-81ED-4DB2-BD59-A6C34878D82A}">
                    <a16:rowId xmlns:a16="http://schemas.microsoft.com/office/drawing/2014/main" val="10005"/>
                  </a:ext>
                </a:extLst>
              </a:tr>
              <a:tr h="571055">
                <a:tc>
                  <a:txBody>
                    <a:bodyPr/>
                    <a:lstStyle/>
                    <a:p>
                      <a:pPr marL="91440">
                        <a:lnSpc>
                          <a:spcPct val="100000"/>
                        </a:lnSpc>
                        <a:spcBef>
                          <a:spcPts val="295"/>
                        </a:spcBef>
                      </a:pPr>
                      <a:r>
                        <a:rPr sz="2400" dirty="0">
                          <a:latin typeface="Franklin Gothic Medium"/>
                          <a:cs typeface="Franklin Gothic Medium"/>
                        </a:rPr>
                        <a:t>double</a:t>
                      </a:r>
                      <a:endParaRPr sz="2400">
                        <a:latin typeface="Franklin Gothic Medium"/>
                        <a:cs typeface="Franklin Gothic Medium"/>
                      </a:endParaRPr>
                    </a:p>
                  </a:txBody>
                  <a:tcPr marL="0" marR="0" marT="37465" marB="0"/>
                </a:tc>
                <a:tc>
                  <a:txBody>
                    <a:bodyPr/>
                    <a:lstStyle/>
                    <a:p>
                      <a:pPr marL="730885">
                        <a:lnSpc>
                          <a:spcPct val="100000"/>
                        </a:lnSpc>
                        <a:spcBef>
                          <a:spcPts val="295"/>
                        </a:spcBef>
                      </a:pPr>
                      <a:r>
                        <a:rPr sz="2400" spc="-5" dirty="0">
                          <a:latin typeface="Franklin Gothic Medium"/>
                          <a:cs typeface="Franklin Gothic Medium"/>
                        </a:rPr>
                        <a:t>%lf</a:t>
                      </a:r>
                      <a:endParaRPr sz="2400">
                        <a:latin typeface="Franklin Gothic Medium"/>
                        <a:cs typeface="Franklin Gothic Medium"/>
                      </a:endParaRPr>
                    </a:p>
                  </a:txBody>
                  <a:tcPr marL="0" marR="0" marT="37465" marB="0"/>
                </a:tc>
                <a:extLst>
                  <a:ext uri="{0D108BD9-81ED-4DB2-BD59-A6C34878D82A}">
                    <a16:rowId xmlns:a16="http://schemas.microsoft.com/office/drawing/2014/main" val="10006"/>
                  </a:ext>
                </a:extLst>
              </a:tr>
              <a:tr h="570992">
                <a:tc>
                  <a:txBody>
                    <a:bodyPr/>
                    <a:lstStyle/>
                    <a:p>
                      <a:pPr marL="91440">
                        <a:lnSpc>
                          <a:spcPct val="100000"/>
                        </a:lnSpc>
                        <a:spcBef>
                          <a:spcPts val="295"/>
                        </a:spcBef>
                      </a:pPr>
                      <a:r>
                        <a:rPr sz="2400" dirty="0">
                          <a:latin typeface="Franklin Gothic Medium"/>
                          <a:cs typeface="Franklin Gothic Medium"/>
                        </a:rPr>
                        <a:t>char</a:t>
                      </a:r>
                      <a:endParaRPr sz="2400">
                        <a:latin typeface="Franklin Gothic Medium"/>
                        <a:cs typeface="Franklin Gothic Medium"/>
                      </a:endParaRPr>
                    </a:p>
                  </a:txBody>
                  <a:tcPr marL="0" marR="0" marT="37465" marB="0">
                    <a:lnB w="28575">
                      <a:solidFill>
                        <a:srgbClr val="000000"/>
                      </a:solidFill>
                      <a:prstDash val="solid"/>
                    </a:lnB>
                    <a:solidFill>
                      <a:srgbClr val="E7E7E7"/>
                    </a:solidFill>
                  </a:tcPr>
                </a:tc>
                <a:tc>
                  <a:txBody>
                    <a:bodyPr/>
                    <a:lstStyle/>
                    <a:p>
                      <a:pPr marL="730885">
                        <a:lnSpc>
                          <a:spcPct val="100000"/>
                        </a:lnSpc>
                        <a:spcBef>
                          <a:spcPts val="295"/>
                        </a:spcBef>
                      </a:pPr>
                      <a:r>
                        <a:rPr sz="2400" spc="-5" dirty="0">
                          <a:latin typeface="Franklin Gothic Medium"/>
                          <a:cs typeface="Franklin Gothic Medium"/>
                        </a:rPr>
                        <a:t>%c</a:t>
                      </a:r>
                      <a:endParaRPr sz="2400">
                        <a:latin typeface="Franklin Gothic Medium"/>
                        <a:cs typeface="Franklin Gothic Medium"/>
                      </a:endParaRPr>
                    </a:p>
                  </a:txBody>
                  <a:tcPr marL="0" marR="0" marT="37465" marB="0">
                    <a:lnB w="28575">
                      <a:solidFill>
                        <a:srgbClr val="000000"/>
                      </a:solidFill>
                      <a:prstDash val="solid"/>
                    </a:lnB>
                    <a:solidFill>
                      <a:srgbClr val="E7E7E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345168" y="121920"/>
            <a:ext cx="2470150" cy="814705"/>
            <a:chOff x="9345168" y="121920"/>
            <a:chExt cx="2470150" cy="814705"/>
          </a:xfrm>
        </p:grpSpPr>
        <p:pic>
          <p:nvPicPr>
            <p:cNvPr id="3" name="object 3"/>
            <p:cNvPicPr/>
            <p:nvPr/>
          </p:nvPicPr>
          <p:blipFill>
            <a:blip r:embed="rId2" cstate="print"/>
            <a:stretch>
              <a:fillRect/>
            </a:stretch>
          </p:blipFill>
          <p:spPr>
            <a:xfrm>
              <a:off x="9587098" y="323674"/>
              <a:ext cx="2008648" cy="405132"/>
            </a:xfrm>
            <a:prstGeom prst="rect">
              <a:avLst/>
            </a:prstGeom>
          </p:spPr>
        </p:pic>
        <p:pic>
          <p:nvPicPr>
            <p:cNvPr id="4" name="object 4"/>
            <p:cNvPicPr/>
            <p:nvPr/>
          </p:nvPicPr>
          <p:blipFill>
            <a:blip r:embed="rId3" cstate="print"/>
            <a:stretch>
              <a:fillRect/>
            </a:stretch>
          </p:blipFill>
          <p:spPr>
            <a:xfrm>
              <a:off x="9345168" y="121920"/>
              <a:ext cx="2469642" cy="814577"/>
            </a:xfrm>
            <a:prstGeom prst="rect">
              <a:avLst/>
            </a:prstGeom>
          </p:spPr>
        </p:pic>
      </p:grpSp>
      <p:sp>
        <p:nvSpPr>
          <p:cNvPr id="5" name="object 5"/>
          <p:cNvSpPr txBox="1"/>
          <p:nvPr/>
        </p:nvSpPr>
        <p:spPr>
          <a:xfrm>
            <a:off x="9581515" y="250317"/>
            <a:ext cx="1990725"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50"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5" dirty="0">
                <a:solidFill>
                  <a:srgbClr val="FFFFFF"/>
                </a:solidFill>
                <a:latin typeface="Tahoma"/>
                <a:cs typeface="Tahoma"/>
              </a:rPr>
              <a:t>g</a:t>
            </a:r>
            <a:r>
              <a:rPr sz="2800" b="1" spc="-130" dirty="0">
                <a:solidFill>
                  <a:srgbClr val="FFFFFF"/>
                </a:solidFill>
                <a:latin typeface="Tahoma"/>
                <a:cs typeface="Tahoma"/>
              </a:rPr>
              <a:t>r</a:t>
            </a:r>
            <a:r>
              <a:rPr sz="2800" b="1" spc="-520" dirty="0">
                <a:solidFill>
                  <a:srgbClr val="FFFFFF"/>
                </a:solidFill>
                <a:latin typeface="Tahoma"/>
                <a:cs typeface="Tahoma"/>
              </a:rPr>
              <a:t>a</a:t>
            </a:r>
            <a:r>
              <a:rPr sz="2800" b="1" spc="-894"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6" name="object 6"/>
          <p:cNvSpPr txBox="1">
            <a:spLocks noGrp="1"/>
          </p:cNvSpPr>
          <p:nvPr>
            <p:ph type="title"/>
          </p:nvPr>
        </p:nvSpPr>
        <p:spPr>
          <a:xfrm>
            <a:off x="3782059" y="241173"/>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7" name="object 7"/>
          <p:cNvSpPr txBox="1"/>
          <p:nvPr/>
        </p:nvSpPr>
        <p:spPr>
          <a:xfrm>
            <a:off x="613054" y="1489328"/>
            <a:ext cx="10073640" cy="31349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0099"/>
                </a:solidFill>
                <a:latin typeface="Franklin Gothic Medium"/>
                <a:cs typeface="Franklin Gothic Medium"/>
              </a:rPr>
              <a:t>scanf()</a:t>
            </a:r>
            <a:r>
              <a:rPr sz="2400" spc="-6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Input</a:t>
            </a:r>
            <a:r>
              <a:rPr sz="2400" spc="-3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function</a:t>
            </a:r>
            <a:endParaRPr sz="2400">
              <a:latin typeface="Franklin Gothic Medium"/>
              <a:cs typeface="Franklin Gothic Medium"/>
            </a:endParaRPr>
          </a:p>
          <a:p>
            <a:pPr>
              <a:lnSpc>
                <a:spcPct val="100000"/>
              </a:lnSpc>
            </a:pPr>
            <a:endParaRPr sz="2700">
              <a:latin typeface="Franklin Gothic Medium"/>
              <a:cs typeface="Franklin Gothic Medium"/>
            </a:endParaRPr>
          </a:p>
          <a:p>
            <a:pPr>
              <a:lnSpc>
                <a:spcPct val="100000"/>
              </a:lnSpc>
              <a:spcBef>
                <a:spcPts val="30"/>
              </a:spcBef>
            </a:pPr>
            <a:endParaRPr sz="2350">
              <a:latin typeface="Franklin Gothic Medium"/>
              <a:cs typeface="Franklin Gothic Medium"/>
            </a:endParaRPr>
          </a:p>
          <a:p>
            <a:pPr marL="355600" indent="-342900">
              <a:lnSpc>
                <a:spcPct val="100000"/>
              </a:lnSpc>
              <a:spcBef>
                <a:spcPts val="5"/>
              </a:spcBef>
              <a:buFont typeface="Arial MT"/>
              <a:buChar char="•"/>
              <a:tabLst>
                <a:tab pos="354965" algn="l"/>
                <a:tab pos="355600" algn="l"/>
              </a:tabLst>
            </a:pPr>
            <a:r>
              <a:rPr sz="2400" spc="-5" dirty="0">
                <a:solidFill>
                  <a:srgbClr val="202429"/>
                </a:solidFill>
                <a:latin typeface="Franklin Gothic Medium"/>
                <a:cs typeface="Franklin Gothic Medium"/>
              </a:rPr>
              <a:t>The </a:t>
            </a:r>
            <a:r>
              <a:rPr sz="2400" dirty="0">
                <a:solidFill>
                  <a:srgbClr val="202429"/>
                </a:solidFill>
                <a:latin typeface="Franklin Gothic Medium"/>
                <a:cs typeface="Franklin Gothic Medium"/>
              </a:rPr>
              <a:t>most</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used</a:t>
            </a:r>
            <a:r>
              <a:rPr sz="2400" spc="-1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function</a:t>
            </a:r>
            <a:r>
              <a:rPr sz="2400" spc="1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C</a:t>
            </a:r>
            <a:r>
              <a:rPr sz="2400" spc="-1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language.</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spc="-5" dirty="0">
                <a:solidFill>
                  <a:srgbClr val="202429"/>
                </a:solidFill>
                <a:latin typeface="Franklin Gothic Medium"/>
                <a:cs typeface="Franklin Gothic Medium"/>
              </a:rPr>
              <a:t>Defined </a:t>
            </a:r>
            <a:r>
              <a:rPr sz="2400" dirty="0">
                <a:solidFill>
                  <a:srgbClr val="202429"/>
                </a:solidFill>
                <a:latin typeface="Franklin Gothic Medium"/>
                <a:cs typeface="Franklin Gothic Medium"/>
              </a:rPr>
              <a:t>in</a:t>
            </a:r>
            <a:r>
              <a:rPr sz="2400" spc="-10" dirty="0">
                <a:solidFill>
                  <a:srgbClr val="202429"/>
                </a:solidFill>
                <a:latin typeface="Franklin Gothic Medium"/>
                <a:cs typeface="Franklin Gothic Medium"/>
              </a:rPr>
              <a:t> the</a:t>
            </a:r>
            <a:r>
              <a:rPr sz="2400"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stdio.h</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header</a:t>
            </a:r>
            <a:r>
              <a:rPr sz="2400" spc="-5" dirty="0">
                <a:solidFill>
                  <a:srgbClr val="202429"/>
                </a:solidFill>
                <a:latin typeface="Franklin Gothic Medium"/>
                <a:cs typeface="Franklin Gothic Medium"/>
              </a:rPr>
              <a:t> file</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dirty="0">
                <a:solidFill>
                  <a:srgbClr val="202429"/>
                </a:solidFill>
                <a:latin typeface="Franklin Gothic Medium"/>
                <a:cs typeface="Franklin Gothic Medium"/>
              </a:rPr>
              <a:t>Used</a:t>
            </a:r>
            <a:r>
              <a:rPr sz="2400" spc="-15" dirty="0">
                <a:solidFill>
                  <a:srgbClr val="202429"/>
                </a:solidFill>
                <a:latin typeface="Franklin Gothic Medium"/>
                <a:cs typeface="Franklin Gothic Medium"/>
              </a:rPr>
              <a:t> </a:t>
            </a:r>
            <a:r>
              <a:rPr sz="2400" spc="-30" dirty="0">
                <a:solidFill>
                  <a:srgbClr val="202429"/>
                </a:solidFill>
                <a:latin typeface="Franklin Gothic Medium"/>
                <a:cs typeface="Franklin Gothic Medium"/>
              </a:rPr>
              <a:t>to</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read </a:t>
            </a:r>
            <a:r>
              <a:rPr sz="2400" spc="-10" dirty="0">
                <a:solidFill>
                  <a:srgbClr val="202429"/>
                </a:solidFill>
                <a:latin typeface="Franklin Gothic Medium"/>
                <a:cs typeface="Franklin Gothic Medium"/>
              </a:rPr>
              <a:t>the</a:t>
            </a:r>
            <a:r>
              <a:rPr sz="2400" spc="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value</a:t>
            </a:r>
            <a:r>
              <a:rPr sz="2400"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from</a:t>
            </a:r>
            <a:r>
              <a:rPr sz="2400" spc="10"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console</a:t>
            </a:r>
            <a:r>
              <a:rPr sz="2400" spc="-5" dirty="0">
                <a:solidFill>
                  <a:srgbClr val="202429"/>
                </a:solidFill>
                <a:latin typeface="Franklin Gothic Medium"/>
                <a:cs typeface="Franklin Gothic Medium"/>
              </a:rPr>
              <a:t> (standard</a:t>
            </a:r>
            <a:r>
              <a:rPr sz="2400" spc="5" dirty="0">
                <a:solidFill>
                  <a:srgbClr val="202429"/>
                </a:solidFill>
                <a:latin typeface="Franklin Gothic Medium"/>
                <a:cs typeface="Franklin Gothic Medium"/>
              </a:rPr>
              <a:t> </a:t>
            </a:r>
            <a:r>
              <a:rPr sz="2400" spc="-5" dirty="0">
                <a:solidFill>
                  <a:srgbClr val="202429"/>
                </a:solidFill>
                <a:latin typeface="Franklin Gothic Medium"/>
                <a:cs typeface="Franklin Gothic Medium"/>
              </a:rPr>
              <a:t>input)</a:t>
            </a:r>
            <a:endParaRPr sz="2400">
              <a:latin typeface="Franklin Gothic Medium"/>
              <a:cs typeface="Franklin Gothic Medium"/>
            </a:endParaRPr>
          </a:p>
          <a:p>
            <a:pPr marL="355600" indent="-342900">
              <a:lnSpc>
                <a:spcPct val="100000"/>
              </a:lnSpc>
              <a:spcBef>
                <a:spcPts val="1440"/>
              </a:spcBef>
              <a:buFont typeface="Arial MT"/>
              <a:buChar char="•"/>
              <a:tabLst>
                <a:tab pos="354965" algn="l"/>
                <a:tab pos="355600" algn="l"/>
              </a:tabLst>
            </a:pPr>
            <a:r>
              <a:rPr sz="2400" spc="-5" dirty="0">
                <a:solidFill>
                  <a:srgbClr val="202429"/>
                </a:solidFill>
                <a:latin typeface="Franklin Gothic Medium"/>
                <a:cs typeface="Franklin Gothic Medium"/>
              </a:rPr>
              <a:t>When</a:t>
            </a:r>
            <a:r>
              <a:rPr sz="2400" spc="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we</a:t>
            </a:r>
            <a:r>
              <a:rPr sz="2400" spc="10" dirty="0">
                <a:solidFill>
                  <a:srgbClr val="202429"/>
                </a:solidFill>
                <a:latin typeface="Franklin Gothic Medium"/>
                <a:cs typeface="Franklin Gothic Medium"/>
              </a:rPr>
              <a:t> </a:t>
            </a:r>
            <a:r>
              <a:rPr sz="2400" spc="-20" dirty="0">
                <a:solidFill>
                  <a:srgbClr val="202429"/>
                </a:solidFill>
                <a:latin typeface="Franklin Gothic Medium"/>
                <a:cs typeface="Franklin Gothic Medium"/>
              </a:rPr>
              <a:t>take</a:t>
            </a:r>
            <a:r>
              <a:rPr sz="2400" spc="2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input </a:t>
            </a:r>
            <a:r>
              <a:rPr sz="2400" spc="-5" dirty="0">
                <a:solidFill>
                  <a:srgbClr val="202429"/>
                </a:solidFill>
                <a:latin typeface="Franklin Gothic Medium"/>
                <a:cs typeface="Franklin Gothic Medium"/>
              </a:rPr>
              <a:t>from</a:t>
            </a:r>
            <a:r>
              <a:rPr sz="2400" spc="1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spc="-20" dirty="0">
                <a:solidFill>
                  <a:srgbClr val="202429"/>
                </a:solidFill>
                <a:latin typeface="Franklin Gothic Medium"/>
                <a:cs typeface="Franklin Gothic Medium"/>
              </a:rPr>
              <a:t>user,</a:t>
            </a:r>
            <a:r>
              <a:rPr sz="2400" spc="10"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we</a:t>
            </a:r>
            <a:r>
              <a:rPr sz="2400" dirty="0">
                <a:solidFill>
                  <a:srgbClr val="202429"/>
                </a:solidFill>
                <a:latin typeface="Franklin Gothic Medium"/>
                <a:cs typeface="Franklin Gothic Medium"/>
              </a:rPr>
              <a:t> </a:t>
            </a:r>
            <a:r>
              <a:rPr sz="2400" spc="-15" dirty="0">
                <a:solidFill>
                  <a:srgbClr val="202429"/>
                </a:solidFill>
                <a:latin typeface="Franklin Gothic Medium"/>
                <a:cs typeface="Franklin Gothic Medium"/>
              </a:rPr>
              <a:t>store</a:t>
            </a:r>
            <a:r>
              <a:rPr sz="2400" spc="25" dirty="0">
                <a:solidFill>
                  <a:srgbClr val="202429"/>
                </a:solidFill>
                <a:latin typeface="Franklin Gothic Medium"/>
                <a:cs typeface="Franklin Gothic Medium"/>
              </a:rPr>
              <a:t> </a:t>
            </a:r>
            <a:r>
              <a:rPr sz="2400" spc="-10" dirty="0">
                <a:solidFill>
                  <a:srgbClr val="202429"/>
                </a:solidFill>
                <a:latin typeface="Franklin Gothic Medium"/>
                <a:cs typeface="Franklin Gothic Medium"/>
              </a:rPr>
              <a:t>the</a:t>
            </a:r>
            <a:r>
              <a:rPr sz="2400" spc="10" dirty="0">
                <a:solidFill>
                  <a:srgbClr val="202429"/>
                </a:solidFill>
                <a:latin typeface="Franklin Gothic Medium"/>
                <a:cs typeface="Franklin Gothic Medium"/>
              </a:rPr>
              <a:t> </a:t>
            </a:r>
            <a:r>
              <a:rPr sz="2400" dirty="0">
                <a:solidFill>
                  <a:srgbClr val="202429"/>
                </a:solidFill>
                <a:latin typeface="Franklin Gothic Medium"/>
                <a:cs typeface="Franklin Gothic Medium"/>
              </a:rPr>
              <a:t>input </a:t>
            </a:r>
            <a:r>
              <a:rPr sz="2400" spc="-5" dirty="0">
                <a:solidFill>
                  <a:srgbClr val="202429"/>
                </a:solidFill>
                <a:latin typeface="Franklin Gothic Medium"/>
                <a:cs typeface="Franklin Gothic Medium"/>
              </a:rPr>
              <a:t>value</a:t>
            </a:r>
            <a:r>
              <a:rPr sz="2400" spc="-20" dirty="0">
                <a:solidFill>
                  <a:srgbClr val="202429"/>
                </a:solidFill>
                <a:latin typeface="Franklin Gothic Medium"/>
                <a:cs typeface="Franklin Gothic Medium"/>
              </a:rPr>
              <a:t> </a:t>
            </a:r>
            <a:r>
              <a:rPr sz="2400" spc="-15" dirty="0">
                <a:solidFill>
                  <a:srgbClr val="202429"/>
                </a:solidFill>
                <a:latin typeface="Franklin Gothic Medium"/>
                <a:cs typeface="Franklin Gothic Medium"/>
              </a:rPr>
              <a:t>into</a:t>
            </a:r>
            <a:r>
              <a:rPr sz="2400" spc="25" dirty="0">
                <a:solidFill>
                  <a:srgbClr val="202429"/>
                </a:solidFill>
                <a:latin typeface="Franklin Gothic Medium"/>
                <a:cs typeface="Franklin Gothic Medium"/>
              </a:rPr>
              <a:t> </a:t>
            </a:r>
            <a:r>
              <a:rPr sz="2400" dirty="0">
                <a:solidFill>
                  <a:srgbClr val="202429"/>
                </a:solidFill>
                <a:latin typeface="Franklin Gothic Medium"/>
                <a:cs typeface="Franklin Gothic Medium"/>
              </a:rPr>
              <a:t>a</a:t>
            </a:r>
            <a:r>
              <a:rPr sz="2400" spc="-5" dirty="0">
                <a:solidFill>
                  <a:srgbClr val="202429"/>
                </a:solidFill>
                <a:latin typeface="Franklin Gothic Medium"/>
                <a:cs typeface="Franklin Gothic Medium"/>
              </a:rPr>
              <a:t> variable.</a:t>
            </a:r>
            <a:endParaRPr sz="2400">
              <a:latin typeface="Franklin Gothic Medium"/>
              <a:cs typeface="Franklin Gothic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534143" y="91439"/>
            <a:ext cx="2470150" cy="814705"/>
            <a:chOff x="9534143" y="91439"/>
            <a:chExt cx="2470150" cy="814705"/>
          </a:xfrm>
        </p:grpSpPr>
        <p:pic>
          <p:nvPicPr>
            <p:cNvPr id="3" name="object 3"/>
            <p:cNvPicPr/>
            <p:nvPr/>
          </p:nvPicPr>
          <p:blipFill>
            <a:blip r:embed="rId2" cstate="print"/>
            <a:stretch>
              <a:fillRect/>
            </a:stretch>
          </p:blipFill>
          <p:spPr>
            <a:xfrm>
              <a:off x="9776073" y="291670"/>
              <a:ext cx="2008648" cy="405132"/>
            </a:xfrm>
            <a:prstGeom prst="rect">
              <a:avLst/>
            </a:prstGeom>
          </p:spPr>
        </p:pic>
        <p:pic>
          <p:nvPicPr>
            <p:cNvPr id="4" name="object 4"/>
            <p:cNvPicPr/>
            <p:nvPr/>
          </p:nvPicPr>
          <p:blipFill>
            <a:blip r:embed="rId3" cstate="print"/>
            <a:stretch>
              <a:fillRect/>
            </a:stretch>
          </p:blipFill>
          <p:spPr>
            <a:xfrm>
              <a:off x="9534143" y="91439"/>
              <a:ext cx="2469642" cy="814578"/>
            </a:xfrm>
            <a:prstGeom prst="rect">
              <a:avLst/>
            </a:prstGeom>
          </p:spPr>
        </p:pic>
      </p:grpSp>
      <p:sp>
        <p:nvSpPr>
          <p:cNvPr id="5" name="object 5"/>
          <p:cNvSpPr txBox="1"/>
          <p:nvPr/>
        </p:nvSpPr>
        <p:spPr>
          <a:xfrm>
            <a:off x="9770491" y="218312"/>
            <a:ext cx="1990725" cy="452120"/>
          </a:xfrm>
          <a:prstGeom prst="rect">
            <a:avLst/>
          </a:prstGeom>
        </p:spPr>
        <p:txBody>
          <a:bodyPr vert="horz" wrap="square" lIns="0" tIns="12065" rIns="0" bIns="0" rtlCol="0">
            <a:spAutoFit/>
          </a:bodyPr>
          <a:lstStyle/>
          <a:p>
            <a:pPr marL="12700">
              <a:lnSpc>
                <a:spcPct val="100000"/>
              </a:lnSpc>
              <a:spcBef>
                <a:spcPts val="95"/>
              </a:spcBef>
            </a:pPr>
            <a:r>
              <a:rPr sz="2800" b="1" spc="-570" dirty="0">
                <a:solidFill>
                  <a:srgbClr val="FFFFFF"/>
                </a:solidFill>
                <a:latin typeface="Tahoma"/>
                <a:cs typeface="Tahoma"/>
              </a:rPr>
              <a:t>C</a:t>
            </a:r>
            <a:r>
              <a:rPr sz="2800" b="1" spc="-150" dirty="0">
                <a:solidFill>
                  <a:srgbClr val="FFFFFF"/>
                </a:solidFill>
                <a:latin typeface="Tahoma"/>
                <a:cs typeface="Tahoma"/>
              </a:rPr>
              <a:t> </a:t>
            </a:r>
            <a:r>
              <a:rPr sz="2800" b="1" spc="-540" dirty="0">
                <a:solidFill>
                  <a:srgbClr val="FFFFFF"/>
                </a:solidFill>
                <a:latin typeface="Tahoma"/>
                <a:cs typeface="Tahoma"/>
              </a:rPr>
              <a:t>P</a:t>
            </a:r>
            <a:r>
              <a:rPr sz="2800" b="1" spc="-130" dirty="0">
                <a:solidFill>
                  <a:srgbClr val="FFFFFF"/>
                </a:solidFill>
                <a:latin typeface="Tahoma"/>
                <a:cs typeface="Tahoma"/>
              </a:rPr>
              <a:t>r</a:t>
            </a:r>
            <a:r>
              <a:rPr sz="2800" b="1" spc="-545" dirty="0">
                <a:solidFill>
                  <a:srgbClr val="FFFFFF"/>
                </a:solidFill>
                <a:latin typeface="Tahoma"/>
                <a:cs typeface="Tahoma"/>
              </a:rPr>
              <a:t>o</a:t>
            </a:r>
            <a:r>
              <a:rPr sz="2800" b="1" spc="-585" dirty="0">
                <a:solidFill>
                  <a:srgbClr val="FFFFFF"/>
                </a:solidFill>
                <a:latin typeface="Tahoma"/>
                <a:cs typeface="Tahoma"/>
              </a:rPr>
              <a:t>g</a:t>
            </a:r>
            <a:r>
              <a:rPr sz="2800" b="1" spc="-130" dirty="0">
                <a:solidFill>
                  <a:srgbClr val="FFFFFF"/>
                </a:solidFill>
                <a:latin typeface="Tahoma"/>
                <a:cs typeface="Tahoma"/>
              </a:rPr>
              <a:t>r</a:t>
            </a:r>
            <a:r>
              <a:rPr sz="2800" b="1" spc="-520" dirty="0">
                <a:solidFill>
                  <a:srgbClr val="FFFFFF"/>
                </a:solidFill>
                <a:latin typeface="Tahoma"/>
                <a:cs typeface="Tahoma"/>
              </a:rPr>
              <a:t>a</a:t>
            </a:r>
            <a:r>
              <a:rPr sz="2800" b="1" spc="-894" dirty="0">
                <a:solidFill>
                  <a:srgbClr val="FFFFFF"/>
                </a:solidFill>
                <a:latin typeface="Tahoma"/>
                <a:cs typeface="Tahoma"/>
              </a:rPr>
              <a:t>mm</a:t>
            </a:r>
            <a:r>
              <a:rPr sz="2800" b="1" spc="-250" dirty="0">
                <a:solidFill>
                  <a:srgbClr val="FFFFFF"/>
                </a:solidFill>
                <a:latin typeface="Tahoma"/>
                <a:cs typeface="Tahoma"/>
              </a:rPr>
              <a:t>i</a:t>
            </a:r>
            <a:r>
              <a:rPr sz="2800" b="1" spc="-620" dirty="0">
                <a:solidFill>
                  <a:srgbClr val="FFFFFF"/>
                </a:solidFill>
                <a:latin typeface="Tahoma"/>
                <a:cs typeface="Tahoma"/>
              </a:rPr>
              <a:t>n</a:t>
            </a:r>
            <a:r>
              <a:rPr sz="2800" b="1" spc="-625" dirty="0">
                <a:solidFill>
                  <a:srgbClr val="FFFFFF"/>
                </a:solidFill>
                <a:latin typeface="Tahoma"/>
                <a:cs typeface="Tahoma"/>
              </a:rPr>
              <a:t>g</a:t>
            </a:r>
            <a:endParaRPr sz="2800">
              <a:latin typeface="Tahoma"/>
              <a:cs typeface="Tahoma"/>
            </a:endParaRPr>
          </a:p>
        </p:txBody>
      </p:sp>
      <p:sp>
        <p:nvSpPr>
          <p:cNvPr id="6" name="object 6"/>
          <p:cNvSpPr txBox="1">
            <a:spLocks noGrp="1"/>
          </p:cNvSpPr>
          <p:nvPr>
            <p:ph type="title"/>
          </p:nvPr>
        </p:nvSpPr>
        <p:spPr>
          <a:xfrm>
            <a:off x="561848" y="139395"/>
            <a:ext cx="2960370" cy="391795"/>
          </a:xfrm>
          <a:prstGeom prst="rect">
            <a:avLst/>
          </a:prstGeom>
        </p:spPr>
        <p:txBody>
          <a:bodyPr vert="horz" wrap="square" lIns="0" tIns="12700" rIns="0" bIns="0" rtlCol="0">
            <a:spAutoFit/>
          </a:bodyPr>
          <a:lstStyle/>
          <a:p>
            <a:pPr marL="12700">
              <a:lnSpc>
                <a:spcPct val="100000"/>
              </a:lnSpc>
              <a:spcBef>
                <a:spcPts val="100"/>
              </a:spcBef>
            </a:pPr>
            <a:r>
              <a:rPr sz="2400" dirty="0"/>
              <a:t>scanf()</a:t>
            </a:r>
            <a:r>
              <a:rPr sz="2400" spc="-50" dirty="0"/>
              <a:t> </a:t>
            </a:r>
            <a:r>
              <a:rPr sz="2400" dirty="0"/>
              <a:t>-</a:t>
            </a:r>
            <a:r>
              <a:rPr sz="2400" spc="-15" dirty="0"/>
              <a:t> </a:t>
            </a:r>
            <a:r>
              <a:rPr sz="2400" spc="5" dirty="0"/>
              <a:t>Input</a:t>
            </a:r>
            <a:r>
              <a:rPr sz="2400" spc="-45" dirty="0"/>
              <a:t> </a:t>
            </a:r>
            <a:r>
              <a:rPr sz="2400" dirty="0"/>
              <a:t>function</a:t>
            </a:r>
            <a:endParaRPr sz="2400"/>
          </a:p>
        </p:txBody>
      </p:sp>
      <p:sp>
        <p:nvSpPr>
          <p:cNvPr id="7" name="object 7"/>
          <p:cNvSpPr txBox="1"/>
          <p:nvPr/>
        </p:nvSpPr>
        <p:spPr>
          <a:xfrm>
            <a:off x="499872" y="966216"/>
            <a:ext cx="6261100" cy="4494530"/>
          </a:xfrm>
          <a:prstGeom prst="rect">
            <a:avLst/>
          </a:prstGeom>
          <a:ln w="9525">
            <a:solidFill>
              <a:srgbClr val="000000"/>
            </a:solidFill>
          </a:ln>
        </p:spPr>
        <p:txBody>
          <a:bodyPr vert="horz" wrap="square" lIns="0" tIns="37465" rIns="0" bIns="0" rtlCol="0">
            <a:spAutoFit/>
          </a:bodyPr>
          <a:lstStyle/>
          <a:p>
            <a:pPr marL="91440" marR="4006215">
              <a:lnSpc>
                <a:spcPct val="100000"/>
              </a:lnSpc>
              <a:spcBef>
                <a:spcPts val="295"/>
              </a:spcBef>
            </a:pP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spc="-5" dirty="0">
                <a:latin typeface="Franklin Gothic Medium"/>
                <a:cs typeface="Franklin Gothic Medium"/>
              </a:rPr>
              <a:t> </a:t>
            </a:r>
            <a:r>
              <a:rPr sz="2200" spc="-10" dirty="0">
                <a:latin typeface="Franklin Gothic Medium"/>
                <a:cs typeface="Franklin Gothic Medium"/>
              </a:rPr>
              <a:t>main()</a:t>
            </a:r>
            <a:endParaRPr sz="2200">
              <a:latin typeface="Franklin Gothic Medium"/>
              <a:cs typeface="Franklin Gothic Medium"/>
            </a:endParaRPr>
          </a:p>
          <a:p>
            <a:pPr marL="91440">
              <a:lnSpc>
                <a:spcPct val="100000"/>
              </a:lnSpc>
            </a:pPr>
            <a:r>
              <a:rPr sz="2200" spc="-5" dirty="0">
                <a:latin typeface="Franklin Gothic Medium"/>
                <a:cs typeface="Franklin Gothic Medium"/>
              </a:rPr>
              <a:t>{</a:t>
            </a:r>
            <a:endParaRPr sz="2200">
              <a:latin typeface="Franklin Gothic Medium"/>
              <a:cs typeface="Franklin Gothic Medium"/>
            </a:endParaRPr>
          </a:p>
          <a:p>
            <a:pPr marL="548640" marR="3347085">
              <a:lnSpc>
                <a:spcPct val="100000"/>
              </a:lnSpc>
            </a:pPr>
            <a:r>
              <a:rPr sz="2200" spc="-5" dirty="0">
                <a:latin typeface="Franklin Gothic Medium"/>
                <a:cs typeface="Franklin Gothic Medium"/>
              </a:rPr>
              <a:t>int</a:t>
            </a:r>
            <a:r>
              <a:rPr sz="2200" spc="540" dirty="0">
                <a:latin typeface="Franklin Gothic Medium"/>
                <a:cs typeface="Franklin Gothic Medium"/>
              </a:rPr>
              <a:t> </a:t>
            </a:r>
            <a:r>
              <a:rPr sz="2200" spc="-5" dirty="0">
                <a:latin typeface="Franklin Gothic Medium"/>
                <a:cs typeface="Franklin Gothic Medium"/>
              </a:rPr>
              <a:t>age; </a:t>
            </a:r>
            <a:r>
              <a:rPr sz="2200" dirty="0">
                <a:latin typeface="Franklin Gothic Medium"/>
                <a:cs typeface="Franklin Gothic Medium"/>
              </a:rPr>
              <a:t> </a:t>
            </a:r>
            <a:r>
              <a:rPr sz="2200" spc="-10" dirty="0">
                <a:latin typeface="Franklin Gothic Medium"/>
                <a:cs typeface="Franklin Gothic Medium"/>
              </a:rPr>
              <a:t>printf("Enter </a:t>
            </a:r>
            <a:r>
              <a:rPr sz="2200" spc="-5" dirty="0">
                <a:latin typeface="Franklin Gothic Medium"/>
                <a:cs typeface="Franklin Gothic Medium"/>
              </a:rPr>
              <a:t>age: </a:t>
            </a:r>
            <a:r>
              <a:rPr sz="2200" spc="-10" dirty="0">
                <a:latin typeface="Franklin Gothic Medium"/>
                <a:cs typeface="Franklin Gothic Medium"/>
              </a:rPr>
              <a:t>"); </a:t>
            </a:r>
            <a:r>
              <a:rPr sz="2200" spc="-535" dirty="0">
                <a:latin typeface="Franklin Gothic Medium"/>
                <a:cs typeface="Franklin Gothic Medium"/>
              </a:rPr>
              <a:t> </a:t>
            </a:r>
            <a:r>
              <a:rPr sz="2200" spc="-10" dirty="0">
                <a:solidFill>
                  <a:srgbClr val="000099"/>
                </a:solidFill>
                <a:latin typeface="Franklin Gothic Medium"/>
                <a:cs typeface="Franklin Gothic Medium"/>
              </a:rPr>
              <a:t>scanf("%d",</a:t>
            </a:r>
            <a:r>
              <a:rPr sz="2200" spc="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&amp;age);</a:t>
            </a:r>
            <a:endParaRPr sz="2200">
              <a:latin typeface="Franklin Gothic Medium"/>
              <a:cs typeface="Franklin Gothic Medium"/>
            </a:endParaRPr>
          </a:p>
          <a:p>
            <a:pPr marL="548640">
              <a:lnSpc>
                <a:spcPct val="100000"/>
              </a:lnSpc>
              <a:spcBef>
                <a:spcPts val="5"/>
              </a:spcBef>
            </a:pPr>
            <a:r>
              <a:rPr sz="2200" spc="-5" dirty="0">
                <a:latin typeface="Franklin Gothic Medium"/>
                <a:cs typeface="Franklin Gothic Medium"/>
              </a:rPr>
              <a:t>printf("The</a:t>
            </a:r>
            <a:r>
              <a:rPr sz="2200" dirty="0">
                <a:latin typeface="Franklin Gothic Medium"/>
                <a:cs typeface="Franklin Gothic Medium"/>
              </a:rPr>
              <a:t> </a:t>
            </a:r>
            <a:r>
              <a:rPr sz="2200" spc="-15" dirty="0">
                <a:latin typeface="Franklin Gothic Medium"/>
                <a:cs typeface="Franklin Gothic Medium"/>
              </a:rPr>
              <a:t>entered</a:t>
            </a:r>
            <a:r>
              <a:rPr sz="2200" spc="-5" dirty="0">
                <a:latin typeface="Franklin Gothic Medium"/>
                <a:cs typeface="Franklin Gothic Medium"/>
              </a:rPr>
              <a:t> age</a:t>
            </a:r>
            <a:r>
              <a:rPr sz="2200" spc="5"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%d\n",</a:t>
            </a:r>
            <a:r>
              <a:rPr sz="2200" spc="-5" dirty="0">
                <a:latin typeface="Franklin Gothic Medium"/>
                <a:cs typeface="Franklin Gothic Medium"/>
              </a:rPr>
              <a:t> age);</a:t>
            </a:r>
            <a:endParaRPr sz="2200">
              <a:latin typeface="Franklin Gothic Medium"/>
              <a:cs typeface="Franklin Gothic Medium"/>
            </a:endParaRPr>
          </a:p>
          <a:p>
            <a:pPr>
              <a:lnSpc>
                <a:spcPct val="100000"/>
              </a:lnSpc>
              <a:spcBef>
                <a:spcPts val="35"/>
              </a:spcBef>
            </a:pPr>
            <a:endParaRPr sz="2300">
              <a:latin typeface="Franklin Gothic Medium"/>
              <a:cs typeface="Franklin Gothic Medium"/>
            </a:endParaRPr>
          </a:p>
          <a:p>
            <a:pPr marL="548640" marR="3029585">
              <a:lnSpc>
                <a:spcPct val="100000"/>
              </a:lnSpc>
            </a:pPr>
            <a:r>
              <a:rPr sz="2200" spc="-5" dirty="0">
                <a:latin typeface="Franklin Gothic Medium"/>
                <a:cs typeface="Franklin Gothic Medium"/>
              </a:rPr>
              <a:t>float</a:t>
            </a:r>
            <a:r>
              <a:rPr sz="2200" dirty="0">
                <a:latin typeface="Franklin Gothic Medium"/>
                <a:cs typeface="Franklin Gothic Medium"/>
              </a:rPr>
              <a:t> </a:t>
            </a:r>
            <a:r>
              <a:rPr sz="2200" spc="-10" dirty="0">
                <a:latin typeface="Franklin Gothic Medium"/>
                <a:cs typeface="Franklin Gothic Medium"/>
              </a:rPr>
              <a:t>marks; </a:t>
            </a:r>
            <a:r>
              <a:rPr sz="2200" spc="-5" dirty="0">
                <a:latin typeface="Franklin Gothic Medium"/>
                <a:cs typeface="Franklin Gothic Medium"/>
              </a:rPr>
              <a:t> </a:t>
            </a:r>
            <a:r>
              <a:rPr sz="2200" spc="-10" dirty="0">
                <a:latin typeface="Franklin Gothic Medium"/>
                <a:cs typeface="Franklin Gothic Medium"/>
              </a:rPr>
              <a:t>printf("Enter</a:t>
            </a:r>
            <a:r>
              <a:rPr sz="2200" spc="-5" dirty="0">
                <a:latin typeface="Franklin Gothic Medium"/>
                <a:cs typeface="Franklin Gothic Medium"/>
              </a:rPr>
              <a:t> </a:t>
            </a:r>
            <a:r>
              <a:rPr sz="2200" spc="-10" dirty="0">
                <a:latin typeface="Franklin Gothic Medium"/>
                <a:cs typeface="Franklin Gothic Medium"/>
              </a:rPr>
              <a:t>marks: "); </a:t>
            </a:r>
            <a:r>
              <a:rPr sz="2200" spc="-535" dirty="0">
                <a:latin typeface="Franklin Gothic Medium"/>
                <a:cs typeface="Franklin Gothic Medium"/>
              </a:rPr>
              <a:t> </a:t>
            </a:r>
            <a:r>
              <a:rPr sz="2200" spc="-10" dirty="0">
                <a:solidFill>
                  <a:srgbClr val="000099"/>
                </a:solidFill>
                <a:latin typeface="Franklin Gothic Medium"/>
                <a:cs typeface="Franklin Gothic Medium"/>
              </a:rPr>
              <a:t>scanf("%f",</a:t>
            </a:r>
            <a:r>
              <a:rPr sz="2200" spc="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&amp;marks);</a:t>
            </a:r>
            <a:endParaRPr sz="2200">
              <a:latin typeface="Franklin Gothic Medium"/>
              <a:cs typeface="Franklin Gothic Medium"/>
            </a:endParaRPr>
          </a:p>
          <a:p>
            <a:pPr marL="548640">
              <a:lnSpc>
                <a:spcPct val="100000"/>
              </a:lnSpc>
            </a:pPr>
            <a:r>
              <a:rPr sz="2200" spc="-5" dirty="0">
                <a:latin typeface="Franklin Gothic Medium"/>
                <a:cs typeface="Franklin Gothic Medium"/>
              </a:rPr>
              <a:t>printf("The</a:t>
            </a:r>
            <a:r>
              <a:rPr sz="2200" spc="5" dirty="0">
                <a:latin typeface="Franklin Gothic Medium"/>
                <a:cs typeface="Franklin Gothic Medium"/>
              </a:rPr>
              <a:t> </a:t>
            </a:r>
            <a:r>
              <a:rPr sz="2200" spc="-15" dirty="0">
                <a:latin typeface="Franklin Gothic Medium"/>
                <a:cs typeface="Franklin Gothic Medium"/>
              </a:rPr>
              <a:t>entered</a:t>
            </a:r>
            <a:r>
              <a:rPr sz="2200" spc="-5" dirty="0">
                <a:latin typeface="Franklin Gothic Medium"/>
                <a:cs typeface="Franklin Gothic Medium"/>
              </a:rPr>
              <a:t> </a:t>
            </a:r>
            <a:r>
              <a:rPr sz="2200" spc="-10" dirty="0">
                <a:latin typeface="Franklin Gothic Medium"/>
                <a:cs typeface="Franklin Gothic Medium"/>
              </a:rPr>
              <a:t>marks</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10" dirty="0">
                <a:latin typeface="Franklin Gothic Medium"/>
                <a:cs typeface="Franklin Gothic Medium"/>
              </a:rPr>
              <a:t>%f",</a:t>
            </a:r>
            <a:r>
              <a:rPr sz="2200" spc="10" dirty="0">
                <a:latin typeface="Franklin Gothic Medium"/>
                <a:cs typeface="Franklin Gothic Medium"/>
              </a:rPr>
              <a:t> </a:t>
            </a:r>
            <a:r>
              <a:rPr sz="2200" spc="-10" dirty="0">
                <a:latin typeface="Franklin Gothic Medium"/>
                <a:cs typeface="Franklin Gothic Medium"/>
              </a:rPr>
              <a:t>marks);</a:t>
            </a:r>
            <a:endParaRPr sz="2200">
              <a:latin typeface="Franklin Gothic Medium"/>
              <a:cs typeface="Franklin Gothic Medium"/>
            </a:endParaRPr>
          </a:p>
          <a:p>
            <a:pPr marL="91440">
              <a:lnSpc>
                <a:spcPct val="100000"/>
              </a:lnSpc>
            </a:pPr>
            <a:r>
              <a:rPr sz="2200" spc="-5" dirty="0">
                <a:latin typeface="Franklin Gothic Medium"/>
                <a:cs typeface="Franklin Gothic Medium"/>
              </a:rPr>
              <a:t>}</a:t>
            </a:r>
            <a:endParaRPr sz="2200">
              <a:latin typeface="Franklin Gothic Medium"/>
              <a:cs typeface="Franklin Gothic Medium"/>
            </a:endParaRPr>
          </a:p>
        </p:txBody>
      </p:sp>
      <p:sp>
        <p:nvSpPr>
          <p:cNvPr id="8" name="object 8"/>
          <p:cNvSpPr txBox="1"/>
          <p:nvPr/>
        </p:nvSpPr>
        <p:spPr>
          <a:xfrm>
            <a:off x="7141464" y="972311"/>
            <a:ext cx="4551045" cy="3903345"/>
          </a:xfrm>
          <a:prstGeom prst="rect">
            <a:avLst/>
          </a:prstGeom>
          <a:ln w="9525">
            <a:solidFill>
              <a:srgbClr val="000000"/>
            </a:solidFill>
          </a:ln>
        </p:spPr>
        <p:txBody>
          <a:bodyPr vert="horz" wrap="square" lIns="0" tIns="152400" rIns="0" bIns="0" rtlCol="0">
            <a:spAutoFit/>
          </a:bodyPr>
          <a:lstStyle/>
          <a:p>
            <a:pPr marL="92075">
              <a:lnSpc>
                <a:spcPct val="100000"/>
              </a:lnSpc>
              <a:spcBef>
                <a:spcPts val="1200"/>
              </a:spcBef>
            </a:pPr>
            <a:r>
              <a:rPr sz="2400" dirty="0">
                <a:solidFill>
                  <a:srgbClr val="000099"/>
                </a:solidFill>
                <a:latin typeface="Franklin Gothic Medium"/>
                <a:cs typeface="Franklin Gothic Medium"/>
              </a:rPr>
              <a:t>Output:</a:t>
            </a:r>
            <a:endParaRPr sz="2400">
              <a:latin typeface="Franklin Gothic Medium"/>
              <a:cs typeface="Franklin Gothic Medium"/>
            </a:endParaRPr>
          </a:p>
          <a:p>
            <a:pPr marL="92075">
              <a:lnSpc>
                <a:spcPct val="100000"/>
              </a:lnSpc>
              <a:spcBef>
                <a:spcPts val="1440"/>
              </a:spcBef>
            </a:pPr>
            <a:r>
              <a:rPr sz="2400" spc="-15" dirty="0">
                <a:latin typeface="Franklin Gothic Medium"/>
                <a:cs typeface="Franklin Gothic Medium"/>
              </a:rPr>
              <a:t>Enter</a:t>
            </a:r>
            <a:r>
              <a:rPr sz="2400" spc="-10" dirty="0">
                <a:latin typeface="Franklin Gothic Medium"/>
                <a:cs typeface="Franklin Gothic Medium"/>
              </a:rPr>
              <a:t> </a:t>
            </a:r>
            <a:r>
              <a:rPr sz="2400" dirty="0">
                <a:latin typeface="Franklin Gothic Medium"/>
                <a:cs typeface="Franklin Gothic Medium"/>
              </a:rPr>
              <a:t>age:</a:t>
            </a:r>
            <a:r>
              <a:rPr sz="2400" spc="-25" dirty="0">
                <a:latin typeface="Franklin Gothic Medium"/>
                <a:cs typeface="Franklin Gothic Medium"/>
              </a:rPr>
              <a:t> </a:t>
            </a:r>
            <a:r>
              <a:rPr sz="2400" spc="5" dirty="0">
                <a:latin typeface="Franklin Gothic Medium"/>
                <a:cs typeface="Franklin Gothic Medium"/>
              </a:rPr>
              <a:t>18</a:t>
            </a:r>
            <a:endParaRPr sz="2400">
              <a:latin typeface="Franklin Gothic Medium"/>
              <a:cs typeface="Franklin Gothic Medium"/>
            </a:endParaRPr>
          </a:p>
          <a:p>
            <a:pPr marL="92075" marR="1540510">
              <a:lnSpc>
                <a:spcPct val="150000"/>
              </a:lnSpc>
              <a:spcBef>
                <a:spcPts val="5"/>
              </a:spcBef>
            </a:pPr>
            <a:r>
              <a:rPr sz="2400" spc="-5" dirty="0">
                <a:latin typeface="Franklin Gothic Medium"/>
                <a:cs typeface="Franklin Gothic Medium"/>
              </a:rPr>
              <a:t>The</a:t>
            </a:r>
            <a:r>
              <a:rPr sz="2400" spc="-30" dirty="0">
                <a:latin typeface="Franklin Gothic Medium"/>
                <a:cs typeface="Franklin Gothic Medium"/>
              </a:rPr>
              <a:t> </a:t>
            </a:r>
            <a:r>
              <a:rPr sz="2400" spc="-10" dirty="0">
                <a:latin typeface="Franklin Gothic Medium"/>
                <a:cs typeface="Franklin Gothic Medium"/>
              </a:rPr>
              <a:t>entered</a:t>
            </a:r>
            <a:r>
              <a:rPr sz="2400" dirty="0">
                <a:latin typeface="Franklin Gothic Medium"/>
                <a:cs typeface="Franklin Gothic Medium"/>
              </a:rPr>
              <a:t> age</a:t>
            </a:r>
            <a:r>
              <a:rPr sz="2400" spc="-25" dirty="0">
                <a:latin typeface="Franklin Gothic Medium"/>
                <a:cs typeface="Franklin Gothic Medium"/>
              </a:rPr>
              <a:t> </a:t>
            </a:r>
            <a:r>
              <a:rPr sz="2400" dirty="0">
                <a:latin typeface="Franklin Gothic Medium"/>
                <a:cs typeface="Franklin Gothic Medium"/>
              </a:rPr>
              <a:t>is:</a:t>
            </a:r>
            <a:r>
              <a:rPr sz="2400" spc="-30" dirty="0">
                <a:latin typeface="Franklin Gothic Medium"/>
                <a:cs typeface="Franklin Gothic Medium"/>
              </a:rPr>
              <a:t> </a:t>
            </a:r>
            <a:r>
              <a:rPr sz="2400" spc="5" dirty="0">
                <a:latin typeface="Franklin Gothic Medium"/>
                <a:cs typeface="Franklin Gothic Medium"/>
              </a:rPr>
              <a:t>18 </a:t>
            </a:r>
            <a:r>
              <a:rPr sz="2400" spc="-585" dirty="0">
                <a:latin typeface="Franklin Gothic Medium"/>
                <a:cs typeface="Franklin Gothic Medium"/>
              </a:rPr>
              <a:t> </a:t>
            </a:r>
            <a:r>
              <a:rPr sz="2400" spc="-15" dirty="0">
                <a:latin typeface="Franklin Gothic Medium"/>
                <a:cs typeface="Franklin Gothic Medium"/>
              </a:rPr>
              <a:t>Enter</a:t>
            </a:r>
            <a:r>
              <a:rPr sz="2400" spc="10" dirty="0">
                <a:latin typeface="Franklin Gothic Medium"/>
                <a:cs typeface="Franklin Gothic Medium"/>
              </a:rPr>
              <a:t> </a:t>
            </a:r>
            <a:r>
              <a:rPr sz="2400" spc="-10" dirty="0">
                <a:latin typeface="Franklin Gothic Medium"/>
                <a:cs typeface="Franklin Gothic Medium"/>
              </a:rPr>
              <a:t>marks:</a:t>
            </a:r>
            <a:endParaRPr sz="2400">
              <a:latin typeface="Franklin Gothic Medium"/>
              <a:cs typeface="Franklin Gothic Medium"/>
            </a:endParaRPr>
          </a:p>
          <a:p>
            <a:pPr marL="92075">
              <a:lnSpc>
                <a:spcPct val="100000"/>
              </a:lnSpc>
              <a:spcBef>
                <a:spcPts val="1440"/>
              </a:spcBef>
            </a:pPr>
            <a:r>
              <a:rPr sz="2400" spc="-5" dirty="0">
                <a:latin typeface="Franklin Gothic Medium"/>
                <a:cs typeface="Franklin Gothic Medium"/>
              </a:rPr>
              <a:t>89.5</a:t>
            </a:r>
            <a:endParaRPr sz="2400">
              <a:latin typeface="Franklin Gothic Medium"/>
              <a:cs typeface="Franklin Gothic Medium"/>
            </a:endParaRPr>
          </a:p>
          <a:p>
            <a:pPr marL="92075">
              <a:lnSpc>
                <a:spcPct val="100000"/>
              </a:lnSpc>
              <a:spcBef>
                <a:spcPts val="1440"/>
              </a:spcBef>
            </a:pPr>
            <a:r>
              <a:rPr sz="2400" spc="-5" dirty="0">
                <a:latin typeface="Franklin Gothic Medium"/>
                <a:cs typeface="Franklin Gothic Medium"/>
              </a:rPr>
              <a:t>The</a:t>
            </a:r>
            <a:r>
              <a:rPr sz="2400" spc="-20" dirty="0">
                <a:latin typeface="Franklin Gothic Medium"/>
                <a:cs typeface="Franklin Gothic Medium"/>
              </a:rPr>
              <a:t> </a:t>
            </a:r>
            <a:r>
              <a:rPr sz="2400" spc="-10" dirty="0">
                <a:latin typeface="Franklin Gothic Medium"/>
                <a:cs typeface="Franklin Gothic Medium"/>
              </a:rPr>
              <a:t>entered</a:t>
            </a:r>
            <a:r>
              <a:rPr sz="2400" dirty="0">
                <a:latin typeface="Franklin Gothic Medium"/>
                <a:cs typeface="Franklin Gothic Medium"/>
              </a:rPr>
              <a:t> </a:t>
            </a:r>
            <a:r>
              <a:rPr sz="2400" spc="-10" dirty="0">
                <a:latin typeface="Franklin Gothic Medium"/>
                <a:cs typeface="Franklin Gothic Medium"/>
              </a:rPr>
              <a:t>marks </a:t>
            </a:r>
            <a:r>
              <a:rPr sz="2400" dirty="0">
                <a:latin typeface="Franklin Gothic Medium"/>
                <a:cs typeface="Franklin Gothic Medium"/>
              </a:rPr>
              <a:t>is:</a:t>
            </a:r>
            <a:r>
              <a:rPr sz="2400" spc="-25" dirty="0">
                <a:latin typeface="Franklin Gothic Medium"/>
                <a:cs typeface="Franklin Gothic Medium"/>
              </a:rPr>
              <a:t> </a:t>
            </a:r>
            <a:r>
              <a:rPr sz="2400" spc="-5" dirty="0">
                <a:latin typeface="Franklin Gothic Medium"/>
                <a:cs typeface="Franklin Gothic Medium"/>
              </a:rPr>
              <a:t>89.5</a:t>
            </a:r>
            <a:endParaRPr sz="2400">
              <a:latin typeface="Franklin Gothic Medium"/>
              <a:cs typeface="Franklin Gothic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0073" y="2928873"/>
            <a:ext cx="2369820" cy="452120"/>
          </a:xfrm>
          <a:prstGeom prst="rect">
            <a:avLst/>
          </a:prstGeom>
        </p:spPr>
        <p:txBody>
          <a:bodyPr vert="horz" wrap="square" lIns="0" tIns="12065" rIns="0" bIns="0" rtlCol="0">
            <a:spAutoFit/>
          </a:bodyPr>
          <a:lstStyle/>
          <a:p>
            <a:pPr marL="12700">
              <a:lnSpc>
                <a:spcPct val="100000"/>
              </a:lnSpc>
              <a:spcBef>
                <a:spcPts val="95"/>
              </a:spcBef>
            </a:pPr>
            <a:r>
              <a:rPr dirty="0"/>
              <a:t>More</a:t>
            </a:r>
            <a:r>
              <a:rPr spc="-70" dirty="0"/>
              <a:t> </a:t>
            </a:r>
            <a:r>
              <a:rPr spc="-5" dirty="0"/>
              <a:t>Examples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42187" y="2157983"/>
            <a:ext cx="11055350" cy="4154804"/>
          </a:xfrm>
          <a:custGeom>
            <a:avLst/>
            <a:gdLst/>
            <a:ahLst/>
            <a:cxnLst/>
            <a:rect l="l" t="t" r="r" b="b"/>
            <a:pathLst>
              <a:path w="11055350" h="4154804">
                <a:moveTo>
                  <a:pt x="0" y="4154424"/>
                </a:moveTo>
                <a:lnTo>
                  <a:pt x="11055096" y="4154424"/>
                </a:lnTo>
                <a:lnTo>
                  <a:pt x="11055096" y="0"/>
                </a:lnTo>
                <a:lnTo>
                  <a:pt x="0" y="0"/>
                </a:lnTo>
                <a:lnTo>
                  <a:pt x="0" y="4154424"/>
                </a:lnTo>
                <a:close/>
              </a:path>
            </a:pathLst>
          </a:custGeom>
          <a:ln w="9525">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322884" y="131825"/>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4" name="object 4"/>
          <p:cNvSpPr txBox="1"/>
          <p:nvPr/>
        </p:nvSpPr>
        <p:spPr>
          <a:xfrm>
            <a:off x="314045" y="789559"/>
            <a:ext cx="11546205" cy="5415280"/>
          </a:xfrm>
          <a:prstGeom prst="rect">
            <a:avLst/>
          </a:prstGeom>
        </p:spPr>
        <p:txBody>
          <a:bodyPr vert="horz" wrap="square" lIns="0" tIns="12700" rIns="0" bIns="0" rtlCol="0">
            <a:spAutoFit/>
          </a:bodyPr>
          <a:lstStyle/>
          <a:p>
            <a:pPr marL="469900" marR="5080" indent="-457200">
              <a:lnSpc>
                <a:spcPct val="150000"/>
              </a:lnSpc>
              <a:spcBef>
                <a:spcPts val="100"/>
              </a:spcBef>
              <a:tabLst>
                <a:tab pos="469265" algn="l"/>
              </a:tabLst>
            </a:pPr>
            <a:r>
              <a:rPr sz="2400" dirty="0">
                <a:solidFill>
                  <a:srgbClr val="000099"/>
                </a:solidFill>
                <a:latin typeface="Franklin Gothic Medium"/>
                <a:cs typeface="Franklin Gothic Medium"/>
              </a:rPr>
              <a:t>1.	</a:t>
            </a:r>
            <a:r>
              <a:rPr sz="2400" spc="-20" dirty="0">
                <a:solidFill>
                  <a:srgbClr val="000099"/>
                </a:solidFill>
                <a:latin typeface="Franklin Gothic Medium"/>
                <a:cs typeface="Franklin Gothic Medium"/>
              </a:rPr>
              <a:t>Write</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a:t>
            </a:r>
            <a:r>
              <a:rPr sz="2400" spc="23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C</a:t>
            </a:r>
            <a:r>
              <a:rPr sz="2400" spc="2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program</a:t>
            </a:r>
            <a:r>
              <a:rPr sz="2400" spc="250" dirty="0">
                <a:solidFill>
                  <a:srgbClr val="000099"/>
                </a:solidFill>
                <a:latin typeface="Franklin Gothic Medium"/>
                <a:cs typeface="Franklin Gothic Medium"/>
              </a:rPr>
              <a:t> </a:t>
            </a:r>
            <a:r>
              <a:rPr sz="2400" spc="-30" dirty="0">
                <a:solidFill>
                  <a:srgbClr val="000099"/>
                </a:solidFill>
                <a:latin typeface="Franklin Gothic Medium"/>
                <a:cs typeface="Franklin Gothic Medium"/>
              </a:rPr>
              <a:t>to</a:t>
            </a:r>
            <a:r>
              <a:rPr sz="2400" spc="2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input</a:t>
            </a:r>
            <a:r>
              <a:rPr sz="2400" spc="24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marks</a:t>
            </a:r>
            <a:r>
              <a:rPr sz="2400" spc="22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in</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3</a:t>
            </a:r>
            <a:r>
              <a:rPr sz="2400" spc="23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subjects,</a:t>
            </a:r>
            <a:r>
              <a:rPr sz="2400" spc="24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find</a:t>
            </a:r>
            <a:r>
              <a:rPr sz="2400" spc="245" dirty="0">
                <a:solidFill>
                  <a:srgbClr val="000099"/>
                </a:solidFill>
                <a:latin typeface="Franklin Gothic Medium"/>
                <a:cs typeface="Franklin Gothic Medium"/>
              </a:rPr>
              <a:t> </a:t>
            </a:r>
            <a:r>
              <a:rPr sz="2400" spc="-15" dirty="0">
                <a:solidFill>
                  <a:srgbClr val="000099"/>
                </a:solidFill>
                <a:latin typeface="Franklin Gothic Medium"/>
                <a:cs typeface="Franklin Gothic Medium"/>
              </a:rPr>
              <a:t>total,</a:t>
            </a:r>
            <a:r>
              <a:rPr sz="2400" spc="240" dirty="0">
                <a:solidFill>
                  <a:srgbClr val="000099"/>
                </a:solidFill>
                <a:latin typeface="Franklin Gothic Medium"/>
                <a:cs typeface="Franklin Gothic Medium"/>
              </a:rPr>
              <a:t> </a:t>
            </a:r>
            <a:r>
              <a:rPr sz="2400" spc="-10" dirty="0">
                <a:solidFill>
                  <a:srgbClr val="000099"/>
                </a:solidFill>
                <a:latin typeface="Franklin Gothic Medium"/>
                <a:cs typeface="Franklin Gothic Medium"/>
              </a:rPr>
              <a:t>average</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and</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print</a:t>
            </a:r>
            <a:r>
              <a:rPr sz="2400" spc="23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all</a:t>
            </a:r>
            <a:r>
              <a:rPr sz="2400" spc="235" dirty="0">
                <a:solidFill>
                  <a:srgbClr val="000099"/>
                </a:solidFill>
                <a:latin typeface="Franklin Gothic Medium"/>
                <a:cs typeface="Franklin Gothic Medium"/>
              </a:rPr>
              <a:t> </a:t>
            </a:r>
            <a:r>
              <a:rPr sz="2400" spc="10" dirty="0">
                <a:solidFill>
                  <a:srgbClr val="000099"/>
                </a:solidFill>
                <a:latin typeface="Franklin Gothic Medium"/>
                <a:cs typeface="Franklin Gothic Medium"/>
              </a:rPr>
              <a:t>of </a:t>
            </a:r>
            <a:r>
              <a:rPr sz="2400" spc="-58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them</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on</a:t>
            </a:r>
            <a:r>
              <a:rPr sz="2400" spc="-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the</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screen.</a:t>
            </a:r>
            <a:endParaRPr sz="2400" dirty="0">
              <a:latin typeface="Franklin Gothic Medium"/>
              <a:cs typeface="Franklin Gothic Medium"/>
            </a:endParaRPr>
          </a:p>
          <a:p>
            <a:pPr marL="520065" marR="7915275">
              <a:lnSpc>
                <a:spcPct val="100000"/>
              </a:lnSpc>
              <a:spcBef>
                <a:spcPts val="2110"/>
              </a:spcBef>
            </a:pPr>
            <a:r>
              <a:rPr sz="2400" b="1" spc="-10" dirty="0">
                <a:latin typeface="Courier New"/>
                <a:cs typeface="Courier New"/>
              </a:rPr>
              <a:t>#include&lt;stdio.h&gt; </a:t>
            </a:r>
            <a:r>
              <a:rPr sz="2400" b="1" spc="-1430" dirty="0">
                <a:latin typeface="Courier New"/>
                <a:cs typeface="Courier New"/>
              </a:rPr>
              <a:t> </a:t>
            </a:r>
            <a:r>
              <a:rPr sz="2400" b="1" spc="-5" dirty="0">
                <a:latin typeface="Courier New"/>
                <a:cs typeface="Courier New"/>
              </a:rPr>
              <a:t>void</a:t>
            </a:r>
            <a:r>
              <a:rPr sz="2400" b="1" spc="-15" dirty="0">
                <a:latin typeface="Courier New"/>
                <a:cs typeface="Courier New"/>
              </a:rPr>
              <a:t> </a:t>
            </a:r>
            <a:r>
              <a:rPr sz="2400" b="1" spc="-10" dirty="0">
                <a:latin typeface="Courier New"/>
                <a:cs typeface="Courier New"/>
              </a:rPr>
              <a:t>main()</a:t>
            </a:r>
            <a:endParaRPr sz="2400" dirty="0">
              <a:latin typeface="Courier New"/>
              <a:cs typeface="Courier New"/>
            </a:endParaRPr>
          </a:p>
          <a:p>
            <a:pPr marL="520065">
              <a:lnSpc>
                <a:spcPct val="100000"/>
              </a:lnSpc>
            </a:pPr>
            <a:r>
              <a:rPr sz="2400" b="1" dirty="0">
                <a:latin typeface="Courier New"/>
                <a:cs typeface="Courier New"/>
              </a:rPr>
              <a:t>{</a:t>
            </a:r>
            <a:endParaRPr sz="2400" dirty="0">
              <a:latin typeface="Courier New"/>
              <a:cs typeface="Courier New"/>
            </a:endParaRPr>
          </a:p>
          <a:p>
            <a:pPr marL="977265" marR="3622675">
              <a:lnSpc>
                <a:spcPct val="100000"/>
              </a:lnSpc>
            </a:pPr>
            <a:r>
              <a:rPr sz="2400" b="1" spc="-5" dirty="0">
                <a:latin typeface="Courier New"/>
                <a:cs typeface="Courier New"/>
              </a:rPr>
              <a:t>float </a:t>
            </a:r>
            <a:r>
              <a:rPr sz="2400" b="1" spc="-10" dirty="0">
                <a:latin typeface="Courier New"/>
                <a:cs typeface="Courier New"/>
              </a:rPr>
              <a:t>m1, </a:t>
            </a:r>
            <a:r>
              <a:rPr sz="2400" b="1" spc="-5" dirty="0">
                <a:latin typeface="Courier New"/>
                <a:cs typeface="Courier New"/>
              </a:rPr>
              <a:t>m2, </a:t>
            </a:r>
            <a:r>
              <a:rPr sz="2400" b="1" spc="-10" dirty="0">
                <a:latin typeface="Courier New"/>
                <a:cs typeface="Courier New"/>
              </a:rPr>
              <a:t>m3, total, average; </a:t>
            </a:r>
            <a:r>
              <a:rPr sz="2400" b="1" spc="-5" dirty="0">
                <a:latin typeface="Courier New"/>
                <a:cs typeface="Courier New"/>
              </a:rPr>
              <a:t> </a:t>
            </a:r>
            <a:r>
              <a:rPr sz="2400" b="1" spc="-10" dirty="0">
                <a:latin typeface="Courier New"/>
                <a:cs typeface="Courier New"/>
              </a:rPr>
              <a:t>printf("Enter</a:t>
            </a:r>
            <a:r>
              <a:rPr sz="2400" b="1" spc="-5" dirty="0">
                <a:latin typeface="Courier New"/>
                <a:cs typeface="Courier New"/>
              </a:rPr>
              <a:t> </a:t>
            </a:r>
            <a:r>
              <a:rPr sz="2400" b="1" spc="-10" dirty="0">
                <a:latin typeface="Courier New"/>
                <a:cs typeface="Courier New"/>
              </a:rPr>
              <a:t>marks</a:t>
            </a:r>
            <a:r>
              <a:rPr sz="2400" b="1" dirty="0">
                <a:latin typeface="Courier New"/>
                <a:cs typeface="Courier New"/>
              </a:rPr>
              <a:t> </a:t>
            </a:r>
            <a:r>
              <a:rPr sz="2400" b="1" spc="-5" dirty="0">
                <a:latin typeface="Courier New"/>
                <a:cs typeface="Courier New"/>
              </a:rPr>
              <a:t>in</a:t>
            </a:r>
            <a:r>
              <a:rPr sz="2400" b="1" spc="-10" dirty="0">
                <a:latin typeface="Courier New"/>
                <a:cs typeface="Courier New"/>
              </a:rPr>
              <a:t> </a:t>
            </a:r>
            <a:r>
              <a:rPr sz="2400" b="1" dirty="0">
                <a:latin typeface="Courier New"/>
                <a:cs typeface="Courier New"/>
              </a:rPr>
              <a:t>3</a:t>
            </a:r>
            <a:r>
              <a:rPr sz="2400" b="1" spc="-10" dirty="0">
                <a:latin typeface="Courier New"/>
                <a:cs typeface="Courier New"/>
              </a:rPr>
              <a:t> subjects\n"); </a:t>
            </a:r>
            <a:r>
              <a:rPr sz="2400" b="1" spc="-1425" dirty="0">
                <a:latin typeface="Courier New"/>
                <a:cs typeface="Courier New"/>
              </a:rPr>
              <a:t> </a:t>
            </a:r>
            <a:r>
              <a:rPr sz="2400" b="1" spc="-5" dirty="0">
                <a:latin typeface="Courier New"/>
                <a:cs typeface="Courier New"/>
              </a:rPr>
              <a:t>scanf("%f%f%f", &amp;m1, </a:t>
            </a:r>
            <a:r>
              <a:rPr sz="2400" b="1" spc="-10" dirty="0">
                <a:latin typeface="Courier New"/>
                <a:cs typeface="Courier New"/>
              </a:rPr>
              <a:t>&amp;m2, </a:t>
            </a:r>
            <a:r>
              <a:rPr sz="2400" b="1" spc="-5" dirty="0">
                <a:latin typeface="Courier New"/>
                <a:cs typeface="Courier New"/>
              </a:rPr>
              <a:t>&amp;m3); </a:t>
            </a:r>
            <a:r>
              <a:rPr sz="2400" b="1" dirty="0">
                <a:latin typeface="Courier New"/>
                <a:cs typeface="Courier New"/>
              </a:rPr>
              <a:t> </a:t>
            </a:r>
            <a:r>
              <a:rPr sz="2400" b="1" spc="-10" dirty="0">
                <a:latin typeface="Courier New"/>
                <a:cs typeface="Courier New"/>
              </a:rPr>
              <a:t>total=m1+m2+m3;</a:t>
            </a:r>
            <a:endParaRPr sz="2400" dirty="0">
              <a:latin typeface="Courier New"/>
              <a:cs typeface="Courier New"/>
            </a:endParaRPr>
          </a:p>
          <a:p>
            <a:pPr marL="977265" marR="338455">
              <a:lnSpc>
                <a:spcPct val="100000"/>
              </a:lnSpc>
              <a:spcBef>
                <a:spcPts val="5"/>
              </a:spcBef>
            </a:pPr>
            <a:r>
              <a:rPr sz="2400" b="1" spc="-10" dirty="0">
                <a:latin typeface="Courier New"/>
                <a:cs typeface="Courier New"/>
              </a:rPr>
              <a:t>average=total/3.0; </a:t>
            </a:r>
            <a:r>
              <a:rPr sz="2400" b="1" spc="-5" dirty="0">
                <a:latin typeface="Courier New"/>
                <a:cs typeface="Courier New"/>
              </a:rPr>
              <a:t> </a:t>
            </a:r>
            <a:r>
              <a:rPr sz="2400" b="1" spc="-10" dirty="0">
                <a:latin typeface="Courier New"/>
                <a:cs typeface="Courier New"/>
              </a:rPr>
              <a:t>printf("Marks1=%f\nMarks2=%f\nMarks3=%f\n",</a:t>
            </a:r>
            <a:r>
              <a:rPr sz="2400" b="1" spc="10" dirty="0">
                <a:latin typeface="Courier New"/>
                <a:cs typeface="Courier New"/>
              </a:rPr>
              <a:t> </a:t>
            </a:r>
            <a:r>
              <a:rPr sz="2400" b="1" spc="-5" dirty="0">
                <a:latin typeface="Courier New"/>
                <a:cs typeface="Courier New"/>
              </a:rPr>
              <a:t>m1,</a:t>
            </a:r>
            <a:r>
              <a:rPr sz="2400" b="1" spc="-10" dirty="0">
                <a:latin typeface="Courier New"/>
                <a:cs typeface="Courier New"/>
              </a:rPr>
              <a:t> </a:t>
            </a:r>
            <a:r>
              <a:rPr sz="2400" b="1" spc="-5" dirty="0">
                <a:latin typeface="Courier New"/>
                <a:cs typeface="Courier New"/>
              </a:rPr>
              <a:t>m2,</a:t>
            </a:r>
            <a:r>
              <a:rPr sz="2400" b="1" spc="15" dirty="0">
                <a:latin typeface="Courier New"/>
                <a:cs typeface="Courier New"/>
              </a:rPr>
              <a:t> </a:t>
            </a:r>
            <a:r>
              <a:rPr sz="2400" b="1" spc="-10" dirty="0">
                <a:latin typeface="Courier New"/>
                <a:cs typeface="Courier New"/>
              </a:rPr>
              <a:t>m3); </a:t>
            </a:r>
            <a:r>
              <a:rPr sz="2400" b="1" spc="-1425" dirty="0">
                <a:latin typeface="Courier New"/>
                <a:cs typeface="Courier New"/>
              </a:rPr>
              <a:t> </a:t>
            </a:r>
            <a:r>
              <a:rPr sz="2400" b="1" spc="-10" dirty="0">
                <a:latin typeface="Courier New"/>
                <a:cs typeface="Courier New"/>
              </a:rPr>
              <a:t>printf("Total=%f\nAverage=%f\n", </a:t>
            </a:r>
            <a:r>
              <a:rPr sz="2400" b="1" spc="-5" dirty="0">
                <a:latin typeface="Courier New"/>
                <a:cs typeface="Courier New"/>
              </a:rPr>
              <a:t>total,</a:t>
            </a:r>
            <a:r>
              <a:rPr sz="2400" b="1" spc="-20" dirty="0">
                <a:latin typeface="Courier New"/>
                <a:cs typeface="Courier New"/>
              </a:rPr>
              <a:t> </a:t>
            </a:r>
            <a:r>
              <a:rPr sz="2400" b="1" spc="-10" dirty="0">
                <a:latin typeface="Courier New"/>
                <a:cs typeface="Courier New"/>
              </a:rPr>
              <a:t>average);</a:t>
            </a:r>
            <a:endParaRPr sz="2400" dirty="0">
              <a:latin typeface="Courier New"/>
              <a:cs typeface="Courier New"/>
            </a:endParaRPr>
          </a:p>
          <a:p>
            <a:pPr marL="520065">
              <a:lnSpc>
                <a:spcPct val="100000"/>
              </a:lnSpc>
            </a:pPr>
            <a:r>
              <a:rPr sz="2400" b="1" dirty="0">
                <a:latin typeface="Courier New"/>
                <a:cs typeface="Courier New"/>
              </a:rPr>
              <a:t>}</a:t>
            </a:r>
            <a:endParaRPr sz="2400" dirty="0">
              <a:latin typeface="Courier New"/>
              <a:cs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884" y="131825"/>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3" name="object 3"/>
          <p:cNvSpPr txBox="1"/>
          <p:nvPr/>
        </p:nvSpPr>
        <p:spPr>
          <a:xfrm>
            <a:off x="314045" y="789559"/>
            <a:ext cx="11546205" cy="1122680"/>
          </a:xfrm>
          <a:prstGeom prst="rect">
            <a:avLst/>
          </a:prstGeom>
        </p:spPr>
        <p:txBody>
          <a:bodyPr vert="horz" wrap="square" lIns="0" tIns="12700" rIns="0" bIns="0" rtlCol="0">
            <a:spAutoFit/>
          </a:bodyPr>
          <a:lstStyle/>
          <a:p>
            <a:pPr marL="469900" marR="5080" indent="-457200">
              <a:lnSpc>
                <a:spcPct val="150000"/>
              </a:lnSpc>
              <a:spcBef>
                <a:spcPts val="100"/>
              </a:spcBef>
              <a:tabLst>
                <a:tab pos="469265" algn="l"/>
              </a:tabLst>
            </a:pPr>
            <a:r>
              <a:rPr sz="2400" dirty="0">
                <a:solidFill>
                  <a:srgbClr val="000099"/>
                </a:solidFill>
                <a:latin typeface="Franklin Gothic Medium"/>
                <a:cs typeface="Franklin Gothic Medium"/>
              </a:rPr>
              <a:t>1.	</a:t>
            </a:r>
            <a:r>
              <a:rPr sz="2400" spc="-20" dirty="0">
                <a:solidFill>
                  <a:srgbClr val="000099"/>
                </a:solidFill>
                <a:latin typeface="Franklin Gothic Medium"/>
                <a:cs typeface="Franklin Gothic Medium"/>
              </a:rPr>
              <a:t>Write</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a:t>
            </a:r>
            <a:r>
              <a:rPr sz="2400" spc="23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C</a:t>
            </a:r>
            <a:r>
              <a:rPr sz="2400" spc="2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program</a:t>
            </a:r>
            <a:r>
              <a:rPr sz="2400" spc="250" dirty="0">
                <a:solidFill>
                  <a:srgbClr val="000099"/>
                </a:solidFill>
                <a:latin typeface="Franklin Gothic Medium"/>
                <a:cs typeface="Franklin Gothic Medium"/>
              </a:rPr>
              <a:t> </a:t>
            </a:r>
            <a:r>
              <a:rPr sz="2400" spc="-30" dirty="0">
                <a:solidFill>
                  <a:srgbClr val="000099"/>
                </a:solidFill>
                <a:latin typeface="Franklin Gothic Medium"/>
                <a:cs typeface="Franklin Gothic Medium"/>
              </a:rPr>
              <a:t>to</a:t>
            </a:r>
            <a:r>
              <a:rPr sz="2400" spc="2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input</a:t>
            </a:r>
            <a:r>
              <a:rPr sz="2400" spc="24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marks</a:t>
            </a:r>
            <a:r>
              <a:rPr sz="2400" spc="22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in</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3</a:t>
            </a:r>
            <a:r>
              <a:rPr sz="2400" spc="23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subjects,</a:t>
            </a:r>
            <a:r>
              <a:rPr sz="2400" spc="24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find</a:t>
            </a:r>
            <a:r>
              <a:rPr sz="2400" spc="245" dirty="0">
                <a:solidFill>
                  <a:srgbClr val="000099"/>
                </a:solidFill>
                <a:latin typeface="Franklin Gothic Medium"/>
                <a:cs typeface="Franklin Gothic Medium"/>
              </a:rPr>
              <a:t> </a:t>
            </a:r>
            <a:r>
              <a:rPr sz="2400" spc="-15" dirty="0">
                <a:solidFill>
                  <a:srgbClr val="000099"/>
                </a:solidFill>
                <a:latin typeface="Franklin Gothic Medium"/>
                <a:cs typeface="Franklin Gothic Medium"/>
              </a:rPr>
              <a:t>total,</a:t>
            </a:r>
            <a:r>
              <a:rPr sz="2400" spc="240" dirty="0">
                <a:solidFill>
                  <a:srgbClr val="000099"/>
                </a:solidFill>
                <a:latin typeface="Franklin Gothic Medium"/>
                <a:cs typeface="Franklin Gothic Medium"/>
              </a:rPr>
              <a:t> </a:t>
            </a:r>
            <a:r>
              <a:rPr sz="2400" spc="-10" dirty="0">
                <a:solidFill>
                  <a:srgbClr val="000099"/>
                </a:solidFill>
                <a:latin typeface="Franklin Gothic Medium"/>
                <a:cs typeface="Franklin Gothic Medium"/>
              </a:rPr>
              <a:t>average</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and</a:t>
            </a:r>
            <a:r>
              <a:rPr sz="2400" spc="2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print</a:t>
            </a:r>
            <a:r>
              <a:rPr sz="2400" spc="23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all</a:t>
            </a:r>
            <a:r>
              <a:rPr sz="2400" spc="235" dirty="0">
                <a:solidFill>
                  <a:srgbClr val="000099"/>
                </a:solidFill>
                <a:latin typeface="Franklin Gothic Medium"/>
                <a:cs typeface="Franklin Gothic Medium"/>
              </a:rPr>
              <a:t> </a:t>
            </a:r>
            <a:r>
              <a:rPr sz="2400" spc="10" dirty="0">
                <a:solidFill>
                  <a:srgbClr val="000099"/>
                </a:solidFill>
                <a:latin typeface="Franklin Gothic Medium"/>
                <a:cs typeface="Franklin Gothic Medium"/>
              </a:rPr>
              <a:t>of </a:t>
            </a:r>
            <a:r>
              <a:rPr sz="2400" spc="-58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them</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on</a:t>
            </a:r>
            <a:r>
              <a:rPr sz="2400" spc="-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the</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screen.</a:t>
            </a:r>
            <a:endParaRPr sz="2400" dirty="0">
              <a:latin typeface="Franklin Gothic Medium"/>
              <a:cs typeface="Franklin Gothic Medium"/>
            </a:endParaRPr>
          </a:p>
        </p:txBody>
      </p:sp>
      <p:sp>
        <p:nvSpPr>
          <p:cNvPr id="4" name="object 4"/>
          <p:cNvSpPr txBox="1"/>
          <p:nvPr/>
        </p:nvSpPr>
        <p:spPr>
          <a:xfrm>
            <a:off x="763523" y="2240279"/>
            <a:ext cx="6097905" cy="3785870"/>
          </a:xfrm>
          <a:prstGeom prst="rect">
            <a:avLst/>
          </a:prstGeom>
          <a:ln w="9525">
            <a:solidFill>
              <a:srgbClr val="000000"/>
            </a:solidFill>
          </a:ln>
        </p:spPr>
        <p:txBody>
          <a:bodyPr vert="horz" wrap="square" lIns="0" tIns="36830" rIns="0" bIns="0" rtlCol="0">
            <a:spAutoFit/>
          </a:bodyPr>
          <a:lstStyle/>
          <a:p>
            <a:pPr marL="90805">
              <a:lnSpc>
                <a:spcPct val="100000"/>
              </a:lnSpc>
              <a:spcBef>
                <a:spcPts val="290"/>
              </a:spcBef>
            </a:pPr>
            <a:r>
              <a:rPr sz="2400" dirty="0">
                <a:solidFill>
                  <a:srgbClr val="C00000"/>
                </a:solidFill>
                <a:latin typeface="Franklin Gothic Medium"/>
                <a:cs typeface="Franklin Gothic Medium"/>
              </a:rPr>
              <a:t>Output:</a:t>
            </a:r>
            <a:endParaRPr sz="2400">
              <a:latin typeface="Franklin Gothic Medium"/>
              <a:cs typeface="Franklin Gothic Medium"/>
            </a:endParaRPr>
          </a:p>
          <a:p>
            <a:pPr marL="90805" marR="2680970">
              <a:lnSpc>
                <a:spcPct val="100000"/>
              </a:lnSpc>
            </a:pPr>
            <a:r>
              <a:rPr sz="2400" spc="-15" dirty="0">
                <a:latin typeface="Franklin Gothic Medium"/>
                <a:cs typeface="Franklin Gothic Medium"/>
              </a:rPr>
              <a:t>Enter </a:t>
            </a:r>
            <a:r>
              <a:rPr sz="2400" spc="-10" dirty="0">
                <a:latin typeface="Franklin Gothic Medium"/>
                <a:cs typeface="Franklin Gothic Medium"/>
              </a:rPr>
              <a:t>marks </a:t>
            </a:r>
            <a:r>
              <a:rPr sz="2400" dirty="0">
                <a:latin typeface="Franklin Gothic Medium"/>
                <a:cs typeface="Franklin Gothic Medium"/>
              </a:rPr>
              <a:t>in 3 subjects </a:t>
            </a:r>
            <a:r>
              <a:rPr sz="2400" spc="-585" dirty="0">
                <a:latin typeface="Franklin Gothic Medium"/>
                <a:cs typeface="Franklin Gothic Medium"/>
              </a:rPr>
              <a:t> </a:t>
            </a:r>
            <a:r>
              <a:rPr sz="2400" spc="-5" dirty="0">
                <a:latin typeface="Franklin Gothic Medium"/>
                <a:cs typeface="Franklin Gothic Medium"/>
              </a:rPr>
              <a:t>65</a:t>
            </a:r>
            <a:endParaRPr sz="2400">
              <a:latin typeface="Franklin Gothic Medium"/>
              <a:cs typeface="Franklin Gothic Medium"/>
            </a:endParaRPr>
          </a:p>
          <a:p>
            <a:pPr marL="90805">
              <a:lnSpc>
                <a:spcPct val="100000"/>
              </a:lnSpc>
            </a:pPr>
            <a:r>
              <a:rPr sz="2400" spc="-5" dirty="0">
                <a:latin typeface="Franklin Gothic Medium"/>
                <a:cs typeface="Franklin Gothic Medium"/>
              </a:rPr>
              <a:t>78</a:t>
            </a:r>
            <a:endParaRPr sz="2400">
              <a:latin typeface="Franklin Gothic Medium"/>
              <a:cs typeface="Franklin Gothic Medium"/>
            </a:endParaRPr>
          </a:p>
          <a:p>
            <a:pPr marL="90805">
              <a:lnSpc>
                <a:spcPct val="100000"/>
              </a:lnSpc>
            </a:pPr>
            <a:r>
              <a:rPr sz="2400" spc="-40" dirty="0">
                <a:latin typeface="Franklin Gothic Medium"/>
                <a:cs typeface="Franklin Gothic Medium"/>
              </a:rPr>
              <a:t>77</a:t>
            </a:r>
            <a:endParaRPr sz="2400">
              <a:latin typeface="Franklin Gothic Medium"/>
              <a:cs typeface="Franklin Gothic Medium"/>
            </a:endParaRPr>
          </a:p>
          <a:p>
            <a:pPr marL="90805" marR="3330575" algn="just">
              <a:lnSpc>
                <a:spcPct val="100000"/>
              </a:lnSpc>
            </a:pPr>
            <a:r>
              <a:rPr sz="2400" dirty="0">
                <a:latin typeface="Franklin Gothic Medium"/>
                <a:cs typeface="Franklin Gothic Medium"/>
              </a:rPr>
              <a:t>Ma</a:t>
            </a:r>
            <a:r>
              <a:rPr sz="2400" spc="-25" dirty="0">
                <a:latin typeface="Franklin Gothic Medium"/>
                <a:cs typeface="Franklin Gothic Medium"/>
              </a:rPr>
              <a:t>r</a:t>
            </a:r>
            <a:r>
              <a:rPr sz="2400" spc="-5" dirty="0">
                <a:latin typeface="Franklin Gothic Medium"/>
                <a:cs typeface="Franklin Gothic Medium"/>
              </a:rPr>
              <a:t>ks1</a:t>
            </a:r>
            <a:r>
              <a:rPr sz="2400" spc="-10" dirty="0">
                <a:latin typeface="Franklin Gothic Medium"/>
                <a:cs typeface="Franklin Gothic Medium"/>
              </a:rPr>
              <a:t>=</a:t>
            </a:r>
            <a:r>
              <a:rPr sz="2400" spc="-5" dirty="0">
                <a:latin typeface="Franklin Gothic Medium"/>
                <a:cs typeface="Franklin Gothic Medium"/>
              </a:rPr>
              <a:t>65</a:t>
            </a:r>
            <a:r>
              <a:rPr sz="2400" spc="-10" dirty="0">
                <a:latin typeface="Franklin Gothic Medium"/>
                <a:cs typeface="Franklin Gothic Medium"/>
              </a:rPr>
              <a:t>.</a:t>
            </a:r>
            <a:r>
              <a:rPr sz="2400" spc="5" dirty="0">
                <a:latin typeface="Franklin Gothic Medium"/>
                <a:cs typeface="Franklin Gothic Medium"/>
              </a:rPr>
              <a:t>0</a:t>
            </a:r>
            <a:r>
              <a:rPr sz="2400" spc="-5" dirty="0">
                <a:latin typeface="Franklin Gothic Medium"/>
                <a:cs typeface="Franklin Gothic Medium"/>
              </a:rPr>
              <a:t>00</a:t>
            </a:r>
            <a:r>
              <a:rPr sz="2400" spc="10" dirty="0">
                <a:latin typeface="Franklin Gothic Medium"/>
                <a:cs typeface="Franklin Gothic Medium"/>
              </a:rPr>
              <a:t>0</a:t>
            </a:r>
            <a:r>
              <a:rPr sz="2400" spc="-5" dirty="0">
                <a:latin typeface="Franklin Gothic Medium"/>
                <a:cs typeface="Franklin Gothic Medium"/>
              </a:rPr>
              <a:t>00  </a:t>
            </a:r>
            <a:r>
              <a:rPr sz="2400" dirty="0">
                <a:latin typeface="Franklin Gothic Medium"/>
                <a:cs typeface="Franklin Gothic Medium"/>
              </a:rPr>
              <a:t>Ma</a:t>
            </a:r>
            <a:r>
              <a:rPr sz="2400" spc="-25" dirty="0">
                <a:latin typeface="Franklin Gothic Medium"/>
                <a:cs typeface="Franklin Gothic Medium"/>
              </a:rPr>
              <a:t>r</a:t>
            </a:r>
            <a:r>
              <a:rPr sz="2400" spc="-5" dirty="0">
                <a:latin typeface="Franklin Gothic Medium"/>
                <a:cs typeface="Franklin Gothic Medium"/>
              </a:rPr>
              <a:t>ks2</a:t>
            </a:r>
            <a:r>
              <a:rPr sz="2400" spc="-10" dirty="0">
                <a:latin typeface="Franklin Gothic Medium"/>
                <a:cs typeface="Franklin Gothic Medium"/>
              </a:rPr>
              <a:t>=</a:t>
            </a:r>
            <a:r>
              <a:rPr sz="2400" spc="-5" dirty="0">
                <a:latin typeface="Franklin Gothic Medium"/>
                <a:cs typeface="Franklin Gothic Medium"/>
              </a:rPr>
              <a:t>78</a:t>
            </a:r>
            <a:r>
              <a:rPr sz="2400" spc="-10" dirty="0">
                <a:latin typeface="Franklin Gothic Medium"/>
                <a:cs typeface="Franklin Gothic Medium"/>
              </a:rPr>
              <a:t>.</a:t>
            </a:r>
            <a:r>
              <a:rPr sz="2400" spc="5" dirty="0">
                <a:latin typeface="Franklin Gothic Medium"/>
                <a:cs typeface="Franklin Gothic Medium"/>
              </a:rPr>
              <a:t>0</a:t>
            </a:r>
            <a:r>
              <a:rPr sz="2400" spc="-5" dirty="0">
                <a:latin typeface="Franklin Gothic Medium"/>
                <a:cs typeface="Franklin Gothic Medium"/>
              </a:rPr>
              <a:t>00</a:t>
            </a:r>
            <a:r>
              <a:rPr sz="2400" spc="10" dirty="0">
                <a:latin typeface="Franklin Gothic Medium"/>
                <a:cs typeface="Franklin Gothic Medium"/>
              </a:rPr>
              <a:t>0</a:t>
            </a:r>
            <a:r>
              <a:rPr sz="2400" spc="-5" dirty="0">
                <a:latin typeface="Franklin Gothic Medium"/>
                <a:cs typeface="Franklin Gothic Medium"/>
              </a:rPr>
              <a:t>00  </a:t>
            </a:r>
            <a:r>
              <a:rPr sz="2400" spc="-20" dirty="0">
                <a:latin typeface="Franklin Gothic Medium"/>
                <a:cs typeface="Franklin Gothic Medium"/>
              </a:rPr>
              <a:t>Marks3=77.000000 </a:t>
            </a:r>
            <a:r>
              <a:rPr sz="2400" spc="-590" dirty="0">
                <a:latin typeface="Franklin Gothic Medium"/>
                <a:cs typeface="Franklin Gothic Medium"/>
              </a:rPr>
              <a:t> </a:t>
            </a:r>
            <a:r>
              <a:rPr sz="2400" spc="-15" dirty="0">
                <a:latin typeface="Franklin Gothic Medium"/>
                <a:cs typeface="Franklin Gothic Medium"/>
              </a:rPr>
              <a:t>Total=220.000000</a:t>
            </a:r>
            <a:endParaRPr sz="2400">
              <a:latin typeface="Franklin Gothic Medium"/>
              <a:cs typeface="Franklin Gothic Medium"/>
            </a:endParaRPr>
          </a:p>
          <a:p>
            <a:pPr marL="90805">
              <a:lnSpc>
                <a:spcPct val="100000"/>
              </a:lnSpc>
              <a:spcBef>
                <a:spcPts val="5"/>
              </a:spcBef>
            </a:pPr>
            <a:r>
              <a:rPr sz="2400" spc="-10" dirty="0">
                <a:latin typeface="Franklin Gothic Medium"/>
                <a:cs typeface="Franklin Gothic Medium"/>
              </a:rPr>
              <a:t>Average=73.333336</a:t>
            </a:r>
            <a:endParaRPr sz="2400">
              <a:latin typeface="Franklin Gothic Medium"/>
              <a:cs typeface="Franklin Gothic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884" y="131825"/>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3" name="object 3"/>
          <p:cNvSpPr txBox="1"/>
          <p:nvPr/>
        </p:nvSpPr>
        <p:spPr>
          <a:xfrm>
            <a:off x="314045" y="972439"/>
            <a:ext cx="891032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99"/>
                </a:solidFill>
                <a:latin typeface="Franklin Gothic Medium"/>
                <a:cs typeface="Franklin Gothic Medium"/>
              </a:rPr>
              <a:t>2.</a:t>
            </a:r>
            <a:r>
              <a:rPr sz="2400" spc="-10" dirty="0">
                <a:solidFill>
                  <a:srgbClr val="000099"/>
                </a:solidFill>
                <a:latin typeface="Franklin Gothic Medium"/>
                <a:cs typeface="Franklin Gothic Medium"/>
              </a:rPr>
              <a:t> Write</a:t>
            </a:r>
            <a:r>
              <a:rPr sz="2400" spc="-3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a:t>
            </a:r>
            <a:r>
              <a:rPr sz="2400" spc="-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C program</a:t>
            </a:r>
            <a:r>
              <a:rPr sz="2400" spc="-35" dirty="0">
                <a:solidFill>
                  <a:srgbClr val="000099"/>
                </a:solidFill>
                <a:latin typeface="Franklin Gothic Medium"/>
                <a:cs typeface="Franklin Gothic Medium"/>
              </a:rPr>
              <a:t> </a:t>
            </a:r>
            <a:r>
              <a:rPr sz="2400" spc="-25" dirty="0">
                <a:solidFill>
                  <a:srgbClr val="000099"/>
                </a:solidFill>
                <a:latin typeface="Franklin Gothic Medium"/>
                <a:cs typeface="Franklin Gothic Medium"/>
              </a:rPr>
              <a:t>to</a:t>
            </a:r>
            <a:r>
              <a:rPr sz="240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input</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radius</a:t>
            </a:r>
            <a:r>
              <a:rPr sz="2400" spc="-3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of</a:t>
            </a:r>
            <a:r>
              <a:rPr sz="2400" spc="-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circle</a:t>
            </a:r>
            <a:r>
              <a:rPr sz="2400" spc="-3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and</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print</a:t>
            </a:r>
            <a:r>
              <a:rPr sz="2400" spc="-2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area</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of</a:t>
            </a:r>
            <a:r>
              <a:rPr sz="2400" spc="-1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circle.</a:t>
            </a:r>
            <a:endParaRPr sz="2400" dirty="0">
              <a:latin typeface="Franklin Gothic Medium"/>
              <a:cs typeface="Franklin Gothic Medium"/>
            </a:endParaRPr>
          </a:p>
        </p:txBody>
      </p:sp>
      <p:sp>
        <p:nvSpPr>
          <p:cNvPr id="4" name="object 4"/>
          <p:cNvSpPr txBox="1"/>
          <p:nvPr/>
        </p:nvSpPr>
        <p:spPr>
          <a:xfrm>
            <a:off x="568451" y="1751076"/>
            <a:ext cx="11055350" cy="3415665"/>
          </a:xfrm>
          <a:prstGeom prst="rect">
            <a:avLst/>
          </a:prstGeom>
          <a:ln w="9525">
            <a:solidFill>
              <a:srgbClr val="000000"/>
            </a:solidFill>
          </a:ln>
        </p:spPr>
        <p:txBody>
          <a:bodyPr vert="horz" wrap="square" lIns="0" tIns="8890" rIns="0" bIns="0" rtlCol="0">
            <a:spAutoFit/>
          </a:bodyPr>
          <a:lstStyle/>
          <a:p>
            <a:pPr marL="91440" marR="7853045">
              <a:lnSpc>
                <a:spcPct val="100000"/>
              </a:lnSpc>
              <a:spcBef>
                <a:spcPts val="70"/>
              </a:spcBef>
            </a:pPr>
            <a:r>
              <a:rPr sz="2400" b="1" spc="-10" dirty="0">
                <a:latin typeface="Courier New"/>
                <a:cs typeface="Courier New"/>
              </a:rPr>
              <a:t>#include&lt;stdio.h&gt; </a:t>
            </a:r>
            <a:r>
              <a:rPr sz="2400" b="1" spc="-1430" dirty="0">
                <a:latin typeface="Courier New"/>
                <a:cs typeface="Courier New"/>
              </a:rPr>
              <a:t> </a:t>
            </a:r>
            <a:r>
              <a:rPr sz="2400" b="1" spc="-5" dirty="0">
                <a:latin typeface="Courier New"/>
                <a:cs typeface="Courier New"/>
              </a:rPr>
              <a:t>void</a:t>
            </a:r>
            <a:r>
              <a:rPr sz="2400" b="1" spc="-20" dirty="0">
                <a:latin typeface="Courier New"/>
                <a:cs typeface="Courier New"/>
              </a:rPr>
              <a:t> </a:t>
            </a:r>
            <a:r>
              <a:rPr sz="2400" b="1" spc="-10" dirty="0">
                <a:latin typeface="Courier New"/>
                <a:cs typeface="Courier New"/>
              </a:rPr>
              <a:t>main()</a:t>
            </a:r>
            <a:endParaRPr sz="2400">
              <a:latin typeface="Courier New"/>
              <a:cs typeface="Courier New"/>
            </a:endParaRPr>
          </a:p>
          <a:p>
            <a:pPr marL="91440">
              <a:lnSpc>
                <a:spcPct val="100000"/>
              </a:lnSpc>
            </a:pPr>
            <a:r>
              <a:rPr sz="2400" b="1" dirty="0">
                <a:latin typeface="Courier New"/>
                <a:cs typeface="Courier New"/>
              </a:rPr>
              <a:t>{</a:t>
            </a:r>
            <a:endParaRPr sz="2400">
              <a:latin typeface="Courier New"/>
              <a:cs typeface="Courier New"/>
            </a:endParaRPr>
          </a:p>
          <a:p>
            <a:pPr marL="548005" marR="5935980">
              <a:lnSpc>
                <a:spcPct val="100000"/>
              </a:lnSpc>
            </a:pPr>
            <a:r>
              <a:rPr sz="2400" b="1" spc="-5" dirty="0">
                <a:latin typeface="Courier New"/>
                <a:cs typeface="Courier New"/>
              </a:rPr>
              <a:t>float </a:t>
            </a:r>
            <a:r>
              <a:rPr sz="2400" b="1" spc="-10" dirty="0">
                <a:latin typeface="Courier New"/>
                <a:cs typeface="Courier New"/>
              </a:rPr>
              <a:t>r, </a:t>
            </a:r>
            <a:r>
              <a:rPr sz="2400" b="1" spc="-5" dirty="0">
                <a:latin typeface="Courier New"/>
                <a:cs typeface="Courier New"/>
              </a:rPr>
              <a:t>area; </a:t>
            </a:r>
            <a:r>
              <a:rPr sz="2400" b="1" dirty="0">
                <a:latin typeface="Courier New"/>
                <a:cs typeface="Courier New"/>
              </a:rPr>
              <a:t> </a:t>
            </a:r>
            <a:r>
              <a:rPr sz="2400" b="1" spc="-10" dirty="0">
                <a:latin typeface="Courier New"/>
                <a:cs typeface="Courier New"/>
              </a:rPr>
              <a:t>printf("Enter radius: "); </a:t>
            </a:r>
            <a:r>
              <a:rPr sz="2400" b="1" spc="-1430" dirty="0">
                <a:latin typeface="Courier New"/>
                <a:cs typeface="Courier New"/>
              </a:rPr>
              <a:t> </a:t>
            </a:r>
            <a:r>
              <a:rPr sz="2400" b="1" spc="-10" dirty="0">
                <a:latin typeface="Courier New"/>
                <a:cs typeface="Courier New"/>
              </a:rPr>
              <a:t>scanf("%f", &amp;r); </a:t>
            </a:r>
            <a:r>
              <a:rPr sz="2400" b="1" spc="-5" dirty="0">
                <a:latin typeface="Courier New"/>
                <a:cs typeface="Courier New"/>
              </a:rPr>
              <a:t> </a:t>
            </a:r>
            <a:r>
              <a:rPr sz="2400" b="1" spc="-10" dirty="0">
                <a:latin typeface="Courier New"/>
                <a:cs typeface="Courier New"/>
              </a:rPr>
              <a:t>area=3.14*r*r;</a:t>
            </a:r>
            <a:endParaRPr sz="2400">
              <a:latin typeface="Courier New"/>
              <a:cs typeface="Courier New"/>
            </a:endParaRPr>
          </a:p>
          <a:p>
            <a:pPr marL="548005">
              <a:lnSpc>
                <a:spcPct val="100000"/>
              </a:lnSpc>
              <a:spcBef>
                <a:spcPts val="5"/>
              </a:spcBef>
            </a:pPr>
            <a:r>
              <a:rPr sz="2400" b="1" spc="-10" dirty="0">
                <a:latin typeface="Courier New"/>
                <a:cs typeface="Courier New"/>
              </a:rPr>
              <a:t>printf("Area </a:t>
            </a:r>
            <a:r>
              <a:rPr sz="2400" b="1" spc="-5" dirty="0">
                <a:latin typeface="Courier New"/>
                <a:cs typeface="Courier New"/>
              </a:rPr>
              <a:t>of</a:t>
            </a:r>
            <a:r>
              <a:rPr sz="2400" b="1" spc="-30" dirty="0">
                <a:latin typeface="Courier New"/>
                <a:cs typeface="Courier New"/>
              </a:rPr>
              <a:t> </a:t>
            </a:r>
            <a:r>
              <a:rPr sz="2400" b="1" spc="-5" dirty="0">
                <a:latin typeface="Courier New"/>
                <a:cs typeface="Courier New"/>
              </a:rPr>
              <a:t>circle</a:t>
            </a:r>
            <a:r>
              <a:rPr sz="2400" b="1" spc="-20" dirty="0">
                <a:latin typeface="Courier New"/>
                <a:cs typeface="Courier New"/>
              </a:rPr>
              <a:t> </a:t>
            </a:r>
            <a:r>
              <a:rPr sz="2400" b="1" spc="-10" dirty="0">
                <a:latin typeface="Courier New"/>
                <a:cs typeface="Courier New"/>
              </a:rPr>
              <a:t>is: </a:t>
            </a:r>
            <a:r>
              <a:rPr sz="2400" b="1" spc="-5" dirty="0">
                <a:latin typeface="Courier New"/>
                <a:cs typeface="Courier New"/>
              </a:rPr>
              <a:t>%f",</a:t>
            </a:r>
            <a:r>
              <a:rPr sz="2400" b="1" spc="-30" dirty="0">
                <a:latin typeface="Courier New"/>
                <a:cs typeface="Courier New"/>
              </a:rPr>
              <a:t> </a:t>
            </a:r>
            <a:r>
              <a:rPr sz="2400" b="1" spc="-5" dirty="0">
                <a:latin typeface="Courier New"/>
                <a:cs typeface="Courier New"/>
              </a:rPr>
              <a:t>area);</a:t>
            </a:r>
            <a:endParaRPr sz="2400">
              <a:latin typeface="Courier New"/>
              <a:cs typeface="Courier New"/>
            </a:endParaRPr>
          </a:p>
          <a:p>
            <a:pPr marL="91440">
              <a:lnSpc>
                <a:spcPct val="100000"/>
              </a:lnSpc>
            </a:pPr>
            <a:r>
              <a:rPr sz="2400" b="1" dirty="0">
                <a:latin typeface="Courier New"/>
                <a:cs typeface="Courier New"/>
              </a:rPr>
              <a:t>}</a:t>
            </a:r>
            <a:endParaRPr sz="2400">
              <a:latin typeface="Courier New"/>
              <a:cs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884" y="131825"/>
            <a:ext cx="444690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0" dirty="0"/>
              <a:t> </a:t>
            </a:r>
            <a:r>
              <a:rPr dirty="0"/>
              <a:t>Input</a:t>
            </a:r>
            <a:r>
              <a:rPr spc="-50" dirty="0"/>
              <a:t> </a:t>
            </a:r>
            <a:r>
              <a:rPr dirty="0"/>
              <a:t>and</a:t>
            </a:r>
            <a:r>
              <a:rPr spc="-40" dirty="0"/>
              <a:t> </a:t>
            </a:r>
            <a:r>
              <a:rPr dirty="0"/>
              <a:t>Output</a:t>
            </a:r>
            <a:r>
              <a:rPr spc="-35" dirty="0"/>
              <a:t> </a:t>
            </a:r>
            <a:r>
              <a:rPr spc="-10" dirty="0"/>
              <a:t>Functions</a:t>
            </a:r>
          </a:p>
        </p:txBody>
      </p:sp>
      <p:sp>
        <p:nvSpPr>
          <p:cNvPr id="3" name="object 3"/>
          <p:cNvSpPr txBox="1"/>
          <p:nvPr/>
        </p:nvSpPr>
        <p:spPr>
          <a:xfrm>
            <a:off x="314045" y="972439"/>
            <a:ext cx="891032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99"/>
                </a:solidFill>
                <a:latin typeface="Franklin Gothic Medium"/>
                <a:cs typeface="Franklin Gothic Medium"/>
              </a:rPr>
              <a:t>2.</a:t>
            </a:r>
            <a:r>
              <a:rPr sz="2400" spc="-10" dirty="0">
                <a:solidFill>
                  <a:srgbClr val="000099"/>
                </a:solidFill>
                <a:latin typeface="Franklin Gothic Medium"/>
                <a:cs typeface="Franklin Gothic Medium"/>
              </a:rPr>
              <a:t> Write</a:t>
            </a:r>
            <a:r>
              <a:rPr sz="2400" spc="-3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a:t>
            </a:r>
            <a:r>
              <a:rPr sz="2400" spc="-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C program</a:t>
            </a:r>
            <a:r>
              <a:rPr sz="2400" spc="-35" dirty="0">
                <a:solidFill>
                  <a:srgbClr val="000099"/>
                </a:solidFill>
                <a:latin typeface="Franklin Gothic Medium"/>
                <a:cs typeface="Franklin Gothic Medium"/>
              </a:rPr>
              <a:t> </a:t>
            </a:r>
            <a:r>
              <a:rPr sz="2400" spc="-25" dirty="0">
                <a:solidFill>
                  <a:srgbClr val="000099"/>
                </a:solidFill>
                <a:latin typeface="Franklin Gothic Medium"/>
                <a:cs typeface="Franklin Gothic Medium"/>
              </a:rPr>
              <a:t>to</a:t>
            </a:r>
            <a:r>
              <a:rPr sz="240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input</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radius</a:t>
            </a:r>
            <a:r>
              <a:rPr sz="2400" spc="-3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of</a:t>
            </a:r>
            <a:r>
              <a:rPr sz="2400" spc="-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circle</a:t>
            </a:r>
            <a:r>
              <a:rPr sz="2400" spc="-3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and</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print</a:t>
            </a:r>
            <a:r>
              <a:rPr sz="2400" spc="-2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area</a:t>
            </a:r>
            <a:r>
              <a:rPr sz="2400" spc="-1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of</a:t>
            </a:r>
            <a:r>
              <a:rPr sz="2400" spc="-1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circle.</a:t>
            </a:r>
            <a:endParaRPr sz="2400">
              <a:latin typeface="Franklin Gothic Medium"/>
              <a:cs typeface="Franklin Gothic Medium"/>
            </a:endParaRPr>
          </a:p>
        </p:txBody>
      </p:sp>
      <p:sp>
        <p:nvSpPr>
          <p:cNvPr id="4" name="object 4"/>
          <p:cNvSpPr txBox="1"/>
          <p:nvPr/>
        </p:nvSpPr>
        <p:spPr>
          <a:xfrm>
            <a:off x="568451" y="1751076"/>
            <a:ext cx="11055350" cy="1569720"/>
          </a:xfrm>
          <a:prstGeom prst="rect">
            <a:avLst/>
          </a:prstGeom>
          <a:ln w="9525">
            <a:solidFill>
              <a:srgbClr val="000000"/>
            </a:solidFill>
          </a:ln>
        </p:spPr>
        <p:txBody>
          <a:bodyPr vert="horz" wrap="square" lIns="0" tIns="36195" rIns="0" bIns="0" rtlCol="0">
            <a:spAutoFit/>
          </a:bodyPr>
          <a:lstStyle/>
          <a:p>
            <a:pPr marL="91440">
              <a:lnSpc>
                <a:spcPct val="100000"/>
              </a:lnSpc>
              <a:spcBef>
                <a:spcPts val="285"/>
              </a:spcBef>
            </a:pPr>
            <a:r>
              <a:rPr sz="2400" dirty="0">
                <a:solidFill>
                  <a:srgbClr val="C00000"/>
                </a:solidFill>
                <a:latin typeface="Franklin Gothic Medium"/>
                <a:cs typeface="Franklin Gothic Medium"/>
              </a:rPr>
              <a:t>Output:</a:t>
            </a:r>
            <a:endParaRPr sz="2400">
              <a:latin typeface="Franklin Gothic Medium"/>
              <a:cs typeface="Franklin Gothic Medium"/>
            </a:endParaRPr>
          </a:p>
          <a:p>
            <a:pPr>
              <a:lnSpc>
                <a:spcPct val="100000"/>
              </a:lnSpc>
              <a:spcBef>
                <a:spcPts val="45"/>
              </a:spcBef>
            </a:pPr>
            <a:endParaRPr sz="2500">
              <a:latin typeface="Franklin Gothic Medium"/>
              <a:cs typeface="Franklin Gothic Medium"/>
            </a:endParaRPr>
          </a:p>
          <a:p>
            <a:pPr marL="91440">
              <a:lnSpc>
                <a:spcPct val="100000"/>
              </a:lnSpc>
            </a:pPr>
            <a:r>
              <a:rPr sz="2400" spc="-15" dirty="0">
                <a:latin typeface="Franklin Gothic Medium"/>
                <a:cs typeface="Franklin Gothic Medium"/>
              </a:rPr>
              <a:t>Enter</a:t>
            </a:r>
            <a:r>
              <a:rPr sz="2400" dirty="0">
                <a:latin typeface="Franklin Gothic Medium"/>
                <a:cs typeface="Franklin Gothic Medium"/>
              </a:rPr>
              <a:t> </a:t>
            </a:r>
            <a:r>
              <a:rPr sz="2400" spc="-5" dirty="0">
                <a:latin typeface="Franklin Gothic Medium"/>
                <a:cs typeface="Franklin Gothic Medium"/>
              </a:rPr>
              <a:t>radius:</a:t>
            </a:r>
            <a:r>
              <a:rPr sz="2400" spc="-10" dirty="0">
                <a:latin typeface="Franklin Gothic Medium"/>
                <a:cs typeface="Franklin Gothic Medium"/>
              </a:rPr>
              <a:t> 4.6</a:t>
            </a:r>
            <a:endParaRPr sz="2400">
              <a:latin typeface="Franklin Gothic Medium"/>
              <a:cs typeface="Franklin Gothic Medium"/>
            </a:endParaRPr>
          </a:p>
          <a:p>
            <a:pPr marL="91440">
              <a:lnSpc>
                <a:spcPct val="100000"/>
              </a:lnSpc>
              <a:spcBef>
                <a:spcPts val="5"/>
              </a:spcBef>
            </a:pPr>
            <a:r>
              <a:rPr sz="2400" spc="-5" dirty="0">
                <a:latin typeface="Franklin Gothic Medium"/>
                <a:cs typeface="Franklin Gothic Medium"/>
              </a:rPr>
              <a:t>Area</a:t>
            </a:r>
            <a:r>
              <a:rPr sz="2400" spc="-10" dirty="0">
                <a:latin typeface="Franklin Gothic Medium"/>
                <a:cs typeface="Franklin Gothic Medium"/>
              </a:rPr>
              <a:t> </a:t>
            </a:r>
            <a:r>
              <a:rPr sz="2400" dirty="0">
                <a:latin typeface="Franklin Gothic Medium"/>
                <a:cs typeface="Franklin Gothic Medium"/>
              </a:rPr>
              <a:t>of </a:t>
            </a:r>
            <a:r>
              <a:rPr sz="2400" spc="-5" dirty="0">
                <a:latin typeface="Franklin Gothic Medium"/>
                <a:cs typeface="Franklin Gothic Medium"/>
              </a:rPr>
              <a:t>circle</a:t>
            </a:r>
            <a:r>
              <a:rPr sz="2400" spc="-10" dirty="0">
                <a:latin typeface="Franklin Gothic Medium"/>
                <a:cs typeface="Franklin Gothic Medium"/>
              </a:rPr>
              <a:t> </a:t>
            </a:r>
            <a:r>
              <a:rPr sz="2400" dirty="0">
                <a:latin typeface="Franklin Gothic Medium"/>
                <a:cs typeface="Franklin Gothic Medium"/>
              </a:rPr>
              <a:t>is:</a:t>
            </a:r>
            <a:r>
              <a:rPr sz="2400" spc="-10" dirty="0">
                <a:latin typeface="Franklin Gothic Medium"/>
                <a:cs typeface="Franklin Gothic Medium"/>
              </a:rPr>
              <a:t> 66.442398</a:t>
            </a:r>
            <a:endParaRPr sz="2400">
              <a:latin typeface="Franklin Gothic Medium"/>
              <a:cs typeface="Franklin Gothic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4104640" cy="6858000"/>
            <a:chOff x="0" y="0"/>
            <a:chExt cx="4104640" cy="6858000"/>
          </a:xfrm>
        </p:grpSpPr>
        <p:sp>
          <p:nvSpPr>
            <p:cNvPr id="3" name="object 3"/>
            <p:cNvSpPr/>
            <p:nvPr/>
          </p:nvSpPr>
          <p:spPr>
            <a:xfrm>
              <a:off x="0" y="0"/>
              <a:ext cx="4051300" cy="6858000"/>
            </a:xfrm>
            <a:custGeom>
              <a:avLst/>
              <a:gdLst/>
              <a:ahLst/>
              <a:cxnLst/>
              <a:rect l="l" t="t" r="r" b="b"/>
              <a:pathLst>
                <a:path w="4051300" h="6858000">
                  <a:moveTo>
                    <a:pt x="4050791" y="0"/>
                  </a:moveTo>
                  <a:lnTo>
                    <a:pt x="0" y="0"/>
                  </a:lnTo>
                  <a:lnTo>
                    <a:pt x="0" y="6858000"/>
                  </a:lnTo>
                  <a:lnTo>
                    <a:pt x="4050791" y="6858000"/>
                  </a:lnTo>
                  <a:lnTo>
                    <a:pt x="4050791" y="0"/>
                  </a:lnTo>
                  <a:close/>
                </a:path>
              </a:pathLst>
            </a:custGeom>
            <a:solidFill>
              <a:srgbClr val="00AFEF"/>
            </a:solidFill>
          </p:spPr>
          <p:txBody>
            <a:bodyPr wrap="square" lIns="0" tIns="0" rIns="0" bIns="0" rtlCol="0"/>
            <a:lstStyle/>
            <a:p>
              <a:endParaRPr/>
            </a:p>
          </p:txBody>
        </p:sp>
        <p:sp>
          <p:nvSpPr>
            <p:cNvPr id="4" name="object 4"/>
            <p:cNvSpPr/>
            <p:nvPr/>
          </p:nvSpPr>
          <p:spPr>
            <a:xfrm>
              <a:off x="4040123"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C00000"/>
            </a:solidFill>
          </p:spPr>
          <p:txBody>
            <a:bodyPr wrap="square" lIns="0" tIns="0" rIns="0" bIns="0" rtlCol="0"/>
            <a:lstStyle/>
            <a:p>
              <a:endParaRPr/>
            </a:p>
          </p:txBody>
        </p:sp>
      </p:grpSp>
      <p:sp>
        <p:nvSpPr>
          <p:cNvPr id="5" name="object 5"/>
          <p:cNvSpPr txBox="1">
            <a:spLocks noGrp="1"/>
          </p:cNvSpPr>
          <p:nvPr>
            <p:ph type="title"/>
          </p:nvPr>
        </p:nvSpPr>
        <p:spPr>
          <a:xfrm>
            <a:off x="7047992" y="3190493"/>
            <a:ext cx="235267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35" dirty="0"/>
              <a:t> </a:t>
            </a:r>
            <a:r>
              <a:rPr spc="-5" dirty="0"/>
              <a:t>Character</a:t>
            </a:r>
            <a:r>
              <a:rPr spc="-70" dirty="0"/>
              <a:t> </a:t>
            </a:r>
            <a:r>
              <a:rPr spc="-5" dirty="0"/>
              <a:t>set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72125" y="3208020"/>
            <a:ext cx="333375" cy="285750"/>
          </a:xfrm>
          <a:prstGeom prst="rect">
            <a:avLst/>
          </a:prstGeom>
        </p:spPr>
      </p:pic>
      <p:pic>
        <p:nvPicPr>
          <p:cNvPr id="3" name="object 3"/>
          <p:cNvPicPr/>
          <p:nvPr/>
        </p:nvPicPr>
        <p:blipFill>
          <a:blip r:embed="rId2" cstate="print"/>
          <a:stretch>
            <a:fillRect/>
          </a:stretch>
        </p:blipFill>
        <p:spPr>
          <a:xfrm>
            <a:off x="4010025" y="3169920"/>
            <a:ext cx="333375" cy="285750"/>
          </a:xfrm>
          <a:prstGeom prst="rect">
            <a:avLst/>
          </a:prstGeom>
        </p:spPr>
      </p:pic>
      <p:sp>
        <p:nvSpPr>
          <p:cNvPr id="4" name="object 4"/>
          <p:cNvSpPr txBox="1"/>
          <p:nvPr/>
        </p:nvSpPr>
        <p:spPr>
          <a:xfrm>
            <a:off x="4485513" y="3118561"/>
            <a:ext cx="944880" cy="391795"/>
          </a:xfrm>
          <a:prstGeom prst="rect">
            <a:avLst/>
          </a:prstGeom>
        </p:spPr>
        <p:txBody>
          <a:bodyPr vert="horz" wrap="square" lIns="0" tIns="12700" rIns="0" bIns="0" rtlCol="0">
            <a:spAutoFit/>
          </a:bodyPr>
          <a:lstStyle/>
          <a:p>
            <a:pPr marL="12700">
              <a:lnSpc>
                <a:spcPct val="100000"/>
              </a:lnSpc>
              <a:spcBef>
                <a:spcPts val="100"/>
              </a:spcBef>
            </a:pPr>
            <a:r>
              <a:rPr sz="2400" spc="-120" dirty="0">
                <a:solidFill>
                  <a:srgbClr val="000099"/>
                </a:solidFill>
                <a:latin typeface="Franklin Gothic Medium"/>
                <a:cs typeface="Franklin Gothic Medium"/>
              </a:rPr>
              <a:t>T</a:t>
            </a:r>
            <a:r>
              <a:rPr sz="2400" spc="10" dirty="0">
                <a:solidFill>
                  <a:srgbClr val="000099"/>
                </a:solidFill>
                <a:latin typeface="Franklin Gothic Medium"/>
                <a:cs typeface="Franklin Gothic Medium"/>
              </a:rPr>
              <a:t>o</a:t>
            </a:r>
            <a:r>
              <a:rPr sz="2400" spc="-35" dirty="0">
                <a:solidFill>
                  <a:srgbClr val="000099"/>
                </a:solidFill>
                <a:latin typeface="Franklin Gothic Medium"/>
                <a:cs typeface="Franklin Gothic Medium"/>
              </a:rPr>
              <a:t>k</a:t>
            </a:r>
            <a:r>
              <a:rPr sz="2400" spc="5" dirty="0">
                <a:solidFill>
                  <a:srgbClr val="000099"/>
                </a:solidFill>
                <a:latin typeface="Franklin Gothic Medium"/>
                <a:cs typeface="Franklin Gothic Medium"/>
              </a:rPr>
              <a:t>e</a:t>
            </a:r>
            <a:r>
              <a:rPr sz="2400" dirty="0">
                <a:solidFill>
                  <a:srgbClr val="000099"/>
                </a:solidFill>
                <a:latin typeface="Franklin Gothic Medium"/>
                <a:cs typeface="Franklin Gothic Medium"/>
              </a:rPr>
              <a:t>ns</a:t>
            </a:r>
            <a:endParaRPr sz="2400">
              <a:latin typeface="Franklin Gothic Medium"/>
              <a:cs typeface="Franklin Gothic Medium"/>
            </a:endParaRPr>
          </a:p>
        </p:txBody>
      </p:sp>
      <p:sp>
        <p:nvSpPr>
          <p:cNvPr id="5" name="object 5"/>
          <p:cNvSpPr txBox="1"/>
          <p:nvPr/>
        </p:nvSpPr>
        <p:spPr>
          <a:xfrm>
            <a:off x="2470785" y="3080461"/>
            <a:ext cx="1343025" cy="39179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99"/>
                </a:solidFill>
                <a:latin typeface="Franklin Gothic Medium"/>
                <a:cs typeface="Franklin Gothic Medium"/>
              </a:rPr>
              <a:t>Alp</a:t>
            </a:r>
            <a:r>
              <a:rPr sz="2400" dirty="0">
                <a:solidFill>
                  <a:srgbClr val="000099"/>
                </a:solidFill>
                <a:latin typeface="Franklin Gothic Medium"/>
                <a:cs typeface="Franklin Gothic Medium"/>
              </a:rPr>
              <a:t>hab</a:t>
            </a:r>
            <a:r>
              <a:rPr sz="2400" spc="-10" dirty="0">
                <a:solidFill>
                  <a:srgbClr val="000099"/>
                </a:solidFill>
                <a:latin typeface="Franklin Gothic Medium"/>
                <a:cs typeface="Franklin Gothic Medium"/>
              </a:rPr>
              <a:t>e</a:t>
            </a:r>
            <a:r>
              <a:rPr sz="2400" spc="-5" dirty="0">
                <a:solidFill>
                  <a:srgbClr val="000099"/>
                </a:solidFill>
                <a:latin typeface="Franklin Gothic Medium"/>
                <a:cs typeface="Franklin Gothic Medium"/>
              </a:rPr>
              <a:t>ts</a:t>
            </a:r>
            <a:endParaRPr sz="2400">
              <a:latin typeface="Franklin Gothic Medium"/>
              <a:cs typeface="Franklin Gothic Medium"/>
            </a:endParaRPr>
          </a:p>
        </p:txBody>
      </p:sp>
      <p:sp>
        <p:nvSpPr>
          <p:cNvPr id="6" name="object 6"/>
          <p:cNvSpPr txBox="1"/>
          <p:nvPr/>
        </p:nvSpPr>
        <p:spPr>
          <a:xfrm>
            <a:off x="6105271" y="3118561"/>
            <a:ext cx="156210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99"/>
                </a:solidFill>
                <a:latin typeface="Franklin Gothic Medium"/>
                <a:cs typeface="Franklin Gothic Medium"/>
              </a:rPr>
              <a:t>Instructions</a:t>
            </a:r>
            <a:endParaRPr sz="2400">
              <a:latin typeface="Franklin Gothic Medium"/>
              <a:cs typeface="Franklin Gothic Medium"/>
            </a:endParaRPr>
          </a:p>
        </p:txBody>
      </p:sp>
      <p:sp>
        <p:nvSpPr>
          <p:cNvPr id="7" name="object 7"/>
          <p:cNvSpPr txBox="1"/>
          <p:nvPr/>
        </p:nvSpPr>
        <p:spPr>
          <a:xfrm>
            <a:off x="8497951" y="3148965"/>
            <a:ext cx="130302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99"/>
                </a:solidFill>
                <a:latin typeface="Franklin Gothic Medium"/>
                <a:cs typeface="Franklin Gothic Medium"/>
              </a:rPr>
              <a:t>Programs</a:t>
            </a:r>
            <a:endParaRPr sz="2400">
              <a:latin typeface="Franklin Gothic Medium"/>
              <a:cs typeface="Franklin Gothic Medium"/>
            </a:endParaRPr>
          </a:p>
        </p:txBody>
      </p:sp>
      <p:pic>
        <p:nvPicPr>
          <p:cNvPr id="8" name="object 8"/>
          <p:cNvPicPr/>
          <p:nvPr/>
        </p:nvPicPr>
        <p:blipFill>
          <a:blip r:embed="rId2" cstate="print"/>
          <a:stretch>
            <a:fillRect/>
          </a:stretch>
        </p:blipFill>
        <p:spPr>
          <a:xfrm>
            <a:off x="7934325" y="3208020"/>
            <a:ext cx="333375" cy="285750"/>
          </a:xfrm>
          <a:prstGeom prst="rect">
            <a:avLst/>
          </a:prstGeom>
        </p:spPr>
      </p:pic>
      <p:sp>
        <p:nvSpPr>
          <p:cNvPr id="9" name="object 9"/>
          <p:cNvSpPr txBox="1">
            <a:spLocks noGrp="1"/>
          </p:cNvSpPr>
          <p:nvPr>
            <p:ph type="title"/>
          </p:nvPr>
        </p:nvSpPr>
        <p:spPr>
          <a:xfrm>
            <a:off x="5214873" y="1434211"/>
            <a:ext cx="182372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50" dirty="0"/>
              <a:t> </a:t>
            </a:r>
            <a:r>
              <a:rPr spc="-5" dirty="0"/>
              <a:t>Language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959" y="250647"/>
            <a:ext cx="235267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15" dirty="0"/>
              <a:t> </a:t>
            </a:r>
            <a:r>
              <a:rPr spc="-10" dirty="0"/>
              <a:t>Character</a:t>
            </a:r>
            <a:r>
              <a:rPr spc="-55" dirty="0"/>
              <a:t> </a:t>
            </a:r>
            <a:r>
              <a:rPr spc="-5" dirty="0"/>
              <a:t>set</a:t>
            </a:r>
          </a:p>
        </p:txBody>
      </p:sp>
      <p:grpSp>
        <p:nvGrpSpPr>
          <p:cNvPr id="3" name="object 3"/>
          <p:cNvGrpSpPr/>
          <p:nvPr/>
        </p:nvGrpSpPr>
        <p:grpSpPr>
          <a:xfrm>
            <a:off x="366966" y="2541714"/>
            <a:ext cx="2669540" cy="1477645"/>
            <a:chOff x="366966" y="2541714"/>
            <a:chExt cx="2669540" cy="1477645"/>
          </a:xfrm>
        </p:grpSpPr>
        <p:sp>
          <p:nvSpPr>
            <p:cNvPr id="4" name="object 4"/>
            <p:cNvSpPr/>
            <p:nvPr/>
          </p:nvSpPr>
          <p:spPr>
            <a:xfrm>
              <a:off x="374904" y="2549651"/>
              <a:ext cx="2653665" cy="1461770"/>
            </a:xfrm>
            <a:custGeom>
              <a:avLst/>
              <a:gdLst/>
              <a:ahLst/>
              <a:cxnLst/>
              <a:rect l="l" t="t" r="r" b="b"/>
              <a:pathLst>
                <a:path w="2653665" h="1461770">
                  <a:moveTo>
                    <a:pt x="2653284" y="0"/>
                  </a:moveTo>
                  <a:lnTo>
                    <a:pt x="0" y="0"/>
                  </a:lnTo>
                  <a:lnTo>
                    <a:pt x="0" y="1461516"/>
                  </a:lnTo>
                  <a:lnTo>
                    <a:pt x="2409697" y="1461516"/>
                  </a:lnTo>
                  <a:lnTo>
                    <a:pt x="2653284" y="1217930"/>
                  </a:lnTo>
                  <a:lnTo>
                    <a:pt x="2653284" y="0"/>
                  </a:lnTo>
                  <a:close/>
                </a:path>
              </a:pathLst>
            </a:custGeom>
            <a:solidFill>
              <a:srgbClr val="00AFEF"/>
            </a:solidFill>
          </p:spPr>
          <p:txBody>
            <a:bodyPr wrap="square" lIns="0" tIns="0" rIns="0" bIns="0" rtlCol="0"/>
            <a:lstStyle/>
            <a:p>
              <a:endParaRPr/>
            </a:p>
          </p:txBody>
        </p:sp>
        <p:sp>
          <p:nvSpPr>
            <p:cNvPr id="5" name="object 5"/>
            <p:cNvSpPr/>
            <p:nvPr/>
          </p:nvSpPr>
          <p:spPr>
            <a:xfrm>
              <a:off x="2784602" y="3767581"/>
              <a:ext cx="243840" cy="243840"/>
            </a:xfrm>
            <a:custGeom>
              <a:avLst/>
              <a:gdLst/>
              <a:ahLst/>
              <a:cxnLst/>
              <a:rect l="l" t="t" r="r" b="b"/>
              <a:pathLst>
                <a:path w="243839" h="243839">
                  <a:moveTo>
                    <a:pt x="243586" y="0"/>
                  </a:moveTo>
                  <a:lnTo>
                    <a:pt x="48768" y="48768"/>
                  </a:lnTo>
                  <a:lnTo>
                    <a:pt x="0" y="243586"/>
                  </a:lnTo>
                  <a:lnTo>
                    <a:pt x="243586" y="0"/>
                  </a:lnTo>
                  <a:close/>
                </a:path>
              </a:pathLst>
            </a:custGeom>
            <a:solidFill>
              <a:srgbClr val="008DC1"/>
            </a:solidFill>
          </p:spPr>
          <p:txBody>
            <a:bodyPr wrap="square" lIns="0" tIns="0" rIns="0" bIns="0" rtlCol="0"/>
            <a:lstStyle/>
            <a:p>
              <a:endParaRPr/>
            </a:p>
          </p:txBody>
        </p:sp>
        <p:sp>
          <p:nvSpPr>
            <p:cNvPr id="6" name="object 6"/>
            <p:cNvSpPr/>
            <p:nvPr/>
          </p:nvSpPr>
          <p:spPr>
            <a:xfrm>
              <a:off x="374904" y="2549651"/>
              <a:ext cx="2653665" cy="1461770"/>
            </a:xfrm>
            <a:custGeom>
              <a:avLst/>
              <a:gdLst/>
              <a:ahLst/>
              <a:cxnLst/>
              <a:rect l="l" t="t" r="r" b="b"/>
              <a:pathLst>
                <a:path w="2653665" h="1461770">
                  <a:moveTo>
                    <a:pt x="2409697" y="1461516"/>
                  </a:moveTo>
                  <a:lnTo>
                    <a:pt x="2458466" y="1266698"/>
                  </a:lnTo>
                  <a:lnTo>
                    <a:pt x="2653284" y="1217930"/>
                  </a:lnTo>
                  <a:lnTo>
                    <a:pt x="2409697" y="1461516"/>
                  </a:lnTo>
                  <a:lnTo>
                    <a:pt x="0" y="1461516"/>
                  </a:lnTo>
                  <a:lnTo>
                    <a:pt x="0" y="0"/>
                  </a:lnTo>
                  <a:lnTo>
                    <a:pt x="2653284" y="0"/>
                  </a:lnTo>
                  <a:lnTo>
                    <a:pt x="2653284" y="1217930"/>
                  </a:lnTo>
                </a:path>
              </a:pathLst>
            </a:custGeom>
            <a:ln w="15875">
              <a:solidFill>
                <a:srgbClr val="000000"/>
              </a:solidFill>
            </a:ln>
          </p:spPr>
          <p:txBody>
            <a:bodyPr wrap="square" lIns="0" tIns="0" rIns="0" bIns="0" rtlCol="0"/>
            <a:lstStyle/>
            <a:p>
              <a:endParaRPr/>
            </a:p>
          </p:txBody>
        </p:sp>
      </p:grpSp>
      <p:sp>
        <p:nvSpPr>
          <p:cNvPr id="7" name="object 7"/>
          <p:cNvSpPr txBox="1"/>
          <p:nvPr/>
        </p:nvSpPr>
        <p:spPr>
          <a:xfrm>
            <a:off x="747776" y="2553796"/>
            <a:ext cx="1905000" cy="1123950"/>
          </a:xfrm>
          <a:prstGeom prst="rect">
            <a:avLst/>
          </a:prstGeom>
        </p:spPr>
        <p:txBody>
          <a:bodyPr vert="horz" wrap="square" lIns="0" tIns="196215" rIns="0" bIns="0" rtlCol="0">
            <a:spAutoFit/>
          </a:bodyPr>
          <a:lstStyle/>
          <a:p>
            <a:pPr marL="79375">
              <a:lnSpc>
                <a:spcPct val="100000"/>
              </a:lnSpc>
              <a:spcBef>
                <a:spcPts val="1545"/>
              </a:spcBef>
            </a:pPr>
            <a:r>
              <a:rPr sz="2400" dirty="0">
                <a:solidFill>
                  <a:srgbClr val="FFFFFF"/>
                </a:solidFill>
                <a:latin typeface="Franklin Gothic Medium"/>
                <a:cs typeface="Franklin Gothic Medium"/>
              </a:rPr>
              <a:t>Character</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set</a:t>
            </a:r>
            <a:endParaRPr sz="2400">
              <a:latin typeface="Franklin Gothic Medium"/>
              <a:cs typeface="Franklin Gothic Medium"/>
            </a:endParaRPr>
          </a:p>
          <a:p>
            <a:pPr marL="12700">
              <a:lnSpc>
                <a:spcPct val="100000"/>
              </a:lnSpc>
              <a:spcBef>
                <a:spcPts val="1445"/>
              </a:spcBef>
            </a:pPr>
            <a:r>
              <a:rPr sz="2400" spc="5" dirty="0">
                <a:solidFill>
                  <a:srgbClr val="FFFFFF"/>
                </a:solidFill>
                <a:latin typeface="Franklin Gothic Medium"/>
                <a:cs typeface="Franklin Gothic Medium"/>
              </a:rPr>
              <a:t>of</a:t>
            </a:r>
            <a:r>
              <a:rPr sz="2400" spc="-55"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a:t>
            </a:r>
            <a:r>
              <a:rPr sz="2400" spc="-60" dirty="0">
                <a:solidFill>
                  <a:srgbClr val="FFFFFF"/>
                </a:solidFill>
                <a:latin typeface="Franklin Gothic Medium"/>
                <a:cs typeface="Franklin Gothic Medium"/>
              </a:rPr>
              <a:t> </a:t>
            </a:r>
            <a:r>
              <a:rPr sz="2400" spc="5" dirty="0">
                <a:solidFill>
                  <a:srgbClr val="FFFFFF"/>
                </a:solidFill>
                <a:latin typeface="Franklin Gothic Medium"/>
                <a:cs typeface="Franklin Gothic Medium"/>
              </a:rPr>
              <a:t>Language</a:t>
            </a:r>
            <a:endParaRPr sz="2400">
              <a:latin typeface="Franklin Gothic Medium"/>
              <a:cs typeface="Franklin Gothic Medium"/>
            </a:endParaRPr>
          </a:p>
        </p:txBody>
      </p:sp>
      <p:sp>
        <p:nvSpPr>
          <p:cNvPr id="8" name="object 8"/>
          <p:cNvSpPr/>
          <p:nvPr/>
        </p:nvSpPr>
        <p:spPr>
          <a:xfrm>
            <a:off x="5974841" y="230886"/>
            <a:ext cx="3190240" cy="1043940"/>
          </a:xfrm>
          <a:custGeom>
            <a:avLst/>
            <a:gdLst/>
            <a:ahLst/>
            <a:cxnLst/>
            <a:rect l="l" t="t" r="r" b="b"/>
            <a:pathLst>
              <a:path w="3190240" h="1043940">
                <a:moveTo>
                  <a:pt x="0" y="173990"/>
                </a:moveTo>
                <a:lnTo>
                  <a:pt x="6211" y="127720"/>
                </a:lnTo>
                <a:lnTo>
                  <a:pt x="23744" y="86153"/>
                </a:lnTo>
                <a:lnTo>
                  <a:pt x="50942" y="50942"/>
                </a:lnTo>
                <a:lnTo>
                  <a:pt x="86153" y="23744"/>
                </a:lnTo>
                <a:lnTo>
                  <a:pt x="127720" y="6211"/>
                </a:lnTo>
                <a:lnTo>
                  <a:pt x="173990" y="0"/>
                </a:lnTo>
                <a:lnTo>
                  <a:pt x="3015741" y="0"/>
                </a:lnTo>
                <a:lnTo>
                  <a:pt x="3062011" y="6211"/>
                </a:lnTo>
                <a:lnTo>
                  <a:pt x="3103578" y="23744"/>
                </a:lnTo>
                <a:lnTo>
                  <a:pt x="3138789" y="50942"/>
                </a:lnTo>
                <a:lnTo>
                  <a:pt x="3165987" y="86153"/>
                </a:lnTo>
                <a:lnTo>
                  <a:pt x="3183520" y="127720"/>
                </a:lnTo>
                <a:lnTo>
                  <a:pt x="3189732" y="173990"/>
                </a:lnTo>
                <a:lnTo>
                  <a:pt x="3189732" y="869950"/>
                </a:lnTo>
                <a:lnTo>
                  <a:pt x="3183520" y="916219"/>
                </a:lnTo>
                <a:lnTo>
                  <a:pt x="3165987" y="957786"/>
                </a:lnTo>
                <a:lnTo>
                  <a:pt x="3138789" y="992997"/>
                </a:lnTo>
                <a:lnTo>
                  <a:pt x="3103578" y="1020195"/>
                </a:lnTo>
                <a:lnTo>
                  <a:pt x="3062011" y="1037728"/>
                </a:lnTo>
                <a:lnTo>
                  <a:pt x="3015741" y="1043940"/>
                </a:lnTo>
                <a:lnTo>
                  <a:pt x="173990" y="1043940"/>
                </a:lnTo>
                <a:lnTo>
                  <a:pt x="127720" y="1037728"/>
                </a:lnTo>
                <a:lnTo>
                  <a:pt x="86153" y="1020195"/>
                </a:lnTo>
                <a:lnTo>
                  <a:pt x="50942" y="992997"/>
                </a:lnTo>
                <a:lnTo>
                  <a:pt x="23744" y="957786"/>
                </a:lnTo>
                <a:lnTo>
                  <a:pt x="6211" y="916219"/>
                </a:lnTo>
                <a:lnTo>
                  <a:pt x="0" y="869950"/>
                </a:lnTo>
                <a:lnTo>
                  <a:pt x="0" y="173990"/>
                </a:lnTo>
                <a:close/>
              </a:path>
            </a:pathLst>
          </a:custGeom>
          <a:ln w="38099">
            <a:solidFill>
              <a:srgbClr val="FF0000"/>
            </a:solidFill>
          </a:ln>
        </p:spPr>
        <p:txBody>
          <a:bodyPr wrap="square" lIns="0" tIns="0" rIns="0" bIns="0" rtlCol="0"/>
          <a:lstStyle/>
          <a:p>
            <a:endParaRPr/>
          </a:p>
        </p:txBody>
      </p:sp>
      <p:sp>
        <p:nvSpPr>
          <p:cNvPr id="9" name="object 9"/>
          <p:cNvSpPr txBox="1"/>
          <p:nvPr/>
        </p:nvSpPr>
        <p:spPr>
          <a:xfrm>
            <a:off x="6416802" y="304927"/>
            <a:ext cx="2302510" cy="757555"/>
          </a:xfrm>
          <a:prstGeom prst="rect">
            <a:avLst/>
          </a:prstGeom>
        </p:spPr>
        <p:txBody>
          <a:bodyPr vert="horz" wrap="square" lIns="0" tIns="12700" rIns="0" bIns="0" rtlCol="0">
            <a:spAutoFit/>
          </a:bodyPr>
          <a:lstStyle/>
          <a:p>
            <a:pPr marL="1270" algn="ctr">
              <a:lnSpc>
                <a:spcPct val="100000"/>
              </a:lnSpc>
              <a:spcBef>
                <a:spcPts val="100"/>
              </a:spcBef>
            </a:pPr>
            <a:r>
              <a:rPr sz="2400" dirty="0">
                <a:solidFill>
                  <a:srgbClr val="FF0000"/>
                </a:solidFill>
                <a:latin typeface="Franklin Gothic Medium"/>
                <a:cs typeface="Franklin Gothic Medium"/>
              </a:rPr>
              <a:t>Letters</a:t>
            </a:r>
            <a:endParaRPr sz="2400">
              <a:latin typeface="Franklin Gothic Medium"/>
              <a:cs typeface="Franklin Gothic Medium"/>
            </a:endParaRPr>
          </a:p>
          <a:p>
            <a:pPr algn="ctr">
              <a:lnSpc>
                <a:spcPct val="100000"/>
              </a:lnSpc>
            </a:pPr>
            <a:r>
              <a:rPr sz="2400" spc="-5" dirty="0">
                <a:solidFill>
                  <a:srgbClr val="FF0000"/>
                </a:solidFill>
                <a:latin typeface="Franklin Gothic Medium"/>
                <a:cs typeface="Franklin Gothic Medium"/>
              </a:rPr>
              <a:t>(A</a:t>
            </a:r>
            <a:r>
              <a:rPr sz="2400" spc="-25" dirty="0">
                <a:solidFill>
                  <a:srgbClr val="FF0000"/>
                </a:solidFill>
                <a:latin typeface="Franklin Gothic Medium"/>
                <a:cs typeface="Franklin Gothic Medium"/>
              </a:rPr>
              <a:t> </a:t>
            </a:r>
            <a:r>
              <a:rPr sz="2400" spc="-30" dirty="0">
                <a:solidFill>
                  <a:srgbClr val="FF0000"/>
                </a:solidFill>
                <a:latin typeface="Franklin Gothic Medium"/>
                <a:cs typeface="Franklin Gothic Medium"/>
              </a:rPr>
              <a:t>to</a:t>
            </a:r>
            <a:r>
              <a:rPr sz="2400" dirty="0">
                <a:solidFill>
                  <a:srgbClr val="FF0000"/>
                </a:solidFill>
                <a:latin typeface="Franklin Gothic Medium"/>
                <a:cs typeface="Franklin Gothic Medium"/>
              </a:rPr>
              <a:t> Z</a:t>
            </a:r>
            <a:r>
              <a:rPr sz="2400" spc="-15" dirty="0">
                <a:solidFill>
                  <a:srgbClr val="FF0000"/>
                </a:solidFill>
                <a:latin typeface="Franklin Gothic Medium"/>
                <a:cs typeface="Franklin Gothic Medium"/>
              </a:rPr>
              <a:t> </a:t>
            </a:r>
            <a:r>
              <a:rPr sz="2400" dirty="0">
                <a:solidFill>
                  <a:srgbClr val="FF0000"/>
                </a:solidFill>
                <a:latin typeface="Franklin Gothic Medium"/>
                <a:cs typeface="Franklin Gothic Medium"/>
              </a:rPr>
              <a:t>and</a:t>
            </a:r>
            <a:r>
              <a:rPr sz="2400" spc="-10" dirty="0">
                <a:solidFill>
                  <a:srgbClr val="FF0000"/>
                </a:solidFill>
                <a:latin typeface="Franklin Gothic Medium"/>
                <a:cs typeface="Franklin Gothic Medium"/>
              </a:rPr>
              <a:t> </a:t>
            </a:r>
            <a:r>
              <a:rPr sz="2400" dirty="0">
                <a:solidFill>
                  <a:srgbClr val="FF0000"/>
                </a:solidFill>
                <a:latin typeface="Franklin Gothic Medium"/>
                <a:cs typeface="Franklin Gothic Medium"/>
              </a:rPr>
              <a:t>a</a:t>
            </a:r>
            <a:r>
              <a:rPr sz="2400" spc="-20" dirty="0">
                <a:solidFill>
                  <a:srgbClr val="FF0000"/>
                </a:solidFill>
                <a:latin typeface="Franklin Gothic Medium"/>
                <a:cs typeface="Franklin Gothic Medium"/>
              </a:rPr>
              <a:t> </a:t>
            </a:r>
            <a:r>
              <a:rPr sz="2400" spc="-30" dirty="0">
                <a:solidFill>
                  <a:srgbClr val="FF0000"/>
                </a:solidFill>
                <a:latin typeface="Franklin Gothic Medium"/>
                <a:cs typeface="Franklin Gothic Medium"/>
              </a:rPr>
              <a:t>to</a:t>
            </a:r>
            <a:r>
              <a:rPr sz="2400" spc="-5" dirty="0">
                <a:solidFill>
                  <a:srgbClr val="FF0000"/>
                </a:solidFill>
                <a:latin typeface="Franklin Gothic Medium"/>
                <a:cs typeface="Franklin Gothic Medium"/>
              </a:rPr>
              <a:t> z)</a:t>
            </a:r>
            <a:endParaRPr sz="2400">
              <a:latin typeface="Franklin Gothic Medium"/>
              <a:cs typeface="Franklin Gothic Medium"/>
            </a:endParaRPr>
          </a:p>
        </p:txBody>
      </p:sp>
      <p:sp>
        <p:nvSpPr>
          <p:cNvPr id="10" name="object 10"/>
          <p:cNvSpPr/>
          <p:nvPr/>
        </p:nvSpPr>
        <p:spPr>
          <a:xfrm>
            <a:off x="5955029" y="1675638"/>
            <a:ext cx="3190240" cy="1043940"/>
          </a:xfrm>
          <a:custGeom>
            <a:avLst/>
            <a:gdLst/>
            <a:ahLst/>
            <a:cxnLst/>
            <a:rect l="l" t="t" r="r" b="b"/>
            <a:pathLst>
              <a:path w="3190240" h="1043939">
                <a:moveTo>
                  <a:pt x="0" y="173989"/>
                </a:moveTo>
                <a:lnTo>
                  <a:pt x="6211" y="127720"/>
                </a:lnTo>
                <a:lnTo>
                  <a:pt x="23744" y="86153"/>
                </a:lnTo>
                <a:lnTo>
                  <a:pt x="50942" y="50942"/>
                </a:lnTo>
                <a:lnTo>
                  <a:pt x="86153" y="23744"/>
                </a:lnTo>
                <a:lnTo>
                  <a:pt x="127720" y="6211"/>
                </a:lnTo>
                <a:lnTo>
                  <a:pt x="173990" y="0"/>
                </a:lnTo>
                <a:lnTo>
                  <a:pt x="3015742" y="0"/>
                </a:lnTo>
                <a:lnTo>
                  <a:pt x="3062011" y="6211"/>
                </a:lnTo>
                <a:lnTo>
                  <a:pt x="3103578" y="23744"/>
                </a:lnTo>
                <a:lnTo>
                  <a:pt x="3138789" y="50942"/>
                </a:lnTo>
                <a:lnTo>
                  <a:pt x="3165987" y="86153"/>
                </a:lnTo>
                <a:lnTo>
                  <a:pt x="3183520" y="127720"/>
                </a:lnTo>
                <a:lnTo>
                  <a:pt x="3189731" y="173989"/>
                </a:lnTo>
                <a:lnTo>
                  <a:pt x="3189731" y="869950"/>
                </a:lnTo>
                <a:lnTo>
                  <a:pt x="3183520" y="916219"/>
                </a:lnTo>
                <a:lnTo>
                  <a:pt x="3165987" y="957786"/>
                </a:lnTo>
                <a:lnTo>
                  <a:pt x="3138789" y="992997"/>
                </a:lnTo>
                <a:lnTo>
                  <a:pt x="3103578" y="1020195"/>
                </a:lnTo>
                <a:lnTo>
                  <a:pt x="3062011" y="1037728"/>
                </a:lnTo>
                <a:lnTo>
                  <a:pt x="3015742" y="1043939"/>
                </a:lnTo>
                <a:lnTo>
                  <a:pt x="173990" y="1043939"/>
                </a:lnTo>
                <a:lnTo>
                  <a:pt x="127720" y="1037728"/>
                </a:lnTo>
                <a:lnTo>
                  <a:pt x="86153" y="1020195"/>
                </a:lnTo>
                <a:lnTo>
                  <a:pt x="50942" y="992997"/>
                </a:lnTo>
                <a:lnTo>
                  <a:pt x="23744" y="957786"/>
                </a:lnTo>
                <a:lnTo>
                  <a:pt x="6211" y="916219"/>
                </a:lnTo>
                <a:lnTo>
                  <a:pt x="0" y="869950"/>
                </a:lnTo>
                <a:lnTo>
                  <a:pt x="0" y="173989"/>
                </a:lnTo>
                <a:close/>
              </a:path>
            </a:pathLst>
          </a:custGeom>
          <a:ln w="38100">
            <a:solidFill>
              <a:srgbClr val="000099"/>
            </a:solidFill>
          </a:ln>
        </p:spPr>
        <p:txBody>
          <a:bodyPr wrap="square" lIns="0" tIns="0" rIns="0" bIns="0" rtlCol="0"/>
          <a:lstStyle/>
          <a:p>
            <a:endParaRPr/>
          </a:p>
        </p:txBody>
      </p:sp>
      <p:sp>
        <p:nvSpPr>
          <p:cNvPr id="11" name="object 11"/>
          <p:cNvSpPr txBox="1"/>
          <p:nvPr/>
        </p:nvSpPr>
        <p:spPr>
          <a:xfrm>
            <a:off x="6637781" y="1749933"/>
            <a:ext cx="1821814" cy="756920"/>
          </a:xfrm>
          <a:prstGeom prst="rect">
            <a:avLst/>
          </a:prstGeom>
        </p:spPr>
        <p:txBody>
          <a:bodyPr vert="horz" wrap="square" lIns="0" tIns="12700" rIns="0" bIns="0" rtlCol="0">
            <a:spAutoFit/>
          </a:bodyPr>
          <a:lstStyle/>
          <a:p>
            <a:pPr algn="ctr">
              <a:lnSpc>
                <a:spcPct val="100000"/>
              </a:lnSpc>
              <a:spcBef>
                <a:spcPts val="100"/>
              </a:spcBef>
            </a:pPr>
            <a:r>
              <a:rPr sz="2400" spc="5" dirty="0">
                <a:solidFill>
                  <a:srgbClr val="000099"/>
                </a:solidFill>
                <a:latin typeface="Franklin Gothic Medium"/>
                <a:cs typeface="Franklin Gothic Medium"/>
              </a:rPr>
              <a:t>Digits</a:t>
            </a:r>
            <a:endParaRPr sz="2400">
              <a:latin typeface="Franklin Gothic Medium"/>
              <a:cs typeface="Franklin Gothic Medium"/>
            </a:endParaRPr>
          </a:p>
          <a:p>
            <a:pPr algn="ctr">
              <a:lnSpc>
                <a:spcPct val="100000"/>
              </a:lnSpc>
            </a:pPr>
            <a:r>
              <a:rPr sz="2400" spc="-5" dirty="0">
                <a:solidFill>
                  <a:srgbClr val="000099"/>
                </a:solidFill>
                <a:latin typeface="Franklin Gothic Medium"/>
                <a:cs typeface="Franklin Gothic Medium"/>
              </a:rPr>
              <a:t>(0,</a:t>
            </a:r>
            <a:r>
              <a:rPr sz="2400" spc="-25" dirty="0">
                <a:solidFill>
                  <a:srgbClr val="000099"/>
                </a:solidFill>
                <a:latin typeface="Franklin Gothic Medium"/>
                <a:cs typeface="Franklin Gothic Medium"/>
              </a:rPr>
              <a:t> </a:t>
            </a:r>
            <a:r>
              <a:rPr sz="2400" spc="25" dirty="0">
                <a:solidFill>
                  <a:srgbClr val="000099"/>
                </a:solidFill>
                <a:latin typeface="Franklin Gothic Medium"/>
                <a:cs typeface="Franklin Gothic Medium"/>
              </a:rPr>
              <a:t>1,</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2,</a:t>
            </a:r>
            <a:r>
              <a:rPr sz="2400" spc="-2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a:t>
            </a:r>
            <a:r>
              <a:rPr sz="2400" spc="-3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9)</a:t>
            </a:r>
            <a:endParaRPr sz="2400">
              <a:latin typeface="Franklin Gothic Medium"/>
              <a:cs typeface="Franklin Gothic Medium"/>
            </a:endParaRPr>
          </a:p>
        </p:txBody>
      </p:sp>
      <p:sp>
        <p:nvSpPr>
          <p:cNvPr id="12" name="object 12"/>
          <p:cNvSpPr/>
          <p:nvPr/>
        </p:nvSpPr>
        <p:spPr>
          <a:xfrm>
            <a:off x="5974841" y="3280409"/>
            <a:ext cx="3190240" cy="1043940"/>
          </a:xfrm>
          <a:custGeom>
            <a:avLst/>
            <a:gdLst/>
            <a:ahLst/>
            <a:cxnLst/>
            <a:rect l="l" t="t" r="r" b="b"/>
            <a:pathLst>
              <a:path w="3190240" h="1043939">
                <a:moveTo>
                  <a:pt x="0" y="173989"/>
                </a:moveTo>
                <a:lnTo>
                  <a:pt x="6211" y="127720"/>
                </a:lnTo>
                <a:lnTo>
                  <a:pt x="23744" y="86153"/>
                </a:lnTo>
                <a:lnTo>
                  <a:pt x="50942" y="50942"/>
                </a:lnTo>
                <a:lnTo>
                  <a:pt x="86153" y="23744"/>
                </a:lnTo>
                <a:lnTo>
                  <a:pt x="127720" y="6211"/>
                </a:lnTo>
                <a:lnTo>
                  <a:pt x="173990" y="0"/>
                </a:lnTo>
                <a:lnTo>
                  <a:pt x="3015741" y="0"/>
                </a:lnTo>
                <a:lnTo>
                  <a:pt x="3062011" y="6211"/>
                </a:lnTo>
                <a:lnTo>
                  <a:pt x="3103578" y="23744"/>
                </a:lnTo>
                <a:lnTo>
                  <a:pt x="3138789" y="50942"/>
                </a:lnTo>
                <a:lnTo>
                  <a:pt x="3165987" y="86153"/>
                </a:lnTo>
                <a:lnTo>
                  <a:pt x="3183520" y="127720"/>
                </a:lnTo>
                <a:lnTo>
                  <a:pt x="3189732" y="173989"/>
                </a:lnTo>
                <a:lnTo>
                  <a:pt x="3189732" y="869950"/>
                </a:lnTo>
                <a:lnTo>
                  <a:pt x="3183520" y="916219"/>
                </a:lnTo>
                <a:lnTo>
                  <a:pt x="3165987" y="957786"/>
                </a:lnTo>
                <a:lnTo>
                  <a:pt x="3138789" y="992997"/>
                </a:lnTo>
                <a:lnTo>
                  <a:pt x="3103578" y="1020195"/>
                </a:lnTo>
                <a:lnTo>
                  <a:pt x="3062011" y="1037728"/>
                </a:lnTo>
                <a:lnTo>
                  <a:pt x="3015741" y="1043939"/>
                </a:lnTo>
                <a:lnTo>
                  <a:pt x="173990" y="1043939"/>
                </a:lnTo>
                <a:lnTo>
                  <a:pt x="127720" y="1037728"/>
                </a:lnTo>
                <a:lnTo>
                  <a:pt x="86153" y="1020195"/>
                </a:lnTo>
                <a:lnTo>
                  <a:pt x="50942" y="992997"/>
                </a:lnTo>
                <a:lnTo>
                  <a:pt x="23744" y="957786"/>
                </a:lnTo>
                <a:lnTo>
                  <a:pt x="6211" y="916219"/>
                </a:lnTo>
                <a:lnTo>
                  <a:pt x="0" y="869950"/>
                </a:lnTo>
                <a:lnTo>
                  <a:pt x="0" y="173989"/>
                </a:lnTo>
                <a:close/>
              </a:path>
            </a:pathLst>
          </a:custGeom>
          <a:ln w="38100">
            <a:solidFill>
              <a:srgbClr val="00AF50"/>
            </a:solidFill>
          </a:ln>
        </p:spPr>
        <p:txBody>
          <a:bodyPr wrap="square" lIns="0" tIns="0" rIns="0" bIns="0" rtlCol="0"/>
          <a:lstStyle/>
          <a:p>
            <a:endParaRPr/>
          </a:p>
        </p:txBody>
      </p:sp>
      <p:sp>
        <p:nvSpPr>
          <p:cNvPr id="13" name="object 13"/>
          <p:cNvSpPr txBox="1"/>
          <p:nvPr/>
        </p:nvSpPr>
        <p:spPr>
          <a:xfrm>
            <a:off x="6201917" y="3355035"/>
            <a:ext cx="2730500" cy="757555"/>
          </a:xfrm>
          <a:prstGeom prst="rect">
            <a:avLst/>
          </a:prstGeom>
        </p:spPr>
        <p:txBody>
          <a:bodyPr vert="horz" wrap="square" lIns="0" tIns="12700" rIns="0" bIns="0" rtlCol="0">
            <a:spAutoFit/>
          </a:bodyPr>
          <a:lstStyle/>
          <a:p>
            <a:pPr marL="157480">
              <a:lnSpc>
                <a:spcPct val="100000"/>
              </a:lnSpc>
              <a:spcBef>
                <a:spcPts val="100"/>
              </a:spcBef>
            </a:pPr>
            <a:r>
              <a:rPr sz="2400" spc="5" dirty="0">
                <a:solidFill>
                  <a:srgbClr val="00AF50"/>
                </a:solidFill>
                <a:latin typeface="Franklin Gothic Medium"/>
                <a:cs typeface="Franklin Gothic Medium"/>
              </a:rPr>
              <a:t>Special</a:t>
            </a:r>
            <a:r>
              <a:rPr sz="2400" spc="-65" dirty="0">
                <a:solidFill>
                  <a:srgbClr val="00AF50"/>
                </a:solidFill>
                <a:latin typeface="Franklin Gothic Medium"/>
                <a:cs typeface="Franklin Gothic Medium"/>
              </a:rPr>
              <a:t> </a:t>
            </a:r>
            <a:r>
              <a:rPr sz="2400" dirty="0">
                <a:solidFill>
                  <a:srgbClr val="00AF50"/>
                </a:solidFill>
                <a:latin typeface="Franklin Gothic Medium"/>
                <a:cs typeface="Franklin Gothic Medium"/>
              </a:rPr>
              <a:t>characters</a:t>
            </a:r>
            <a:endParaRPr sz="2400">
              <a:latin typeface="Franklin Gothic Medium"/>
              <a:cs typeface="Franklin Gothic Medium"/>
            </a:endParaRPr>
          </a:p>
          <a:p>
            <a:pPr marL="12700">
              <a:lnSpc>
                <a:spcPct val="100000"/>
              </a:lnSpc>
              <a:spcBef>
                <a:spcPts val="5"/>
              </a:spcBef>
            </a:pPr>
            <a:r>
              <a:rPr sz="2400" spc="-5" dirty="0">
                <a:solidFill>
                  <a:srgbClr val="00AF50"/>
                </a:solidFill>
                <a:latin typeface="Franklin Gothic Medium"/>
                <a:cs typeface="Franklin Gothic Medium"/>
              </a:rPr>
              <a:t>($,</a:t>
            </a:r>
            <a:r>
              <a:rPr sz="2400" spc="-15" dirty="0">
                <a:solidFill>
                  <a:srgbClr val="00AF50"/>
                </a:solidFill>
                <a:latin typeface="Franklin Gothic Medium"/>
                <a:cs typeface="Franklin Gothic Medium"/>
              </a:rPr>
              <a:t> </a:t>
            </a:r>
            <a:r>
              <a:rPr sz="2400" spc="-5" dirty="0">
                <a:solidFill>
                  <a:srgbClr val="00AF50"/>
                </a:solidFill>
                <a:latin typeface="Franklin Gothic Medium"/>
                <a:cs typeface="Franklin Gothic Medium"/>
              </a:rPr>
              <a:t>#,</a:t>
            </a:r>
            <a:r>
              <a:rPr sz="2400" spc="-15"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&amp;,</a:t>
            </a:r>
            <a:r>
              <a:rPr sz="2400" spc="-5" dirty="0">
                <a:solidFill>
                  <a:srgbClr val="00AF50"/>
                </a:solidFill>
                <a:latin typeface="Franklin Gothic Medium"/>
                <a:cs typeface="Franklin Gothic Medium"/>
              </a:rPr>
              <a:t> *,</a:t>
            </a:r>
            <a:r>
              <a:rPr sz="2400" spc="-15"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t>
            </a:r>
            <a:r>
              <a:rPr sz="2400" spc="-25"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t>
            </a:r>
            <a:r>
              <a:rPr sz="2400" spc="-10"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t>
            </a:r>
            <a:r>
              <a:rPr sz="2400" spc="-20" dirty="0">
                <a:solidFill>
                  <a:srgbClr val="00AF50"/>
                </a:solidFill>
                <a:latin typeface="Franklin Gothic Medium"/>
                <a:cs typeface="Franklin Gothic Medium"/>
              </a:rPr>
              <a:t> </a:t>
            </a:r>
            <a:r>
              <a:rPr sz="2400" spc="-5" dirty="0">
                <a:solidFill>
                  <a:srgbClr val="00AF50"/>
                </a:solidFill>
                <a:latin typeface="Franklin Gothic Medium"/>
                <a:cs typeface="Franklin Gothic Medium"/>
              </a:rPr>
              <a:t>},</a:t>
            </a:r>
            <a:r>
              <a:rPr sz="2400" spc="-10"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t>
            </a:r>
            <a:r>
              <a:rPr sz="2400" spc="-25" dirty="0">
                <a:solidFill>
                  <a:srgbClr val="00AF50"/>
                </a:solidFill>
                <a:latin typeface="Franklin Gothic Medium"/>
                <a:cs typeface="Franklin Gothic Medium"/>
              </a:rPr>
              <a:t> </a:t>
            </a:r>
            <a:r>
              <a:rPr sz="2400" dirty="0">
                <a:solidFill>
                  <a:srgbClr val="00AF50"/>
                </a:solidFill>
                <a:latin typeface="Franklin Gothic Medium"/>
                <a:cs typeface="Franklin Gothic Medium"/>
              </a:rPr>
              <a:t>/)</a:t>
            </a:r>
            <a:endParaRPr sz="2400">
              <a:latin typeface="Franklin Gothic Medium"/>
              <a:cs typeface="Franklin Gothic Medium"/>
            </a:endParaRPr>
          </a:p>
        </p:txBody>
      </p:sp>
      <p:sp>
        <p:nvSpPr>
          <p:cNvPr id="14" name="object 14"/>
          <p:cNvSpPr/>
          <p:nvPr/>
        </p:nvSpPr>
        <p:spPr>
          <a:xfrm>
            <a:off x="5974841" y="4725161"/>
            <a:ext cx="3190240" cy="1318260"/>
          </a:xfrm>
          <a:custGeom>
            <a:avLst/>
            <a:gdLst/>
            <a:ahLst/>
            <a:cxnLst/>
            <a:rect l="l" t="t" r="r" b="b"/>
            <a:pathLst>
              <a:path w="3190240" h="1318260">
                <a:moveTo>
                  <a:pt x="0" y="219710"/>
                </a:moveTo>
                <a:lnTo>
                  <a:pt x="4466" y="175447"/>
                </a:lnTo>
                <a:lnTo>
                  <a:pt x="17273" y="134213"/>
                </a:lnTo>
                <a:lnTo>
                  <a:pt x="37538" y="96893"/>
                </a:lnTo>
                <a:lnTo>
                  <a:pt x="64373" y="64373"/>
                </a:lnTo>
                <a:lnTo>
                  <a:pt x="96893" y="37538"/>
                </a:lnTo>
                <a:lnTo>
                  <a:pt x="134213" y="17273"/>
                </a:lnTo>
                <a:lnTo>
                  <a:pt x="175447" y="4466"/>
                </a:lnTo>
                <a:lnTo>
                  <a:pt x="219710" y="0"/>
                </a:lnTo>
                <a:lnTo>
                  <a:pt x="2970022" y="0"/>
                </a:lnTo>
                <a:lnTo>
                  <a:pt x="3014284" y="4466"/>
                </a:lnTo>
                <a:lnTo>
                  <a:pt x="3055518" y="17273"/>
                </a:lnTo>
                <a:lnTo>
                  <a:pt x="3092838" y="37538"/>
                </a:lnTo>
                <a:lnTo>
                  <a:pt x="3125358" y="64373"/>
                </a:lnTo>
                <a:lnTo>
                  <a:pt x="3152193" y="96893"/>
                </a:lnTo>
                <a:lnTo>
                  <a:pt x="3172458" y="134213"/>
                </a:lnTo>
                <a:lnTo>
                  <a:pt x="3185265" y="175447"/>
                </a:lnTo>
                <a:lnTo>
                  <a:pt x="3189732" y="219710"/>
                </a:lnTo>
                <a:lnTo>
                  <a:pt x="3189732" y="1098550"/>
                </a:lnTo>
                <a:lnTo>
                  <a:pt x="3185265" y="1142827"/>
                </a:lnTo>
                <a:lnTo>
                  <a:pt x="3172458" y="1184068"/>
                </a:lnTo>
                <a:lnTo>
                  <a:pt x="3152193" y="1221389"/>
                </a:lnTo>
                <a:lnTo>
                  <a:pt x="3125358" y="1253905"/>
                </a:lnTo>
                <a:lnTo>
                  <a:pt x="3092838" y="1280735"/>
                </a:lnTo>
                <a:lnTo>
                  <a:pt x="3055518" y="1300993"/>
                </a:lnTo>
                <a:lnTo>
                  <a:pt x="3014284" y="1313795"/>
                </a:lnTo>
                <a:lnTo>
                  <a:pt x="2970022" y="1318260"/>
                </a:lnTo>
                <a:lnTo>
                  <a:pt x="219710" y="1318260"/>
                </a:lnTo>
                <a:lnTo>
                  <a:pt x="175447" y="1313795"/>
                </a:lnTo>
                <a:lnTo>
                  <a:pt x="134213" y="1300993"/>
                </a:lnTo>
                <a:lnTo>
                  <a:pt x="96893" y="1280735"/>
                </a:lnTo>
                <a:lnTo>
                  <a:pt x="64373" y="1253905"/>
                </a:lnTo>
                <a:lnTo>
                  <a:pt x="37538" y="1221389"/>
                </a:lnTo>
                <a:lnTo>
                  <a:pt x="17273" y="1184068"/>
                </a:lnTo>
                <a:lnTo>
                  <a:pt x="4466" y="1142827"/>
                </a:lnTo>
                <a:lnTo>
                  <a:pt x="0" y="1098550"/>
                </a:lnTo>
                <a:lnTo>
                  <a:pt x="0" y="219710"/>
                </a:lnTo>
                <a:close/>
              </a:path>
            </a:pathLst>
          </a:custGeom>
          <a:ln w="38100">
            <a:solidFill>
              <a:srgbClr val="5DD3FF"/>
            </a:solidFill>
          </a:ln>
        </p:spPr>
        <p:txBody>
          <a:bodyPr wrap="square" lIns="0" tIns="0" rIns="0" bIns="0" rtlCol="0"/>
          <a:lstStyle/>
          <a:p>
            <a:endParaRPr/>
          </a:p>
        </p:txBody>
      </p:sp>
      <p:sp>
        <p:nvSpPr>
          <p:cNvPr id="15" name="object 15"/>
          <p:cNvSpPr txBox="1"/>
          <p:nvPr/>
        </p:nvSpPr>
        <p:spPr>
          <a:xfrm>
            <a:off x="6128384" y="4813807"/>
            <a:ext cx="2880995" cy="1123315"/>
          </a:xfrm>
          <a:prstGeom prst="rect">
            <a:avLst/>
          </a:prstGeom>
        </p:spPr>
        <p:txBody>
          <a:bodyPr vert="horz" wrap="square" lIns="0" tIns="12700" rIns="0" bIns="0" rtlCol="0">
            <a:spAutoFit/>
          </a:bodyPr>
          <a:lstStyle/>
          <a:p>
            <a:pPr marL="12700" marR="5080" indent="551180">
              <a:lnSpc>
                <a:spcPct val="100000"/>
              </a:lnSpc>
              <a:spcBef>
                <a:spcPts val="100"/>
              </a:spcBef>
            </a:pPr>
            <a:r>
              <a:rPr sz="2400" spc="-5" dirty="0">
                <a:solidFill>
                  <a:srgbClr val="00AFEF"/>
                </a:solidFill>
                <a:latin typeface="Franklin Gothic Medium"/>
                <a:cs typeface="Franklin Gothic Medium"/>
              </a:rPr>
              <a:t>White </a:t>
            </a:r>
            <a:r>
              <a:rPr sz="2400" dirty="0">
                <a:solidFill>
                  <a:srgbClr val="00AFEF"/>
                </a:solidFill>
                <a:latin typeface="Franklin Gothic Medium"/>
                <a:cs typeface="Franklin Gothic Medium"/>
              </a:rPr>
              <a:t>spaces </a:t>
            </a:r>
            <a:r>
              <a:rPr sz="2400" spc="5" dirty="0">
                <a:solidFill>
                  <a:srgbClr val="00AFEF"/>
                </a:solidFill>
                <a:latin typeface="Franklin Gothic Medium"/>
                <a:cs typeface="Franklin Gothic Medium"/>
              </a:rPr>
              <a:t> </a:t>
            </a:r>
            <a:r>
              <a:rPr sz="2400" spc="-10" dirty="0">
                <a:solidFill>
                  <a:srgbClr val="00AFEF"/>
                </a:solidFill>
                <a:latin typeface="Franklin Gothic Medium"/>
                <a:cs typeface="Franklin Gothic Medium"/>
              </a:rPr>
              <a:t>Blank </a:t>
            </a:r>
            <a:r>
              <a:rPr sz="2400" spc="-5" dirty="0">
                <a:solidFill>
                  <a:srgbClr val="00AFEF"/>
                </a:solidFill>
                <a:latin typeface="Franklin Gothic Medium"/>
                <a:cs typeface="Franklin Gothic Medium"/>
              </a:rPr>
              <a:t>space,</a:t>
            </a:r>
            <a:r>
              <a:rPr sz="2400" spc="-35" dirty="0">
                <a:solidFill>
                  <a:srgbClr val="00AFEF"/>
                </a:solidFill>
                <a:latin typeface="Franklin Gothic Medium"/>
                <a:cs typeface="Franklin Gothic Medium"/>
              </a:rPr>
              <a:t> </a:t>
            </a:r>
            <a:r>
              <a:rPr sz="2400" spc="-5" dirty="0">
                <a:solidFill>
                  <a:srgbClr val="00AFEF"/>
                </a:solidFill>
                <a:latin typeface="Franklin Gothic Medium"/>
                <a:cs typeface="Franklin Gothic Medium"/>
              </a:rPr>
              <a:t>tab,</a:t>
            </a:r>
            <a:r>
              <a:rPr sz="2400" spc="-25" dirty="0">
                <a:solidFill>
                  <a:srgbClr val="00AFEF"/>
                </a:solidFill>
                <a:latin typeface="Franklin Gothic Medium"/>
                <a:cs typeface="Franklin Gothic Medium"/>
              </a:rPr>
              <a:t> </a:t>
            </a:r>
            <a:r>
              <a:rPr sz="2400" spc="-10" dirty="0">
                <a:solidFill>
                  <a:srgbClr val="00AFEF"/>
                </a:solidFill>
                <a:latin typeface="Franklin Gothic Medium"/>
                <a:cs typeface="Franklin Gothic Medium"/>
              </a:rPr>
              <a:t>new</a:t>
            </a:r>
            <a:endParaRPr sz="2400">
              <a:latin typeface="Franklin Gothic Medium"/>
              <a:cs typeface="Franklin Gothic Medium"/>
            </a:endParaRPr>
          </a:p>
          <a:p>
            <a:pPr marL="1203960">
              <a:lnSpc>
                <a:spcPct val="100000"/>
              </a:lnSpc>
            </a:pPr>
            <a:r>
              <a:rPr sz="2400" dirty="0">
                <a:solidFill>
                  <a:srgbClr val="00AFEF"/>
                </a:solidFill>
                <a:latin typeface="Franklin Gothic Medium"/>
                <a:cs typeface="Franklin Gothic Medium"/>
              </a:rPr>
              <a:t>line</a:t>
            </a:r>
            <a:endParaRPr sz="2400">
              <a:latin typeface="Franklin Gothic Medium"/>
              <a:cs typeface="Franklin Gothic Medium"/>
            </a:endParaRPr>
          </a:p>
        </p:txBody>
      </p:sp>
      <p:grpSp>
        <p:nvGrpSpPr>
          <p:cNvPr id="16" name="object 16"/>
          <p:cNvGrpSpPr/>
          <p:nvPr/>
        </p:nvGrpSpPr>
        <p:grpSpPr>
          <a:xfrm>
            <a:off x="3017011" y="934974"/>
            <a:ext cx="2957195" cy="4449445"/>
            <a:chOff x="3017011" y="934974"/>
            <a:chExt cx="2957195" cy="4449445"/>
          </a:xfrm>
        </p:grpSpPr>
        <p:sp>
          <p:nvSpPr>
            <p:cNvPr id="17" name="object 17"/>
            <p:cNvSpPr/>
            <p:nvPr/>
          </p:nvSpPr>
          <p:spPr>
            <a:xfrm>
              <a:off x="3017011" y="934974"/>
              <a:ext cx="2937510" cy="2360930"/>
            </a:xfrm>
            <a:custGeom>
              <a:avLst/>
              <a:gdLst/>
              <a:ahLst/>
              <a:cxnLst/>
              <a:rect l="l" t="t" r="r" b="b"/>
              <a:pathLst>
                <a:path w="2937510" h="2360929">
                  <a:moveTo>
                    <a:pt x="2836253" y="56648"/>
                  </a:moveTo>
                  <a:lnTo>
                    <a:pt x="0" y="2330830"/>
                  </a:lnTo>
                  <a:lnTo>
                    <a:pt x="23875" y="2360549"/>
                  </a:lnTo>
                  <a:lnTo>
                    <a:pt x="2860103" y="86386"/>
                  </a:lnTo>
                  <a:lnTo>
                    <a:pt x="2836253" y="56648"/>
                  </a:lnTo>
                  <a:close/>
                </a:path>
                <a:path w="2937510" h="2360929">
                  <a:moveTo>
                    <a:pt x="2916791" y="44703"/>
                  </a:moveTo>
                  <a:lnTo>
                    <a:pt x="2851150" y="44703"/>
                  </a:lnTo>
                  <a:lnTo>
                    <a:pt x="2875026" y="74422"/>
                  </a:lnTo>
                  <a:lnTo>
                    <a:pt x="2860103" y="86386"/>
                  </a:lnTo>
                  <a:lnTo>
                    <a:pt x="2883916" y="116077"/>
                  </a:lnTo>
                  <a:lnTo>
                    <a:pt x="2916791" y="44703"/>
                  </a:lnTo>
                  <a:close/>
                </a:path>
                <a:path w="2937510" h="2360929">
                  <a:moveTo>
                    <a:pt x="2851150" y="44703"/>
                  </a:moveTo>
                  <a:lnTo>
                    <a:pt x="2836253" y="56648"/>
                  </a:lnTo>
                  <a:lnTo>
                    <a:pt x="2860103" y="86386"/>
                  </a:lnTo>
                  <a:lnTo>
                    <a:pt x="2875026" y="74422"/>
                  </a:lnTo>
                  <a:lnTo>
                    <a:pt x="2851150" y="44703"/>
                  </a:lnTo>
                  <a:close/>
                </a:path>
                <a:path w="2937510" h="2360929">
                  <a:moveTo>
                    <a:pt x="2937383" y="0"/>
                  </a:moveTo>
                  <a:lnTo>
                    <a:pt x="2812415" y="26924"/>
                  </a:lnTo>
                  <a:lnTo>
                    <a:pt x="2836253" y="56648"/>
                  </a:lnTo>
                  <a:lnTo>
                    <a:pt x="2851150" y="44703"/>
                  </a:lnTo>
                  <a:lnTo>
                    <a:pt x="2916791" y="44703"/>
                  </a:lnTo>
                  <a:lnTo>
                    <a:pt x="2937383" y="0"/>
                  </a:lnTo>
                  <a:close/>
                </a:path>
              </a:pathLst>
            </a:custGeom>
            <a:solidFill>
              <a:srgbClr val="FF0000"/>
            </a:solidFill>
          </p:spPr>
          <p:txBody>
            <a:bodyPr wrap="square" lIns="0" tIns="0" rIns="0" bIns="0" rtlCol="0"/>
            <a:lstStyle/>
            <a:p>
              <a:endParaRPr/>
            </a:p>
          </p:txBody>
        </p:sp>
        <p:sp>
          <p:nvSpPr>
            <p:cNvPr id="18" name="object 18"/>
            <p:cNvSpPr/>
            <p:nvPr/>
          </p:nvSpPr>
          <p:spPr>
            <a:xfrm>
              <a:off x="3022345" y="2183002"/>
              <a:ext cx="2932430" cy="1115060"/>
            </a:xfrm>
            <a:custGeom>
              <a:avLst/>
              <a:gdLst/>
              <a:ahLst/>
              <a:cxnLst/>
              <a:rect l="l" t="t" r="r" b="b"/>
              <a:pathLst>
                <a:path w="2932429" h="1115060">
                  <a:moveTo>
                    <a:pt x="2818236" y="35675"/>
                  </a:moveTo>
                  <a:lnTo>
                    <a:pt x="0" y="1079373"/>
                  </a:lnTo>
                  <a:lnTo>
                    <a:pt x="13208" y="1115060"/>
                  </a:lnTo>
                  <a:lnTo>
                    <a:pt x="2831446" y="71408"/>
                  </a:lnTo>
                  <a:lnTo>
                    <a:pt x="2818236" y="35675"/>
                  </a:lnTo>
                  <a:close/>
                </a:path>
                <a:path w="2932429" h="1115060">
                  <a:moveTo>
                    <a:pt x="2917783" y="29083"/>
                  </a:moveTo>
                  <a:lnTo>
                    <a:pt x="2836037" y="29083"/>
                  </a:lnTo>
                  <a:lnTo>
                    <a:pt x="2849372" y="64770"/>
                  </a:lnTo>
                  <a:lnTo>
                    <a:pt x="2831446" y="71408"/>
                  </a:lnTo>
                  <a:lnTo>
                    <a:pt x="2844673" y="107187"/>
                  </a:lnTo>
                  <a:lnTo>
                    <a:pt x="2917783" y="29083"/>
                  </a:lnTo>
                  <a:close/>
                </a:path>
                <a:path w="2932429" h="1115060">
                  <a:moveTo>
                    <a:pt x="2836037" y="29083"/>
                  </a:moveTo>
                  <a:lnTo>
                    <a:pt x="2818236" y="35675"/>
                  </a:lnTo>
                  <a:lnTo>
                    <a:pt x="2831446" y="71408"/>
                  </a:lnTo>
                  <a:lnTo>
                    <a:pt x="2849372" y="64770"/>
                  </a:lnTo>
                  <a:lnTo>
                    <a:pt x="2836037" y="29083"/>
                  </a:lnTo>
                  <a:close/>
                </a:path>
                <a:path w="2932429" h="1115060">
                  <a:moveTo>
                    <a:pt x="2805049" y="0"/>
                  </a:moveTo>
                  <a:lnTo>
                    <a:pt x="2818236" y="35675"/>
                  </a:lnTo>
                  <a:lnTo>
                    <a:pt x="2836037" y="29083"/>
                  </a:lnTo>
                  <a:lnTo>
                    <a:pt x="2917783" y="29083"/>
                  </a:lnTo>
                  <a:lnTo>
                    <a:pt x="2932049" y="13843"/>
                  </a:lnTo>
                  <a:lnTo>
                    <a:pt x="2805049" y="0"/>
                  </a:lnTo>
                  <a:close/>
                </a:path>
              </a:pathLst>
            </a:custGeom>
            <a:solidFill>
              <a:srgbClr val="000099"/>
            </a:solidFill>
          </p:spPr>
          <p:txBody>
            <a:bodyPr wrap="square" lIns="0" tIns="0" rIns="0" bIns="0" rtlCol="0"/>
            <a:lstStyle/>
            <a:p>
              <a:endParaRPr/>
            </a:p>
          </p:txBody>
        </p:sp>
        <p:sp>
          <p:nvSpPr>
            <p:cNvPr id="19" name="object 19"/>
            <p:cNvSpPr/>
            <p:nvPr/>
          </p:nvSpPr>
          <p:spPr>
            <a:xfrm>
              <a:off x="3025647" y="3261613"/>
              <a:ext cx="2948940" cy="577215"/>
            </a:xfrm>
            <a:custGeom>
              <a:avLst/>
              <a:gdLst/>
              <a:ahLst/>
              <a:cxnLst/>
              <a:rect l="l" t="t" r="r" b="b"/>
              <a:pathLst>
                <a:path w="2948940" h="577214">
                  <a:moveTo>
                    <a:pt x="2832773" y="539474"/>
                  </a:moveTo>
                  <a:lnTo>
                    <a:pt x="2826130" y="576961"/>
                  </a:lnTo>
                  <a:lnTo>
                    <a:pt x="2941281" y="542798"/>
                  </a:lnTo>
                  <a:lnTo>
                    <a:pt x="2851530" y="542798"/>
                  </a:lnTo>
                  <a:lnTo>
                    <a:pt x="2832773" y="539474"/>
                  </a:lnTo>
                  <a:close/>
                </a:path>
                <a:path w="2948940" h="577214">
                  <a:moveTo>
                    <a:pt x="2839433" y="501892"/>
                  </a:moveTo>
                  <a:lnTo>
                    <a:pt x="2832773" y="539474"/>
                  </a:lnTo>
                  <a:lnTo>
                    <a:pt x="2851530" y="542798"/>
                  </a:lnTo>
                  <a:lnTo>
                    <a:pt x="2858135" y="505206"/>
                  </a:lnTo>
                  <a:lnTo>
                    <a:pt x="2839433" y="501892"/>
                  </a:lnTo>
                  <a:close/>
                </a:path>
                <a:path w="2948940" h="577214">
                  <a:moveTo>
                    <a:pt x="2846069" y="464438"/>
                  </a:moveTo>
                  <a:lnTo>
                    <a:pt x="2839433" y="501892"/>
                  </a:lnTo>
                  <a:lnTo>
                    <a:pt x="2858135" y="505206"/>
                  </a:lnTo>
                  <a:lnTo>
                    <a:pt x="2851530" y="542798"/>
                  </a:lnTo>
                  <a:lnTo>
                    <a:pt x="2941281" y="542798"/>
                  </a:lnTo>
                  <a:lnTo>
                    <a:pt x="2948559" y="540638"/>
                  </a:lnTo>
                  <a:lnTo>
                    <a:pt x="2846069" y="464438"/>
                  </a:lnTo>
                  <a:close/>
                </a:path>
                <a:path w="2948940" h="577214">
                  <a:moveTo>
                    <a:pt x="6603" y="0"/>
                  </a:moveTo>
                  <a:lnTo>
                    <a:pt x="0" y="37591"/>
                  </a:lnTo>
                  <a:lnTo>
                    <a:pt x="2832773" y="539474"/>
                  </a:lnTo>
                  <a:lnTo>
                    <a:pt x="2839433" y="501892"/>
                  </a:lnTo>
                  <a:lnTo>
                    <a:pt x="6603" y="0"/>
                  </a:lnTo>
                  <a:close/>
                </a:path>
              </a:pathLst>
            </a:custGeom>
            <a:solidFill>
              <a:srgbClr val="00AF50"/>
            </a:solidFill>
          </p:spPr>
          <p:txBody>
            <a:bodyPr wrap="square" lIns="0" tIns="0" rIns="0" bIns="0" rtlCol="0"/>
            <a:lstStyle/>
            <a:p>
              <a:endParaRPr/>
            </a:p>
          </p:txBody>
        </p:sp>
        <p:sp>
          <p:nvSpPr>
            <p:cNvPr id="20" name="object 20"/>
            <p:cNvSpPr/>
            <p:nvPr/>
          </p:nvSpPr>
          <p:spPr>
            <a:xfrm>
              <a:off x="3017900" y="3264916"/>
              <a:ext cx="2956560" cy="2119630"/>
            </a:xfrm>
            <a:custGeom>
              <a:avLst/>
              <a:gdLst/>
              <a:ahLst/>
              <a:cxnLst/>
              <a:rect l="l" t="t" r="r" b="b"/>
              <a:pathLst>
                <a:path w="2956560" h="2119629">
                  <a:moveTo>
                    <a:pt x="2852245" y="2068396"/>
                  </a:moveTo>
                  <a:lnTo>
                    <a:pt x="2830068" y="2099437"/>
                  </a:lnTo>
                  <a:lnTo>
                    <a:pt x="2956306" y="2119376"/>
                  </a:lnTo>
                  <a:lnTo>
                    <a:pt x="2935178" y="2079498"/>
                  </a:lnTo>
                  <a:lnTo>
                    <a:pt x="2867787" y="2079498"/>
                  </a:lnTo>
                  <a:lnTo>
                    <a:pt x="2852245" y="2068396"/>
                  </a:lnTo>
                  <a:close/>
                </a:path>
                <a:path w="2956560" h="2119629">
                  <a:moveTo>
                    <a:pt x="2874371" y="2037428"/>
                  </a:moveTo>
                  <a:lnTo>
                    <a:pt x="2852245" y="2068396"/>
                  </a:lnTo>
                  <a:lnTo>
                    <a:pt x="2867787" y="2079498"/>
                  </a:lnTo>
                  <a:lnTo>
                    <a:pt x="2889885" y="2048510"/>
                  </a:lnTo>
                  <a:lnTo>
                    <a:pt x="2874371" y="2037428"/>
                  </a:lnTo>
                  <a:close/>
                </a:path>
                <a:path w="2956560" h="2119629">
                  <a:moveTo>
                    <a:pt x="2896489" y="2006473"/>
                  </a:moveTo>
                  <a:lnTo>
                    <a:pt x="2874371" y="2037428"/>
                  </a:lnTo>
                  <a:lnTo>
                    <a:pt x="2889885" y="2048510"/>
                  </a:lnTo>
                  <a:lnTo>
                    <a:pt x="2867787" y="2079498"/>
                  </a:lnTo>
                  <a:lnTo>
                    <a:pt x="2935178" y="2079498"/>
                  </a:lnTo>
                  <a:lnTo>
                    <a:pt x="2896489" y="2006473"/>
                  </a:lnTo>
                  <a:close/>
                </a:path>
                <a:path w="2956560" h="2119629">
                  <a:moveTo>
                    <a:pt x="22098" y="0"/>
                  </a:moveTo>
                  <a:lnTo>
                    <a:pt x="0" y="30987"/>
                  </a:lnTo>
                  <a:lnTo>
                    <a:pt x="2852245" y="2068396"/>
                  </a:lnTo>
                  <a:lnTo>
                    <a:pt x="2874371" y="2037428"/>
                  </a:lnTo>
                  <a:lnTo>
                    <a:pt x="22098" y="0"/>
                  </a:lnTo>
                  <a:close/>
                </a:path>
              </a:pathLst>
            </a:custGeom>
            <a:solidFill>
              <a:srgbClr val="00AFEF"/>
            </a:solidFill>
          </p:spPr>
          <p:txBody>
            <a:bodyPr wrap="square" lIns="0" tIns="0" rIns="0" bIns="0" rtlCol="0"/>
            <a:lstStyle/>
            <a:p>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4104640" cy="6858000"/>
            <a:chOff x="0" y="0"/>
            <a:chExt cx="4104640" cy="6858000"/>
          </a:xfrm>
        </p:grpSpPr>
        <p:sp>
          <p:nvSpPr>
            <p:cNvPr id="3" name="object 3"/>
            <p:cNvSpPr/>
            <p:nvPr/>
          </p:nvSpPr>
          <p:spPr>
            <a:xfrm>
              <a:off x="0" y="0"/>
              <a:ext cx="4051300" cy="6858000"/>
            </a:xfrm>
            <a:custGeom>
              <a:avLst/>
              <a:gdLst/>
              <a:ahLst/>
              <a:cxnLst/>
              <a:rect l="l" t="t" r="r" b="b"/>
              <a:pathLst>
                <a:path w="4051300" h="6858000">
                  <a:moveTo>
                    <a:pt x="4050791" y="0"/>
                  </a:moveTo>
                  <a:lnTo>
                    <a:pt x="0" y="0"/>
                  </a:lnTo>
                  <a:lnTo>
                    <a:pt x="0" y="6858000"/>
                  </a:lnTo>
                  <a:lnTo>
                    <a:pt x="4050791" y="6858000"/>
                  </a:lnTo>
                  <a:lnTo>
                    <a:pt x="4050791" y="0"/>
                  </a:lnTo>
                  <a:close/>
                </a:path>
              </a:pathLst>
            </a:custGeom>
            <a:solidFill>
              <a:srgbClr val="00AFEF"/>
            </a:solidFill>
          </p:spPr>
          <p:txBody>
            <a:bodyPr wrap="square" lIns="0" tIns="0" rIns="0" bIns="0" rtlCol="0"/>
            <a:lstStyle/>
            <a:p>
              <a:endParaRPr/>
            </a:p>
          </p:txBody>
        </p:sp>
        <p:sp>
          <p:nvSpPr>
            <p:cNvPr id="4" name="object 4"/>
            <p:cNvSpPr/>
            <p:nvPr/>
          </p:nvSpPr>
          <p:spPr>
            <a:xfrm>
              <a:off x="4040123"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C00000"/>
            </a:solidFill>
          </p:spPr>
          <p:txBody>
            <a:bodyPr wrap="square" lIns="0" tIns="0" rIns="0" bIns="0" rtlCol="0"/>
            <a:lstStyle/>
            <a:p>
              <a:endParaRPr/>
            </a:p>
          </p:txBody>
        </p:sp>
      </p:grpSp>
      <p:sp>
        <p:nvSpPr>
          <p:cNvPr id="5" name="object 5"/>
          <p:cNvSpPr txBox="1"/>
          <p:nvPr/>
        </p:nvSpPr>
        <p:spPr>
          <a:xfrm>
            <a:off x="1146149" y="3158108"/>
            <a:ext cx="1583690" cy="513715"/>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FFFFFF"/>
                </a:solidFill>
                <a:latin typeface="Franklin Gothic Medium"/>
                <a:cs typeface="Franklin Gothic Medium"/>
              </a:rPr>
              <a:t>C</a:t>
            </a:r>
            <a:r>
              <a:rPr sz="3200" spc="-90" dirty="0">
                <a:solidFill>
                  <a:srgbClr val="FFFFFF"/>
                </a:solidFill>
                <a:latin typeface="Franklin Gothic Medium"/>
                <a:cs typeface="Franklin Gothic Medium"/>
              </a:rPr>
              <a:t> </a:t>
            </a:r>
            <a:r>
              <a:rPr sz="3200" spc="-35" dirty="0">
                <a:solidFill>
                  <a:srgbClr val="FFFFFF"/>
                </a:solidFill>
                <a:latin typeface="Franklin Gothic Medium"/>
                <a:cs typeface="Franklin Gothic Medium"/>
              </a:rPr>
              <a:t>Tokens</a:t>
            </a:r>
            <a:endParaRPr sz="3200">
              <a:latin typeface="Franklin Gothic Medium"/>
              <a:cs typeface="Franklin Gothic Medium"/>
            </a:endParaRPr>
          </a:p>
        </p:txBody>
      </p:sp>
      <p:sp>
        <p:nvSpPr>
          <p:cNvPr id="6" name="object 6"/>
          <p:cNvSpPr txBox="1"/>
          <p:nvPr/>
        </p:nvSpPr>
        <p:spPr>
          <a:xfrm>
            <a:off x="4919853" y="722503"/>
            <a:ext cx="6093460" cy="1122680"/>
          </a:xfrm>
          <a:prstGeom prst="rect">
            <a:avLst/>
          </a:prstGeom>
        </p:spPr>
        <p:txBody>
          <a:bodyPr vert="horz" wrap="square" lIns="0" tIns="12700" rIns="0" bIns="0" rtlCol="0">
            <a:spAutoFit/>
          </a:bodyPr>
          <a:lstStyle/>
          <a:p>
            <a:pPr marL="12700" marR="5080">
              <a:lnSpc>
                <a:spcPct val="150000"/>
              </a:lnSpc>
              <a:spcBef>
                <a:spcPts val="100"/>
              </a:spcBef>
            </a:pPr>
            <a:r>
              <a:rPr sz="2400" spc="-5" dirty="0">
                <a:latin typeface="Franklin Gothic Medium"/>
                <a:cs typeface="Franklin Gothic Medium"/>
              </a:rPr>
              <a:t>In</a:t>
            </a:r>
            <a:r>
              <a:rPr sz="2400" spc="350" dirty="0">
                <a:latin typeface="Franklin Gothic Medium"/>
                <a:cs typeface="Franklin Gothic Medium"/>
              </a:rPr>
              <a:t> </a:t>
            </a:r>
            <a:r>
              <a:rPr sz="2400" dirty="0">
                <a:latin typeface="Franklin Gothic Medium"/>
                <a:cs typeface="Franklin Gothic Medium"/>
              </a:rPr>
              <a:t>a</a:t>
            </a:r>
            <a:r>
              <a:rPr sz="2400" spc="350" dirty="0">
                <a:latin typeface="Franklin Gothic Medium"/>
                <a:cs typeface="Franklin Gothic Medium"/>
              </a:rPr>
              <a:t> </a:t>
            </a:r>
            <a:r>
              <a:rPr sz="2400" dirty="0">
                <a:latin typeface="Franklin Gothic Medium"/>
                <a:cs typeface="Franklin Gothic Medium"/>
              </a:rPr>
              <a:t>C</a:t>
            </a:r>
            <a:r>
              <a:rPr sz="2400" spc="355" dirty="0">
                <a:latin typeface="Franklin Gothic Medium"/>
                <a:cs typeface="Franklin Gothic Medium"/>
              </a:rPr>
              <a:t> </a:t>
            </a:r>
            <a:r>
              <a:rPr sz="2400" spc="-5" dirty="0">
                <a:latin typeface="Franklin Gothic Medium"/>
                <a:cs typeface="Franklin Gothic Medium"/>
              </a:rPr>
              <a:t>program,</a:t>
            </a:r>
            <a:r>
              <a:rPr sz="2400" spc="370" dirty="0">
                <a:latin typeface="Franklin Gothic Medium"/>
                <a:cs typeface="Franklin Gothic Medium"/>
              </a:rPr>
              <a:t> </a:t>
            </a:r>
            <a:r>
              <a:rPr sz="2400" spc="-5" dirty="0">
                <a:latin typeface="Franklin Gothic Medium"/>
                <a:cs typeface="Franklin Gothic Medium"/>
              </a:rPr>
              <a:t>the</a:t>
            </a:r>
            <a:r>
              <a:rPr sz="2400" spc="355" dirty="0">
                <a:latin typeface="Franklin Gothic Medium"/>
                <a:cs typeface="Franklin Gothic Medium"/>
              </a:rPr>
              <a:t> </a:t>
            </a:r>
            <a:r>
              <a:rPr sz="2400" spc="-5" dirty="0">
                <a:solidFill>
                  <a:srgbClr val="C00000"/>
                </a:solidFill>
                <a:latin typeface="Franklin Gothic Medium"/>
                <a:cs typeface="Franklin Gothic Medium"/>
              </a:rPr>
              <a:t>smallest</a:t>
            </a:r>
            <a:r>
              <a:rPr sz="2400" spc="35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individual</a:t>
            </a:r>
            <a:r>
              <a:rPr sz="2400" spc="370"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units </a:t>
            </a:r>
            <a:r>
              <a:rPr sz="2400" spc="-585" dirty="0">
                <a:solidFill>
                  <a:srgbClr val="C00000"/>
                </a:solidFill>
                <a:latin typeface="Franklin Gothic Medium"/>
                <a:cs typeface="Franklin Gothic Medium"/>
              </a:rPr>
              <a:t> </a:t>
            </a:r>
            <a:r>
              <a:rPr sz="2400" spc="-5" dirty="0">
                <a:latin typeface="Franklin Gothic Medium"/>
                <a:cs typeface="Franklin Gothic Medium"/>
              </a:rPr>
              <a:t>are</a:t>
            </a:r>
            <a:r>
              <a:rPr sz="2400" spc="5" dirty="0">
                <a:latin typeface="Franklin Gothic Medium"/>
                <a:cs typeface="Franklin Gothic Medium"/>
              </a:rPr>
              <a:t> </a:t>
            </a:r>
            <a:r>
              <a:rPr sz="2400" dirty="0">
                <a:latin typeface="Franklin Gothic Medium"/>
                <a:cs typeface="Franklin Gothic Medium"/>
              </a:rPr>
              <a:t>called </a:t>
            </a:r>
            <a:r>
              <a:rPr sz="2400" spc="-5" dirty="0">
                <a:latin typeface="Franklin Gothic Medium"/>
                <a:cs typeface="Franklin Gothic Medium"/>
              </a:rPr>
              <a:t>as</a:t>
            </a:r>
            <a:r>
              <a:rPr sz="2400" dirty="0">
                <a:latin typeface="Franklin Gothic Medium"/>
                <a:cs typeface="Franklin Gothic Medium"/>
              </a:rPr>
              <a:t> </a:t>
            </a:r>
            <a:r>
              <a:rPr sz="2400" spc="-10" dirty="0">
                <a:solidFill>
                  <a:srgbClr val="000099"/>
                </a:solidFill>
                <a:latin typeface="Franklin Gothic Medium"/>
                <a:cs typeface="Franklin Gothic Medium"/>
              </a:rPr>
              <a:t>tokens.</a:t>
            </a:r>
            <a:endParaRPr sz="2400">
              <a:latin typeface="Franklin Gothic Medium"/>
              <a:cs typeface="Franklin Gothic Medium"/>
            </a:endParaRPr>
          </a:p>
        </p:txBody>
      </p:sp>
      <p:sp>
        <p:nvSpPr>
          <p:cNvPr id="7" name="object 7"/>
          <p:cNvSpPr txBox="1"/>
          <p:nvPr/>
        </p:nvSpPr>
        <p:spPr>
          <a:xfrm>
            <a:off x="4919853" y="2917803"/>
            <a:ext cx="2598420" cy="3317875"/>
          </a:xfrm>
          <a:prstGeom prst="rect">
            <a:avLst/>
          </a:prstGeom>
        </p:spPr>
        <p:txBody>
          <a:bodyPr vert="horz" wrap="square" lIns="0" tIns="194945" rIns="0" bIns="0" rtlCol="0">
            <a:spAutoFit/>
          </a:bodyPr>
          <a:lstStyle/>
          <a:p>
            <a:pPr marL="469900" indent="-457200">
              <a:lnSpc>
                <a:spcPct val="100000"/>
              </a:lnSpc>
              <a:spcBef>
                <a:spcPts val="1535"/>
              </a:spcBef>
              <a:buAutoNum type="arabicPeriod"/>
              <a:tabLst>
                <a:tab pos="469265" algn="l"/>
                <a:tab pos="469900" algn="l"/>
              </a:tabLst>
            </a:pPr>
            <a:r>
              <a:rPr sz="2400" spc="-10" dirty="0">
                <a:solidFill>
                  <a:srgbClr val="006600"/>
                </a:solidFill>
                <a:latin typeface="Franklin Gothic Medium"/>
                <a:cs typeface="Franklin Gothic Medium"/>
              </a:rPr>
              <a:t>Keywords</a:t>
            </a:r>
            <a:endParaRPr sz="2400">
              <a:latin typeface="Franklin Gothic Medium"/>
              <a:cs typeface="Franklin Gothic Medium"/>
            </a:endParaRPr>
          </a:p>
          <a:p>
            <a:pPr marL="469900" indent="-457200">
              <a:lnSpc>
                <a:spcPct val="100000"/>
              </a:lnSpc>
              <a:spcBef>
                <a:spcPts val="1440"/>
              </a:spcBef>
              <a:buAutoNum type="arabicPeriod"/>
              <a:tabLst>
                <a:tab pos="469265" algn="l"/>
                <a:tab pos="469900" algn="l"/>
              </a:tabLst>
            </a:pPr>
            <a:r>
              <a:rPr sz="2400" dirty="0">
                <a:solidFill>
                  <a:srgbClr val="006600"/>
                </a:solidFill>
                <a:latin typeface="Franklin Gothic Medium"/>
                <a:cs typeface="Franklin Gothic Medium"/>
              </a:rPr>
              <a:t>Identifiers</a:t>
            </a:r>
            <a:endParaRPr sz="2400">
              <a:latin typeface="Franklin Gothic Medium"/>
              <a:cs typeface="Franklin Gothic Medium"/>
            </a:endParaRPr>
          </a:p>
          <a:p>
            <a:pPr marL="469900" indent="-457200">
              <a:lnSpc>
                <a:spcPct val="100000"/>
              </a:lnSpc>
              <a:spcBef>
                <a:spcPts val="1445"/>
              </a:spcBef>
              <a:buAutoNum type="arabicPeriod"/>
              <a:tabLst>
                <a:tab pos="469265" algn="l"/>
                <a:tab pos="469900" algn="l"/>
              </a:tabLst>
            </a:pPr>
            <a:r>
              <a:rPr sz="2400" dirty="0">
                <a:solidFill>
                  <a:srgbClr val="006600"/>
                </a:solidFill>
                <a:latin typeface="Franklin Gothic Medium"/>
                <a:cs typeface="Franklin Gothic Medium"/>
              </a:rPr>
              <a:t>Constants</a:t>
            </a:r>
            <a:endParaRPr sz="2400">
              <a:latin typeface="Franklin Gothic Medium"/>
              <a:cs typeface="Franklin Gothic Medium"/>
            </a:endParaRPr>
          </a:p>
          <a:p>
            <a:pPr marL="469900" indent="-457200">
              <a:lnSpc>
                <a:spcPct val="100000"/>
              </a:lnSpc>
              <a:spcBef>
                <a:spcPts val="1440"/>
              </a:spcBef>
              <a:buAutoNum type="arabicPeriod"/>
              <a:tabLst>
                <a:tab pos="469265" algn="l"/>
                <a:tab pos="469900" algn="l"/>
              </a:tabLst>
            </a:pPr>
            <a:r>
              <a:rPr sz="2400" dirty="0">
                <a:solidFill>
                  <a:srgbClr val="006600"/>
                </a:solidFill>
                <a:latin typeface="Franklin Gothic Medium"/>
                <a:cs typeface="Franklin Gothic Medium"/>
              </a:rPr>
              <a:t>Strings</a:t>
            </a:r>
            <a:endParaRPr sz="2400">
              <a:latin typeface="Franklin Gothic Medium"/>
              <a:cs typeface="Franklin Gothic Medium"/>
            </a:endParaRPr>
          </a:p>
          <a:p>
            <a:pPr marL="469900" indent="-457200">
              <a:lnSpc>
                <a:spcPct val="100000"/>
              </a:lnSpc>
              <a:spcBef>
                <a:spcPts val="1440"/>
              </a:spcBef>
              <a:buAutoNum type="arabicPeriod"/>
              <a:tabLst>
                <a:tab pos="469265" algn="l"/>
                <a:tab pos="469900" algn="l"/>
              </a:tabLst>
            </a:pPr>
            <a:r>
              <a:rPr sz="2400" spc="5" dirty="0">
                <a:solidFill>
                  <a:srgbClr val="006600"/>
                </a:solidFill>
                <a:latin typeface="Franklin Gothic Medium"/>
                <a:cs typeface="Franklin Gothic Medium"/>
              </a:rPr>
              <a:t>Special</a:t>
            </a:r>
            <a:r>
              <a:rPr sz="2400" spc="-110" dirty="0">
                <a:solidFill>
                  <a:srgbClr val="006600"/>
                </a:solidFill>
                <a:latin typeface="Franklin Gothic Medium"/>
                <a:cs typeface="Franklin Gothic Medium"/>
              </a:rPr>
              <a:t> </a:t>
            </a:r>
            <a:r>
              <a:rPr sz="2400" spc="5" dirty="0">
                <a:solidFill>
                  <a:srgbClr val="006600"/>
                </a:solidFill>
                <a:latin typeface="Franklin Gothic Medium"/>
                <a:cs typeface="Franklin Gothic Medium"/>
              </a:rPr>
              <a:t>symbols</a:t>
            </a:r>
            <a:endParaRPr sz="2400">
              <a:latin typeface="Franklin Gothic Medium"/>
              <a:cs typeface="Franklin Gothic Medium"/>
            </a:endParaRPr>
          </a:p>
          <a:p>
            <a:pPr marL="469900" indent="-457200">
              <a:lnSpc>
                <a:spcPct val="100000"/>
              </a:lnSpc>
              <a:spcBef>
                <a:spcPts val="1440"/>
              </a:spcBef>
              <a:buAutoNum type="arabicPeriod"/>
              <a:tabLst>
                <a:tab pos="469265" algn="l"/>
                <a:tab pos="469900" algn="l"/>
              </a:tabLst>
            </a:pPr>
            <a:r>
              <a:rPr sz="2400" dirty="0">
                <a:solidFill>
                  <a:srgbClr val="006600"/>
                </a:solidFill>
                <a:latin typeface="Franklin Gothic Medium"/>
                <a:cs typeface="Franklin Gothic Medium"/>
              </a:rPr>
              <a:t>Operators</a:t>
            </a:r>
            <a:endParaRPr sz="2400">
              <a:latin typeface="Franklin Gothic Medium"/>
              <a:cs typeface="Franklin Gothic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761" y="144856"/>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pic>
        <p:nvPicPr>
          <p:cNvPr id="3" name="object 3"/>
          <p:cNvPicPr/>
          <p:nvPr/>
        </p:nvPicPr>
        <p:blipFill>
          <a:blip r:embed="rId2" cstate="print"/>
          <a:stretch>
            <a:fillRect/>
          </a:stretch>
        </p:blipFill>
        <p:spPr>
          <a:xfrm>
            <a:off x="1062227" y="458723"/>
            <a:ext cx="10067544" cy="5622036"/>
          </a:xfrm>
          <a:prstGeom prst="rect">
            <a:avLst/>
          </a:prstGeom>
        </p:spPr>
      </p:pic>
      <p:sp>
        <p:nvSpPr>
          <p:cNvPr id="4" name="object 4"/>
          <p:cNvSpPr txBox="1"/>
          <p:nvPr/>
        </p:nvSpPr>
        <p:spPr>
          <a:xfrm>
            <a:off x="1525524" y="3140964"/>
            <a:ext cx="1043940" cy="830580"/>
          </a:xfrm>
          <a:prstGeom prst="rect">
            <a:avLst/>
          </a:prstGeom>
          <a:solidFill>
            <a:srgbClr val="FFFFFF"/>
          </a:solidFill>
        </p:spPr>
        <p:txBody>
          <a:bodyPr vert="horz" wrap="square" lIns="0" tIns="36830" rIns="0" bIns="0" rtlCol="0">
            <a:spAutoFit/>
          </a:bodyPr>
          <a:lstStyle/>
          <a:p>
            <a:pPr marL="226060" marR="215900" indent="127635">
              <a:lnSpc>
                <a:spcPct val="100000"/>
              </a:lnSpc>
              <a:spcBef>
                <a:spcPts val="290"/>
              </a:spcBef>
            </a:pPr>
            <a:r>
              <a:rPr sz="2400" dirty="0">
                <a:latin typeface="Franklin Gothic Medium"/>
                <a:cs typeface="Franklin Gothic Medium"/>
              </a:rPr>
              <a:t>int </a:t>
            </a:r>
            <a:r>
              <a:rPr sz="2400" spc="5" dirty="0">
                <a:latin typeface="Franklin Gothic Medium"/>
                <a:cs typeface="Franklin Gothic Medium"/>
              </a:rPr>
              <a:t> </a:t>
            </a:r>
            <a:r>
              <a:rPr sz="2400" spc="-15" dirty="0">
                <a:latin typeface="Franklin Gothic Medium"/>
                <a:cs typeface="Franklin Gothic Medium"/>
              </a:rPr>
              <a:t>f</a:t>
            </a:r>
            <a:r>
              <a:rPr sz="2400" dirty="0">
                <a:latin typeface="Franklin Gothic Medium"/>
                <a:cs typeface="Franklin Gothic Medium"/>
              </a:rPr>
              <a:t>loat</a:t>
            </a:r>
            <a:endParaRPr sz="2400">
              <a:latin typeface="Franklin Gothic Medium"/>
              <a:cs typeface="Franklin Gothic Medium"/>
            </a:endParaRPr>
          </a:p>
        </p:txBody>
      </p:sp>
      <p:sp>
        <p:nvSpPr>
          <p:cNvPr id="5" name="object 5"/>
          <p:cNvSpPr txBox="1"/>
          <p:nvPr/>
        </p:nvSpPr>
        <p:spPr>
          <a:xfrm>
            <a:off x="2979420" y="5250179"/>
            <a:ext cx="1043940" cy="830580"/>
          </a:xfrm>
          <a:prstGeom prst="rect">
            <a:avLst/>
          </a:prstGeom>
          <a:solidFill>
            <a:srgbClr val="FFFFFF"/>
          </a:solidFill>
        </p:spPr>
        <p:txBody>
          <a:bodyPr vert="horz" wrap="square" lIns="0" tIns="36830" rIns="0" bIns="0" rtlCol="0">
            <a:spAutoFit/>
          </a:bodyPr>
          <a:lstStyle/>
          <a:p>
            <a:pPr marL="296545" marR="229235" indent="-58419">
              <a:lnSpc>
                <a:spcPct val="100000"/>
              </a:lnSpc>
              <a:spcBef>
                <a:spcPts val="290"/>
              </a:spcBef>
            </a:pPr>
            <a:r>
              <a:rPr sz="2400" spc="-5" dirty="0">
                <a:latin typeface="Franklin Gothic Medium"/>
                <a:cs typeface="Franklin Gothic Medium"/>
              </a:rPr>
              <a:t>sum  </a:t>
            </a:r>
            <a:r>
              <a:rPr sz="2400" spc="-20" dirty="0">
                <a:latin typeface="Franklin Gothic Medium"/>
                <a:cs typeface="Franklin Gothic Medium"/>
              </a:rPr>
              <a:t>avg</a:t>
            </a:r>
            <a:endParaRPr sz="2400">
              <a:latin typeface="Franklin Gothic Medium"/>
              <a:cs typeface="Franklin Gothic Medium"/>
            </a:endParaRPr>
          </a:p>
        </p:txBody>
      </p:sp>
      <p:sp>
        <p:nvSpPr>
          <p:cNvPr id="6" name="object 6"/>
          <p:cNvSpPr txBox="1"/>
          <p:nvPr/>
        </p:nvSpPr>
        <p:spPr>
          <a:xfrm>
            <a:off x="4331208" y="3140964"/>
            <a:ext cx="1043940" cy="830580"/>
          </a:xfrm>
          <a:prstGeom prst="rect">
            <a:avLst/>
          </a:prstGeom>
          <a:solidFill>
            <a:srgbClr val="FFFFFF"/>
          </a:solidFill>
        </p:spPr>
        <p:txBody>
          <a:bodyPr vert="horz" wrap="square" lIns="0" tIns="36830" rIns="0" bIns="0" rtlCol="0">
            <a:spAutoFit/>
          </a:bodyPr>
          <a:lstStyle/>
          <a:p>
            <a:pPr marL="342900">
              <a:lnSpc>
                <a:spcPct val="100000"/>
              </a:lnSpc>
              <a:spcBef>
                <a:spcPts val="290"/>
              </a:spcBef>
            </a:pPr>
            <a:r>
              <a:rPr sz="2400" spc="20" dirty="0">
                <a:latin typeface="Franklin Gothic Medium"/>
                <a:cs typeface="Franklin Gothic Medium"/>
              </a:rPr>
              <a:t>12</a:t>
            </a:r>
            <a:endParaRPr sz="2400">
              <a:latin typeface="Franklin Gothic Medium"/>
              <a:cs typeface="Franklin Gothic Medium"/>
            </a:endParaRPr>
          </a:p>
          <a:p>
            <a:pPr marL="219075">
              <a:lnSpc>
                <a:spcPct val="100000"/>
              </a:lnSpc>
            </a:pPr>
            <a:r>
              <a:rPr sz="2400" spc="-5" dirty="0">
                <a:latin typeface="Franklin Gothic Medium"/>
                <a:cs typeface="Franklin Gothic Medium"/>
              </a:rPr>
              <a:t>6.88</a:t>
            </a:r>
            <a:endParaRPr sz="2400">
              <a:latin typeface="Franklin Gothic Medium"/>
              <a:cs typeface="Franklin Gothic Medium"/>
            </a:endParaRPr>
          </a:p>
        </p:txBody>
      </p:sp>
      <p:sp>
        <p:nvSpPr>
          <p:cNvPr id="7" name="object 7"/>
          <p:cNvSpPr txBox="1"/>
          <p:nvPr/>
        </p:nvSpPr>
        <p:spPr>
          <a:xfrm>
            <a:off x="6687311" y="3140964"/>
            <a:ext cx="1224280" cy="830580"/>
          </a:xfrm>
          <a:prstGeom prst="rect">
            <a:avLst/>
          </a:prstGeom>
          <a:solidFill>
            <a:srgbClr val="FFFFFF"/>
          </a:solidFill>
        </p:spPr>
        <p:txBody>
          <a:bodyPr vert="horz" wrap="square" lIns="0" tIns="36830" rIns="0" bIns="0" rtlCol="0">
            <a:spAutoFit/>
          </a:bodyPr>
          <a:lstStyle/>
          <a:p>
            <a:pPr marL="240665">
              <a:lnSpc>
                <a:spcPct val="100000"/>
              </a:lnSpc>
              <a:spcBef>
                <a:spcPts val="290"/>
              </a:spcBef>
            </a:pPr>
            <a:r>
              <a:rPr sz="2400" spc="-5" dirty="0">
                <a:latin typeface="Franklin Gothic Medium"/>
                <a:cs typeface="Franklin Gothic Medium"/>
              </a:rPr>
              <a:t>“CSE”</a:t>
            </a:r>
            <a:endParaRPr sz="2400">
              <a:latin typeface="Franklin Gothic Medium"/>
              <a:cs typeface="Franklin Gothic Medium"/>
            </a:endParaRPr>
          </a:p>
          <a:p>
            <a:pPr marL="144780">
              <a:lnSpc>
                <a:spcPct val="100000"/>
              </a:lnSpc>
            </a:pPr>
            <a:r>
              <a:rPr sz="2400" spc="-20" dirty="0">
                <a:latin typeface="Franklin Gothic Medium"/>
                <a:cs typeface="Franklin Gothic Medium"/>
              </a:rPr>
              <a:t>“2021”</a:t>
            </a:r>
            <a:endParaRPr sz="2400">
              <a:latin typeface="Franklin Gothic Medium"/>
              <a:cs typeface="Franklin Gothic Medium"/>
            </a:endParaRPr>
          </a:p>
        </p:txBody>
      </p:sp>
      <p:sp>
        <p:nvSpPr>
          <p:cNvPr id="8" name="object 8"/>
          <p:cNvSpPr txBox="1"/>
          <p:nvPr/>
        </p:nvSpPr>
        <p:spPr>
          <a:xfrm>
            <a:off x="9442704" y="3140964"/>
            <a:ext cx="1224280" cy="830580"/>
          </a:xfrm>
          <a:prstGeom prst="rect">
            <a:avLst/>
          </a:prstGeom>
          <a:solidFill>
            <a:srgbClr val="FFFFFF"/>
          </a:solidFill>
        </p:spPr>
        <p:txBody>
          <a:bodyPr vert="horz" wrap="square" lIns="0" tIns="36830" rIns="0" bIns="0" rtlCol="0">
            <a:spAutoFit/>
          </a:bodyPr>
          <a:lstStyle/>
          <a:p>
            <a:pPr algn="ctr">
              <a:lnSpc>
                <a:spcPct val="100000"/>
              </a:lnSpc>
              <a:spcBef>
                <a:spcPts val="290"/>
              </a:spcBef>
            </a:pPr>
            <a:r>
              <a:rPr sz="2400" dirty="0">
                <a:latin typeface="Franklin Gothic Medium"/>
                <a:cs typeface="Franklin Gothic Medium"/>
              </a:rPr>
              <a:t>+</a:t>
            </a:r>
            <a:endParaRPr sz="2400">
              <a:latin typeface="Franklin Gothic Medium"/>
              <a:cs typeface="Franklin Gothic Medium"/>
            </a:endParaRPr>
          </a:p>
          <a:p>
            <a:pPr algn="ctr">
              <a:lnSpc>
                <a:spcPct val="100000"/>
              </a:lnSpc>
            </a:pPr>
            <a:r>
              <a:rPr sz="2400" dirty="0">
                <a:latin typeface="Franklin Gothic Medium"/>
                <a:cs typeface="Franklin Gothic Medium"/>
              </a:rPr>
              <a:t>*</a:t>
            </a:r>
            <a:endParaRPr sz="2400">
              <a:latin typeface="Franklin Gothic Medium"/>
              <a:cs typeface="Franklin Gothic Medium"/>
            </a:endParaRPr>
          </a:p>
        </p:txBody>
      </p:sp>
      <p:sp>
        <p:nvSpPr>
          <p:cNvPr id="9" name="object 9"/>
          <p:cNvSpPr txBox="1"/>
          <p:nvPr/>
        </p:nvSpPr>
        <p:spPr>
          <a:xfrm>
            <a:off x="8217407" y="5250179"/>
            <a:ext cx="1225550" cy="830580"/>
          </a:xfrm>
          <a:prstGeom prst="rect">
            <a:avLst/>
          </a:prstGeom>
          <a:solidFill>
            <a:srgbClr val="FFFFFF"/>
          </a:solidFill>
        </p:spPr>
        <p:txBody>
          <a:bodyPr vert="horz" wrap="square" lIns="0" tIns="36830" rIns="0" bIns="0" rtlCol="0">
            <a:spAutoFit/>
          </a:bodyPr>
          <a:lstStyle/>
          <a:p>
            <a:pPr marL="1270" algn="ctr">
              <a:lnSpc>
                <a:spcPct val="100000"/>
              </a:lnSpc>
              <a:spcBef>
                <a:spcPts val="290"/>
              </a:spcBef>
            </a:pPr>
            <a:r>
              <a:rPr sz="2400" dirty="0">
                <a:latin typeface="Franklin Gothic Medium"/>
                <a:cs typeface="Franklin Gothic Medium"/>
              </a:rPr>
              <a:t>[]</a:t>
            </a:r>
            <a:endParaRPr sz="2400">
              <a:latin typeface="Franklin Gothic Medium"/>
              <a:cs typeface="Franklin Gothic Medium"/>
            </a:endParaRPr>
          </a:p>
          <a:p>
            <a:pPr marL="1270" algn="ctr">
              <a:lnSpc>
                <a:spcPct val="100000"/>
              </a:lnSpc>
            </a:pPr>
            <a:r>
              <a:rPr sz="2400" dirty="0">
                <a:latin typeface="Franklin Gothic Medium"/>
                <a:cs typeface="Franklin Gothic Medium"/>
              </a:rPr>
              <a:t>()</a:t>
            </a:r>
            <a:endParaRPr sz="2400">
              <a:latin typeface="Franklin Gothic Medium"/>
              <a:cs typeface="Franklin Gothic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C00000"/>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8" name="object 8"/>
          <p:cNvGrpSpPr/>
          <p:nvPr/>
        </p:nvGrpSpPr>
        <p:grpSpPr>
          <a:xfrm>
            <a:off x="394398" y="2238438"/>
            <a:ext cx="4632325" cy="616585"/>
            <a:chOff x="394398" y="2238438"/>
            <a:chExt cx="4632325" cy="616585"/>
          </a:xfrm>
        </p:grpSpPr>
        <p:sp>
          <p:nvSpPr>
            <p:cNvPr id="9" name="object 9"/>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0" name="object 10"/>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1" name="object 11"/>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grpSp>
        <p:nvGrpSpPr>
          <p:cNvPr id="13" name="object 13"/>
          <p:cNvGrpSpPr/>
          <p:nvPr/>
        </p:nvGrpSpPr>
        <p:grpSpPr>
          <a:xfrm>
            <a:off x="394398" y="2919666"/>
            <a:ext cx="4632325" cy="615315"/>
            <a:chOff x="394398" y="2919666"/>
            <a:chExt cx="4632325" cy="615315"/>
          </a:xfrm>
        </p:grpSpPr>
        <p:sp>
          <p:nvSpPr>
            <p:cNvPr id="14" name="object 14"/>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5" name="object 15"/>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6" name="object 16"/>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7" name="object 17"/>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18" name="object 18"/>
          <p:cNvGrpSpPr/>
          <p:nvPr/>
        </p:nvGrpSpPr>
        <p:grpSpPr>
          <a:xfrm>
            <a:off x="394398" y="3599370"/>
            <a:ext cx="4632325" cy="616585"/>
            <a:chOff x="394398" y="3599370"/>
            <a:chExt cx="4632325" cy="616585"/>
          </a:xfrm>
        </p:grpSpPr>
        <p:sp>
          <p:nvSpPr>
            <p:cNvPr id="19" name="object 19"/>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0" name="object 20"/>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1" name="object 21"/>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2" name="object 22"/>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grpSp>
        <p:nvGrpSpPr>
          <p:cNvPr id="23" name="object 23"/>
          <p:cNvGrpSpPr/>
          <p:nvPr/>
        </p:nvGrpSpPr>
        <p:grpSpPr>
          <a:xfrm>
            <a:off x="394398" y="4280598"/>
            <a:ext cx="4632325" cy="615315"/>
            <a:chOff x="394398" y="4280598"/>
            <a:chExt cx="4632325" cy="615315"/>
          </a:xfrm>
        </p:grpSpPr>
        <p:sp>
          <p:nvSpPr>
            <p:cNvPr id="24" name="object 24"/>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5" name="object 25"/>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6" name="object 26"/>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27" name="object 27"/>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grpSp>
        <p:nvGrpSpPr>
          <p:cNvPr id="28" name="object 28"/>
          <p:cNvGrpSpPr/>
          <p:nvPr/>
        </p:nvGrpSpPr>
        <p:grpSpPr>
          <a:xfrm>
            <a:off x="394398" y="4960302"/>
            <a:ext cx="4632325" cy="616585"/>
            <a:chOff x="394398" y="4960302"/>
            <a:chExt cx="4632325" cy="616585"/>
          </a:xfrm>
        </p:grpSpPr>
        <p:sp>
          <p:nvSpPr>
            <p:cNvPr id="29" name="object 29"/>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0" name="object 30"/>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1" name="object 31"/>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2" name="object 32"/>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3" name="object 33"/>
          <p:cNvSpPr txBox="1"/>
          <p:nvPr/>
        </p:nvSpPr>
        <p:spPr>
          <a:xfrm>
            <a:off x="763930" y="1560703"/>
            <a:ext cx="2494915" cy="3794125"/>
          </a:xfrm>
          <a:prstGeom prst="rect">
            <a:avLst/>
          </a:prstGeom>
        </p:spPr>
        <p:txBody>
          <a:bodyPr vert="horz" wrap="square" lIns="0" tIns="12700" rIns="0" bIns="0" rtlCol="0">
            <a:spAutoFit/>
          </a:bodyPr>
          <a:lstStyle/>
          <a:p>
            <a:pPr marL="347345" indent="-335280">
              <a:lnSpc>
                <a:spcPct val="100000"/>
              </a:lnSpc>
              <a:spcBef>
                <a:spcPts val="100"/>
              </a:spcBef>
              <a:buAutoNum type="arabicPeriod"/>
              <a:tabLst>
                <a:tab pos="347980" algn="l"/>
              </a:tabLst>
            </a:pPr>
            <a:r>
              <a:rPr sz="2400" spc="-10" dirty="0">
                <a:solidFill>
                  <a:srgbClr val="FFFFFF"/>
                </a:solidFill>
                <a:latin typeface="Franklin Gothic Medium"/>
                <a:cs typeface="Franklin Gothic Medium"/>
              </a:rPr>
              <a:t>Keywords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Identifiers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Constants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10" dirty="0">
                <a:latin typeface="Franklin Gothic Medium"/>
                <a:cs typeface="Franklin Gothic Medium"/>
              </a:rPr>
              <a:t>Strings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Special</a:t>
            </a:r>
            <a:r>
              <a:rPr sz="2400" spc="-4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spcBef>
                <a:spcPts val="5"/>
              </a:spcBef>
              <a:buAutoNum type="arabicPeriod"/>
              <a:tabLst>
                <a:tab pos="340995" algn="l"/>
              </a:tabLst>
            </a:pPr>
            <a:r>
              <a:rPr sz="2400" spc="-5" dirty="0">
                <a:latin typeface="Franklin Gothic Medium"/>
                <a:cs typeface="Franklin Gothic Medium"/>
              </a:rPr>
              <a:t>Operators</a:t>
            </a:r>
            <a:endParaRPr sz="2400">
              <a:latin typeface="Franklin Gothic Medium"/>
              <a:cs typeface="Franklin Gothic Medium"/>
            </a:endParaRPr>
          </a:p>
        </p:txBody>
      </p:sp>
      <p:grpSp>
        <p:nvGrpSpPr>
          <p:cNvPr id="34" name="object 34"/>
          <p:cNvGrpSpPr/>
          <p:nvPr/>
        </p:nvGrpSpPr>
        <p:grpSpPr>
          <a:xfrm>
            <a:off x="5576760" y="2077529"/>
            <a:ext cx="5822950" cy="3282315"/>
            <a:chOff x="5576760" y="2077529"/>
            <a:chExt cx="5822950" cy="3282315"/>
          </a:xfrm>
        </p:grpSpPr>
        <p:pic>
          <p:nvPicPr>
            <p:cNvPr id="35" name="object 35"/>
            <p:cNvPicPr/>
            <p:nvPr/>
          </p:nvPicPr>
          <p:blipFill>
            <a:blip r:embed="rId2" cstate="print"/>
            <a:stretch>
              <a:fillRect/>
            </a:stretch>
          </p:blipFill>
          <p:spPr>
            <a:xfrm>
              <a:off x="5605271" y="2106168"/>
              <a:ext cx="5765291" cy="3224783"/>
            </a:xfrm>
            <a:prstGeom prst="rect">
              <a:avLst/>
            </a:prstGeom>
          </p:spPr>
        </p:pic>
        <p:sp>
          <p:nvSpPr>
            <p:cNvPr id="36" name="object 36"/>
            <p:cNvSpPr/>
            <p:nvPr/>
          </p:nvSpPr>
          <p:spPr>
            <a:xfrm>
              <a:off x="5591047" y="2091817"/>
              <a:ext cx="5794375" cy="3253740"/>
            </a:xfrm>
            <a:custGeom>
              <a:avLst/>
              <a:gdLst/>
              <a:ahLst/>
              <a:cxnLst/>
              <a:rect l="l" t="t" r="r" b="b"/>
              <a:pathLst>
                <a:path w="5794375" h="3253740">
                  <a:moveTo>
                    <a:pt x="0" y="3253359"/>
                  </a:moveTo>
                  <a:lnTo>
                    <a:pt x="5793867" y="3253359"/>
                  </a:lnTo>
                  <a:lnTo>
                    <a:pt x="5793867" y="0"/>
                  </a:lnTo>
                  <a:lnTo>
                    <a:pt x="0" y="0"/>
                  </a:lnTo>
                  <a:lnTo>
                    <a:pt x="0" y="3253359"/>
                  </a:lnTo>
                  <a:close/>
                </a:path>
              </a:pathLst>
            </a:custGeom>
            <a:ln w="28575">
              <a:solidFill>
                <a:srgbClr val="000000"/>
              </a:solidFill>
            </a:ln>
          </p:spPr>
          <p:txBody>
            <a:bodyPr wrap="square" lIns="0" tIns="0" rIns="0" bIns="0" rtlCol="0"/>
            <a:lstStyle/>
            <a:p>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C00000"/>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10995" cy="391160"/>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FFFFFF"/>
                </a:solidFill>
                <a:latin typeface="Franklin Gothic Medium"/>
                <a:cs typeface="Franklin Gothic Medium"/>
              </a:rPr>
              <a:t>1.</a:t>
            </a:r>
            <a:r>
              <a:rPr sz="2400" spc="-95" dirty="0">
                <a:solidFill>
                  <a:srgbClr val="FFFFFF"/>
                </a:solidFill>
                <a:latin typeface="Franklin Gothic Medium"/>
                <a:cs typeface="Franklin Gothic Medium"/>
              </a:rPr>
              <a:t> </a:t>
            </a:r>
            <a:r>
              <a:rPr sz="2400" spc="-10" dirty="0">
                <a:solidFill>
                  <a:srgbClr val="FFFFFF"/>
                </a:solidFill>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573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3.</a:t>
            </a:r>
            <a:r>
              <a:rPr sz="2400" spc="-85" dirty="0">
                <a:latin typeface="Franklin Gothic Medium"/>
                <a:cs typeface="Franklin Gothic Medium"/>
              </a:rPr>
              <a:t> </a:t>
            </a:r>
            <a:r>
              <a:rPr sz="2400" spc="-5" dirty="0">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603240" y="1634743"/>
            <a:ext cx="5941060" cy="3866515"/>
          </a:xfrm>
          <a:prstGeom prst="rect">
            <a:avLst/>
          </a:prstGeom>
        </p:spPr>
        <p:txBody>
          <a:bodyPr vert="horz" wrap="square" lIns="0" tIns="195580" rIns="0" bIns="0" rtlCol="0">
            <a:spAutoFit/>
          </a:bodyPr>
          <a:lstStyle/>
          <a:p>
            <a:pPr marL="355600" indent="-342900" algn="just">
              <a:lnSpc>
                <a:spcPct val="100000"/>
              </a:lnSpc>
              <a:spcBef>
                <a:spcPts val="1540"/>
              </a:spcBef>
              <a:buFont typeface="Arial MT"/>
              <a:buChar char="•"/>
              <a:tabLst>
                <a:tab pos="355600" algn="l"/>
              </a:tabLst>
            </a:pPr>
            <a:r>
              <a:rPr sz="2400" spc="-5" dirty="0">
                <a:latin typeface="Franklin Gothic Medium"/>
                <a:cs typeface="Franklin Gothic Medium"/>
              </a:rPr>
              <a:t>Also</a:t>
            </a:r>
            <a:r>
              <a:rPr sz="2400" spc="-10" dirty="0">
                <a:latin typeface="Franklin Gothic Medium"/>
                <a:cs typeface="Franklin Gothic Medium"/>
              </a:rPr>
              <a:t> </a:t>
            </a:r>
            <a:r>
              <a:rPr sz="2400" dirty="0">
                <a:latin typeface="Franklin Gothic Medium"/>
                <a:cs typeface="Franklin Gothic Medium"/>
              </a:rPr>
              <a:t>called</a:t>
            </a:r>
            <a:r>
              <a:rPr sz="2400" spc="-20" dirty="0">
                <a:latin typeface="Franklin Gothic Medium"/>
                <a:cs typeface="Franklin Gothic Medium"/>
              </a:rPr>
              <a:t> </a:t>
            </a:r>
            <a:r>
              <a:rPr sz="2400" dirty="0">
                <a:latin typeface="Franklin Gothic Medium"/>
                <a:cs typeface="Franklin Gothic Medium"/>
              </a:rPr>
              <a:t>as</a:t>
            </a:r>
            <a:r>
              <a:rPr sz="2400" spc="-10" dirty="0">
                <a:latin typeface="Franklin Gothic Medium"/>
                <a:cs typeface="Franklin Gothic Medium"/>
              </a:rPr>
              <a:t> </a:t>
            </a:r>
            <a:r>
              <a:rPr sz="2400" dirty="0">
                <a:solidFill>
                  <a:srgbClr val="C00000"/>
                </a:solidFill>
                <a:latin typeface="Franklin Gothic Medium"/>
                <a:cs typeface="Franklin Gothic Medium"/>
              </a:rPr>
              <a:t>Reserved</a:t>
            </a:r>
            <a:r>
              <a:rPr sz="2400" spc="-3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words</a:t>
            </a:r>
            <a:endParaRPr sz="2400">
              <a:latin typeface="Franklin Gothic Medium"/>
              <a:cs typeface="Franklin Gothic Medium"/>
            </a:endParaRPr>
          </a:p>
          <a:p>
            <a:pPr marL="355600" marR="7620" indent="-342900" algn="just">
              <a:lnSpc>
                <a:spcPct val="150000"/>
              </a:lnSpc>
              <a:buFont typeface="Arial MT"/>
              <a:buChar char="•"/>
              <a:tabLst>
                <a:tab pos="355600" algn="l"/>
              </a:tabLst>
            </a:pPr>
            <a:r>
              <a:rPr sz="2400" spc="-5" dirty="0">
                <a:latin typeface="Franklin Gothic Medium"/>
                <a:cs typeface="Franklin Gothic Medium"/>
              </a:rPr>
              <a:t>All</a:t>
            </a:r>
            <a:r>
              <a:rPr sz="2400" dirty="0">
                <a:latin typeface="Franklin Gothic Medium"/>
                <a:cs typeface="Franklin Gothic Medium"/>
              </a:rPr>
              <a:t> </a:t>
            </a:r>
            <a:r>
              <a:rPr sz="2400" spc="-15" dirty="0">
                <a:latin typeface="Franklin Gothic Medium"/>
                <a:cs typeface="Franklin Gothic Medium"/>
              </a:rPr>
              <a:t>keywords</a:t>
            </a:r>
            <a:r>
              <a:rPr sz="2400" spc="-10" dirty="0">
                <a:latin typeface="Franklin Gothic Medium"/>
                <a:cs typeface="Franklin Gothic Medium"/>
              </a:rPr>
              <a:t> </a:t>
            </a:r>
            <a:r>
              <a:rPr sz="2400" spc="-15" dirty="0">
                <a:latin typeface="Franklin Gothic Medium"/>
                <a:cs typeface="Franklin Gothic Medium"/>
              </a:rPr>
              <a:t>have</a:t>
            </a:r>
            <a:r>
              <a:rPr sz="2400" spc="-10" dirty="0">
                <a:latin typeface="Franklin Gothic Medium"/>
                <a:cs typeface="Franklin Gothic Medium"/>
              </a:rPr>
              <a:t> </a:t>
            </a:r>
            <a:r>
              <a:rPr sz="2400" spc="-10" dirty="0">
                <a:solidFill>
                  <a:srgbClr val="000099"/>
                </a:solidFill>
                <a:latin typeface="Franklin Gothic Medium"/>
                <a:cs typeface="Franklin Gothic Medium"/>
              </a:rPr>
              <a:t>fixed</a:t>
            </a:r>
            <a:r>
              <a:rPr sz="2400" spc="-5" dirty="0">
                <a:solidFill>
                  <a:srgbClr val="000099"/>
                </a:solidFill>
                <a:latin typeface="Franklin Gothic Medium"/>
                <a:cs typeface="Franklin Gothic Medium"/>
              </a:rPr>
              <a:t> meanings </a:t>
            </a:r>
            <a:r>
              <a:rPr sz="240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(predefined</a:t>
            </a:r>
            <a:r>
              <a:rPr sz="240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meanings)</a:t>
            </a:r>
            <a:r>
              <a:rPr sz="2400" dirty="0">
                <a:solidFill>
                  <a:srgbClr val="000099"/>
                </a:solidFill>
                <a:latin typeface="Franklin Gothic Medium"/>
                <a:cs typeface="Franklin Gothic Medium"/>
              </a:rPr>
              <a:t> </a:t>
            </a:r>
            <a:r>
              <a:rPr sz="2400" dirty="0">
                <a:latin typeface="Franklin Gothic Medium"/>
                <a:cs typeface="Franklin Gothic Medium"/>
              </a:rPr>
              <a:t>and</a:t>
            </a:r>
            <a:r>
              <a:rPr sz="2400" spc="5" dirty="0">
                <a:latin typeface="Franklin Gothic Medium"/>
                <a:cs typeface="Franklin Gothic Medium"/>
              </a:rPr>
              <a:t> </a:t>
            </a:r>
            <a:r>
              <a:rPr sz="2400" spc="-10" dirty="0">
                <a:latin typeface="Franklin Gothic Medium"/>
                <a:cs typeface="Franklin Gothic Medium"/>
              </a:rPr>
              <a:t>these </a:t>
            </a:r>
            <a:r>
              <a:rPr sz="2400" spc="-5" dirty="0">
                <a:latin typeface="Franklin Gothic Medium"/>
                <a:cs typeface="Franklin Gothic Medium"/>
              </a:rPr>
              <a:t> meanings</a:t>
            </a:r>
            <a:r>
              <a:rPr sz="2400" spc="5" dirty="0">
                <a:latin typeface="Franklin Gothic Medium"/>
                <a:cs typeface="Franklin Gothic Medium"/>
              </a:rPr>
              <a:t> </a:t>
            </a:r>
            <a:r>
              <a:rPr sz="2400" spc="-5" dirty="0">
                <a:latin typeface="Franklin Gothic Medium"/>
                <a:cs typeface="Franklin Gothic Medium"/>
              </a:rPr>
              <a:t>cannot</a:t>
            </a:r>
            <a:r>
              <a:rPr sz="2400" dirty="0">
                <a:latin typeface="Franklin Gothic Medium"/>
                <a:cs typeface="Franklin Gothic Medium"/>
              </a:rPr>
              <a:t> be </a:t>
            </a:r>
            <a:r>
              <a:rPr sz="2400" spc="-5" dirty="0">
                <a:latin typeface="Franklin Gothic Medium"/>
                <a:cs typeface="Franklin Gothic Medium"/>
              </a:rPr>
              <a:t>changed.</a:t>
            </a:r>
            <a:endParaRPr sz="2400">
              <a:latin typeface="Franklin Gothic Medium"/>
              <a:cs typeface="Franklin Gothic Medium"/>
            </a:endParaRPr>
          </a:p>
          <a:p>
            <a:pPr marL="355600" marR="5080" indent="-342900" algn="just">
              <a:lnSpc>
                <a:spcPct val="150000"/>
              </a:lnSpc>
              <a:buFont typeface="Arial MT"/>
              <a:buChar char="•"/>
              <a:tabLst>
                <a:tab pos="355600" algn="l"/>
              </a:tabLst>
            </a:pPr>
            <a:r>
              <a:rPr sz="2400" spc="-15" dirty="0">
                <a:latin typeface="Franklin Gothic Medium"/>
                <a:cs typeface="Franklin Gothic Medium"/>
              </a:rPr>
              <a:t>Keywords</a:t>
            </a:r>
            <a:r>
              <a:rPr sz="2400" spc="-10" dirty="0">
                <a:latin typeface="Franklin Gothic Medium"/>
                <a:cs typeface="Franklin Gothic Medium"/>
              </a:rPr>
              <a:t> </a:t>
            </a:r>
            <a:r>
              <a:rPr sz="2400" dirty="0">
                <a:latin typeface="Franklin Gothic Medium"/>
                <a:cs typeface="Franklin Gothic Medium"/>
              </a:rPr>
              <a:t>serve</a:t>
            </a:r>
            <a:r>
              <a:rPr sz="2400" spc="5" dirty="0">
                <a:latin typeface="Franklin Gothic Medium"/>
                <a:cs typeface="Franklin Gothic Medium"/>
              </a:rPr>
              <a:t> </a:t>
            </a:r>
            <a:r>
              <a:rPr sz="2400" spc="-5" dirty="0">
                <a:latin typeface="Franklin Gothic Medium"/>
                <a:cs typeface="Franklin Gothic Medium"/>
              </a:rPr>
              <a:t>as</a:t>
            </a:r>
            <a:r>
              <a:rPr sz="2400" dirty="0">
                <a:latin typeface="Franklin Gothic Medium"/>
                <a:cs typeface="Franklin Gothic Medium"/>
              </a:rPr>
              <a:t> basic</a:t>
            </a:r>
            <a:r>
              <a:rPr sz="2400" spc="5" dirty="0">
                <a:latin typeface="Franklin Gothic Medium"/>
                <a:cs typeface="Franklin Gothic Medium"/>
              </a:rPr>
              <a:t> </a:t>
            </a:r>
            <a:r>
              <a:rPr sz="2400" spc="-5" dirty="0">
                <a:latin typeface="Franklin Gothic Medium"/>
                <a:cs typeface="Franklin Gothic Medium"/>
              </a:rPr>
              <a:t>building</a:t>
            </a:r>
            <a:r>
              <a:rPr sz="2400" spc="590" dirty="0">
                <a:latin typeface="Franklin Gothic Medium"/>
                <a:cs typeface="Franklin Gothic Medium"/>
              </a:rPr>
              <a:t> </a:t>
            </a:r>
            <a:r>
              <a:rPr sz="2400" dirty="0">
                <a:latin typeface="Franklin Gothic Medium"/>
                <a:cs typeface="Franklin Gothic Medium"/>
              </a:rPr>
              <a:t>blocks </a:t>
            </a:r>
            <a:r>
              <a:rPr sz="2400" spc="-585" dirty="0">
                <a:latin typeface="Franklin Gothic Medium"/>
                <a:cs typeface="Franklin Gothic Medium"/>
              </a:rPr>
              <a:t> </a:t>
            </a:r>
            <a:r>
              <a:rPr sz="2400" spc="-10" dirty="0">
                <a:latin typeface="Franklin Gothic Medium"/>
                <a:cs typeface="Franklin Gothic Medium"/>
              </a:rPr>
              <a:t>for</a:t>
            </a:r>
            <a:r>
              <a:rPr sz="2400" dirty="0">
                <a:latin typeface="Franklin Gothic Medium"/>
                <a:cs typeface="Franklin Gothic Medium"/>
              </a:rPr>
              <a:t> </a:t>
            </a:r>
            <a:r>
              <a:rPr sz="2400" spc="-5" dirty="0">
                <a:latin typeface="Franklin Gothic Medium"/>
                <a:cs typeface="Franklin Gothic Medium"/>
              </a:rPr>
              <a:t>program</a:t>
            </a:r>
            <a:r>
              <a:rPr sz="2400" spc="5" dirty="0">
                <a:latin typeface="Franklin Gothic Medium"/>
                <a:cs typeface="Franklin Gothic Medium"/>
              </a:rPr>
              <a:t> </a:t>
            </a:r>
            <a:r>
              <a:rPr sz="2400" spc="-10" dirty="0">
                <a:latin typeface="Franklin Gothic Medium"/>
                <a:cs typeface="Franklin Gothic Medium"/>
              </a:rPr>
              <a:t>statements.</a:t>
            </a:r>
            <a:endParaRPr sz="2400">
              <a:latin typeface="Franklin Gothic Medium"/>
              <a:cs typeface="Franklin Gothic Medium"/>
            </a:endParaRPr>
          </a:p>
          <a:p>
            <a:pPr marL="355600" indent="-342900" algn="just">
              <a:lnSpc>
                <a:spcPct val="100000"/>
              </a:lnSpc>
              <a:spcBef>
                <a:spcPts val="1440"/>
              </a:spcBef>
              <a:buFont typeface="Arial MT"/>
              <a:buChar char="•"/>
              <a:tabLst>
                <a:tab pos="355600" algn="l"/>
              </a:tabLst>
            </a:pPr>
            <a:r>
              <a:rPr sz="2400" spc="-5" dirty="0">
                <a:latin typeface="Franklin Gothic Medium"/>
                <a:cs typeface="Franklin Gothic Medium"/>
              </a:rPr>
              <a:t>All </a:t>
            </a:r>
            <a:r>
              <a:rPr sz="2400" spc="-15" dirty="0">
                <a:latin typeface="Franklin Gothic Medium"/>
                <a:cs typeface="Franklin Gothic Medium"/>
              </a:rPr>
              <a:t>keywords</a:t>
            </a:r>
            <a:r>
              <a:rPr sz="2400" spc="20" dirty="0">
                <a:latin typeface="Franklin Gothic Medium"/>
                <a:cs typeface="Franklin Gothic Medium"/>
              </a:rPr>
              <a:t> </a:t>
            </a:r>
            <a:r>
              <a:rPr sz="2400" spc="-5" dirty="0">
                <a:latin typeface="Franklin Gothic Medium"/>
                <a:cs typeface="Franklin Gothic Medium"/>
              </a:rPr>
              <a:t>must</a:t>
            </a:r>
            <a:r>
              <a:rPr sz="2400" spc="-15" dirty="0">
                <a:latin typeface="Franklin Gothic Medium"/>
                <a:cs typeface="Franklin Gothic Medium"/>
              </a:rPr>
              <a:t> </a:t>
            </a:r>
            <a:r>
              <a:rPr sz="2400" dirty="0">
                <a:latin typeface="Franklin Gothic Medium"/>
                <a:cs typeface="Franklin Gothic Medium"/>
              </a:rPr>
              <a:t>be</a:t>
            </a:r>
            <a:r>
              <a:rPr sz="2400" spc="-5" dirty="0">
                <a:latin typeface="Franklin Gothic Medium"/>
                <a:cs typeface="Franklin Gothic Medium"/>
              </a:rPr>
              <a:t> </a:t>
            </a:r>
            <a:r>
              <a:rPr sz="2400" spc="-10" dirty="0">
                <a:latin typeface="Franklin Gothic Medium"/>
                <a:cs typeface="Franklin Gothic Medium"/>
              </a:rPr>
              <a:t>written</a:t>
            </a:r>
            <a:r>
              <a:rPr sz="2400" spc="20" dirty="0">
                <a:latin typeface="Franklin Gothic Medium"/>
                <a:cs typeface="Franklin Gothic Medium"/>
              </a:rPr>
              <a:t> </a:t>
            </a:r>
            <a:r>
              <a:rPr sz="2400" dirty="0">
                <a:latin typeface="Franklin Gothic Medium"/>
                <a:cs typeface="Franklin Gothic Medium"/>
              </a:rPr>
              <a:t>in</a:t>
            </a:r>
            <a:r>
              <a:rPr sz="2400" spc="-10" dirty="0">
                <a:latin typeface="Franklin Gothic Medium"/>
                <a:cs typeface="Franklin Gothic Medium"/>
              </a:rPr>
              <a:t> lowercase.</a:t>
            </a:r>
            <a:endParaRPr sz="2400">
              <a:latin typeface="Franklin Gothic Medium"/>
              <a:cs typeface="Franklin Gothic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C00000"/>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8" name="object 8"/>
          <p:cNvGrpSpPr/>
          <p:nvPr/>
        </p:nvGrpSpPr>
        <p:grpSpPr>
          <a:xfrm>
            <a:off x="394398" y="2238438"/>
            <a:ext cx="4632325" cy="616585"/>
            <a:chOff x="394398" y="2238438"/>
            <a:chExt cx="4632325" cy="616585"/>
          </a:xfrm>
        </p:grpSpPr>
        <p:sp>
          <p:nvSpPr>
            <p:cNvPr id="9" name="object 9"/>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0" name="object 10"/>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1" name="object 11"/>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grpSp>
        <p:nvGrpSpPr>
          <p:cNvPr id="13" name="object 13"/>
          <p:cNvGrpSpPr/>
          <p:nvPr/>
        </p:nvGrpSpPr>
        <p:grpSpPr>
          <a:xfrm>
            <a:off x="394398" y="2919666"/>
            <a:ext cx="4632325" cy="615315"/>
            <a:chOff x="394398" y="2919666"/>
            <a:chExt cx="4632325" cy="615315"/>
          </a:xfrm>
        </p:grpSpPr>
        <p:sp>
          <p:nvSpPr>
            <p:cNvPr id="14" name="object 14"/>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5" name="object 15"/>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6" name="object 16"/>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7" name="object 17"/>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18" name="object 18"/>
          <p:cNvGrpSpPr/>
          <p:nvPr/>
        </p:nvGrpSpPr>
        <p:grpSpPr>
          <a:xfrm>
            <a:off x="394398" y="3599370"/>
            <a:ext cx="4632325" cy="616585"/>
            <a:chOff x="394398" y="3599370"/>
            <a:chExt cx="4632325" cy="616585"/>
          </a:xfrm>
        </p:grpSpPr>
        <p:sp>
          <p:nvSpPr>
            <p:cNvPr id="19" name="object 19"/>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0" name="object 20"/>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1" name="object 21"/>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2" name="object 22"/>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grpSp>
        <p:nvGrpSpPr>
          <p:cNvPr id="23" name="object 23"/>
          <p:cNvGrpSpPr/>
          <p:nvPr/>
        </p:nvGrpSpPr>
        <p:grpSpPr>
          <a:xfrm>
            <a:off x="394398" y="4280598"/>
            <a:ext cx="4632325" cy="615315"/>
            <a:chOff x="394398" y="4280598"/>
            <a:chExt cx="4632325" cy="615315"/>
          </a:xfrm>
        </p:grpSpPr>
        <p:sp>
          <p:nvSpPr>
            <p:cNvPr id="24" name="object 24"/>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5" name="object 25"/>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6" name="object 26"/>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27" name="object 27"/>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grpSp>
        <p:nvGrpSpPr>
          <p:cNvPr id="28" name="object 28"/>
          <p:cNvGrpSpPr/>
          <p:nvPr/>
        </p:nvGrpSpPr>
        <p:grpSpPr>
          <a:xfrm>
            <a:off x="394398" y="4960302"/>
            <a:ext cx="4632325" cy="616585"/>
            <a:chOff x="394398" y="4960302"/>
            <a:chExt cx="4632325" cy="616585"/>
          </a:xfrm>
        </p:grpSpPr>
        <p:sp>
          <p:nvSpPr>
            <p:cNvPr id="29" name="object 29"/>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0" name="object 30"/>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1" name="object 31"/>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2" name="object 32"/>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3" name="object 33"/>
          <p:cNvSpPr txBox="1"/>
          <p:nvPr/>
        </p:nvSpPr>
        <p:spPr>
          <a:xfrm>
            <a:off x="763930" y="1560703"/>
            <a:ext cx="2494915" cy="3794125"/>
          </a:xfrm>
          <a:prstGeom prst="rect">
            <a:avLst/>
          </a:prstGeom>
        </p:spPr>
        <p:txBody>
          <a:bodyPr vert="horz" wrap="square" lIns="0" tIns="12700" rIns="0" bIns="0" rtlCol="0">
            <a:spAutoFit/>
          </a:bodyPr>
          <a:lstStyle/>
          <a:p>
            <a:pPr marL="347345" indent="-335280">
              <a:lnSpc>
                <a:spcPct val="100000"/>
              </a:lnSpc>
              <a:spcBef>
                <a:spcPts val="100"/>
              </a:spcBef>
              <a:buAutoNum type="arabicPeriod"/>
              <a:tabLst>
                <a:tab pos="347980" algn="l"/>
              </a:tabLst>
            </a:pPr>
            <a:r>
              <a:rPr sz="2400" spc="-10" dirty="0">
                <a:solidFill>
                  <a:srgbClr val="FFFFFF"/>
                </a:solidFill>
                <a:latin typeface="Franklin Gothic Medium"/>
                <a:cs typeface="Franklin Gothic Medium"/>
              </a:rPr>
              <a:t>Keywords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Identifiers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Constants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10" dirty="0">
                <a:latin typeface="Franklin Gothic Medium"/>
                <a:cs typeface="Franklin Gothic Medium"/>
              </a:rPr>
              <a:t>Strings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Special</a:t>
            </a:r>
            <a:r>
              <a:rPr sz="2400" spc="-4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spcBef>
                <a:spcPts val="5"/>
              </a:spcBef>
              <a:buAutoNum type="arabicPeriod"/>
              <a:tabLst>
                <a:tab pos="340995" algn="l"/>
              </a:tabLst>
            </a:pPr>
            <a:r>
              <a:rPr sz="2400" spc="-5" dirty="0">
                <a:latin typeface="Franklin Gothic Medium"/>
                <a:cs typeface="Franklin Gothic Medium"/>
              </a:rPr>
              <a:t>Operators</a:t>
            </a:r>
            <a:endParaRPr sz="2400">
              <a:latin typeface="Franklin Gothic Medium"/>
              <a:cs typeface="Franklin Gothic Medium"/>
            </a:endParaRPr>
          </a:p>
        </p:txBody>
      </p:sp>
      <p:grpSp>
        <p:nvGrpSpPr>
          <p:cNvPr id="34" name="object 34"/>
          <p:cNvGrpSpPr/>
          <p:nvPr/>
        </p:nvGrpSpPr>
        <p:grpSpPr>
          <a:xfrm>
            <a:off x="5455920" y="1897379"/>
            <a:ext cx="6033770" cy="3339465"/>
            <a:chOff x="5455920" y="1897379"/>
            <a:chExt cx="6033770" cy="3339465"/>
          </a:xfrm>
        </p:grpSpPr>
        <p:pic>
          <p:nvPicPr>
            <p:cNvPr id="35" name="object 35"/>
            <p:cNvPicPr/>
            <p:nvPr/>
          </p:nvPicPr>
          <p:blipFill>
            <a:blip r:embed="rId2" cstate="print"/>
            <a:stretch>
              <a:fillRect/>
            </a:stretch>
          </p:blipFill>
          <p:spPr>
            <a:xfrm>
              <a:off x="5455920" y="1897379"/>
              <a:ext cx="6033516" cy="3339084"/>
            </a:xfrm>
            <a:prstGeom prst="rect">
              <a:avLst/>
            </a:prstGeom>
          </p:spPr>
        </p:pic>
        <p:pic>
          <p:nvPicPr>
            <p:cNvPr id="36" name="object 36"/>
            <p:cNvPicPr/>
            <p:nvPr/>
          </p:nvPicPr>
          <p:blipFill>
            <a:blip r:embed="rId3" cstate="print"/>
            <a:stretch>
              <a:fillRect/>
            </a:stretch>
          </p:blipFill>
          <p:spPr>
            <a:xfrm>
              <a:off x="7376160" y="4975859"/>
              <a:ext cx="2282951" cy="260603"/>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8" name="object 8"/>
          <p:cNvGrpSpPr/>
          <p:nvPr/>
        </p:nvGrpSpPr>
        <p:grpSpPr>
          <a:xfrm>
            <a:off x="394398" y="2238438"/>
            <a:ext cx="4632325" cy="616585"/>
            <a:chOff x="394398" y="2238438"/>
            <a:chExt cx="4632325" cy="616585"/>
          </a:xfrm>
        </p:grpSpPr>
        <p:sp>
          <p:nvSpPr>
            <p:cNvPr id="9" name="object 9"/>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0" name="object 10"/>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1" name="object 11"/>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C00000"/>
            </a:solidFill>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3" name="object 13"/>
          <p:cNvSpPr txBox="1"/>
          <p:nvPr/>
        </p:nvSpPr>
        <p:spPr>
          <a:xfrm>
            <a:off x="763930" y="1560703"/>
            <a:ext cx="1674495" cy="1071880"/>
          </a:xfrm>
          <a:prstGeom prst="rect">
            <a:avLst/>
          </a:prstGeom>
        </p:spPr>
        <p:txBody>
          <a:bodyPr vert="horz" wrap="square" lIns="0" tIns="12700" rIns="0" bIns="0" rtlCol="0">
            <a:spAutoFit/>
          </a:bodyPr>
          <a:lstStyle/>
          <a:p>
            <a:pPr marL="347980" indent="-335915">
              <a:lnSpc>
                <a:spcPct val="100000"/>
              </a:lnSpc>
              <a:spcBef>
                <a:spcPts val="100"/>
              </a:spcBef>
              <a:buAutoNum type="arabicPeriod"/>
              <a:tabLst>
                <a:tab pos="348615" algn="l"/>
              </a:tabLst>
            </a:pPr>
            <a:r>
              <a:rPr sz="2400" spc="-20" dirty="0">
                <a:latin typeface="Franklin Gothic Medium"/>
                <a:cs typeface="Franklin Gothic Medium"/>
              </a:rPr>
              <a:t>Keywords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995" indent="-328930">
              <a:lnSpc>
                <a:spcPct val="100000"/>
              </a:lnSpc>
              <a:buAutoNum type="arabicPeriod"/>
              <a:tabLst>
                <a:tab pos="341630" algn="l"/>
              </a:tabLst>
            </a:pPr>
            <a:r>
              <a:rPr sz="2400" dirty="0">
                <a:solidFill>
                  <a:srgbClr val="FFFFFF"/>
                </a:solidFill>
                <a:latin typeface="Franklin Gothic Medium"/>
                <a:cs typeface="Franklin Gothic Medium"/>
              </a:rPr>
              <a:t>Identifiers</a:t>
            </a:r>
            <a:endParaRPr sz="2400">
              <a:latin typeface="Franklin Gothic Medium"/>
              <a:cs typeface="Franklin Gothic Medium"/>
            </a:endParaRPr>
          </a:p>
        </p:txBody>
      </p:sp>
      <p:grpSp>
        <p:nvGrpSpPr>
          <p:cNvPr id="14" name="object 14"/>
          <p:cNvGrpSpPr/>
          <p:nvPr/>
        </p:nvGrpSpPr>
        <p:grpSpPr>
          <a:xfrm>
            <a:off x="394398" y="2919666"/>
            <a:ext cx="4632325" cy="615315"/>
            <a:chOff x="394398" y="2919666"/>
            <a:chExt cx="4632325" cy="615315"/>
          </a:xfrm>
        </p:grpSpPr>
        <p:sp>
          <p:nvSpPr>
            <p:cNvPr id="15" name="object 15"/>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6" name="object 16"/>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7" name="object 17"/>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19" name="object 19"/>
          <p:cNvSpPr txBox="1"/>
          <p:nvPr/>
        </p:nvSpPr>
        <p:spPr>
          <a:xfrm>
            <a:off x="763930" y="2921889"/>
            <a:ext cx="16573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3.</a:t>
            </a:r>
            <a:r>
              <a:rPr sz="2400" spc="-85" dirty="0">
                <a:latin typeface="Franklin Gothic Medium"/>
                <a:cs typeface="Franklin Gothic Medium"/>
              </a:rPr>
              <a:t> </a:t>
            </a:r>
            <a:r>
              <a:rPr sz="2400" spc="-5" dirty="0">
                <a:latin typeface="Franklin Gothic Medium"/>
                <a:cs typeface="Franklin Gothic Medium"/>
              </a:rPr>
              <a:t>Constants</a:t>
            </a:r>
            <a:endParaRPr sz="2400">
              <a:latin typeface="Franklin Gothic Medium"/>
              <a:cs typeface="Franklin Gothic Medium"/>
            </a:endParaRPr>
          </a:p>
        </p:txBody>
      </p:sp>
      <p:grpSp>
        <p:nvGrpSpPr>
          <p:cNvPr id="20" name="object 20"/>
          <p:cNvGrpSpPr/>
          <p:nvPr/>
        </p:nvGrpSpPr>
        <p:grpSpPr>
          <a:xfrm>
            <a:off x="394398" y="3599370"/>
            <a:ext cx="4632325" cy="616585"/>
            <a:chOff x="394398" y="3599370"/>
            <a:chExt cx="4632325" cy="616585"/>
          </a:xfrm>
        </p:grpSpPr>
        <p:sp>
          <p:nvSpPr>
            <p:cNvPr id="21" name="object 21"/>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2" name="object 22"/>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3" name="object 23"/>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5" name="object 25"/>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6" name="object 26"/>
          <p:cNvGrpSpPr/>
          <p:nvPr/>
        </p:nvGrpSpPr>
        <p:grpSpPr>
          <a:xfrm>
            <a:off x="394398" y="4280598"/>
            <a:ext cx="4632325" cy="615315"/>
            <a:chOff x="394398" y="4280598"/>
            <a:chExt cx="4632325" cy="615315"/>
          </a:xfrm>
        </p:grpSpPr>
        <p:sp>
          <p:nvSpPr>
            <p:cNvPr id="27" name="object 27"/>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8" name="object 28"/>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9" name="object 29"/>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grpSp>
        <p:nvGrpSpPr>
          <p:cNvPr id="31" name="object 31"/>
          <p:cNvGrpSpPr/>
          <p:nvPr/>
        </p:nvGrpSpPr>
        <p:grpSpPr>
          <a:xfrm>
            <a:off x="394398" y="4960302"/>
            <a:ext cx="4632325" cy="616585"/>
            <a:chOff x="394398" y="4960302"/>
            <a:chExt cx="4632325" cy="616585"/>
          </a:xfrm>
        </p:grpSpPr>
        <p:sp>
          <p:nvSpPr>
            <p:cNvPr id="32" name="object 32"/>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3" name="object 33"/>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4" name="object 34"/>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5" name="object 35"/>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6" name="object 36"/>
          <p:cNvSpPr txBox="1"/>
          <p:nvPr/>
        </p:nvSpPr>
        <p:spPr>
          <a:xfrm>
            <a:off x="763930" y="4282820"/>
            <a:ext cx="2494915" cy="1071880"/>
          </a:xfrm>
          <a:prstGeom prst="rect">
            <a:avLst/>
          </a:prstGeom>
        </p:spPr>
        <p:txBody>
          <a:bodyPr vert="horz" wrap="square" lIns="0" tIns="12700" rIns="0" bIns="0" rtlCol="0">
            <a:spAutoFit/>
          </a:bodyPr>
          <a:lstStyle/>
          <a:p>
            <a:pPr marL="340360" indent="-328295">
              <a:lnSpc>
                <a:spcPct val="100000"/>
              </a:lnSpc>
              <a:spcBef>
                <a:spcPts val="100"/>
              </a:spcBef>
              <a:buAutoNum type="arabicPeriod" startAt="5"/>
              <a:tabLst>
                <a:tab pos="340995" algn="l"/>
              </a:tabLst>
            </a:pPr>
            <a:r>
              <a:rPr sz="2400" spc="-5" dirty="0">
                <a:latin typeface="Franklin Gothic Medium"/>
                <a:cs typeface="Franklin Gothic Medium"/>
              </a:rPr>
              <a:t>Special</a:t>
            </a:r>
            <a:r>
              <a:rPr sz="2400" spc="-4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a:p>
            <a:pPr>
              <a:lnSpc>
                <a:spcPct val="100000"/>
              </a:lnSpc>
              <a:spcBef>
                <a:spcPts val="40"/>
              </a:spcBef>
              <a:buFont typeface="Franklin Gothic Medium"/>
              <a:buAutoNum type="arabicPeriod" startAt="5"/>
            </a:pPr>
            <a:endParaRPr sz="2150">
              <a:latin typeface="Franklin Gothic Medium"/>
              <a:cs typeface="Franklin Gothic Medium"/>
            </a:endParaRPr>
          </a:p>
          <a:p>
            <a:pPr marL="340360" indent="-328295">
              <a:lnSpc>
                <a:spcPct val="100000"/>
              </a:lnSpc>
              <a:buAutoNum type="arabicPeriod" startAt="5"/>
              <a:tabLst>
                <a:tab pos="340995" algn="l"/>
              </a:tabLst>
            </a:pPr>
            <a:r>
              <a:rPr sz="2400" spc="-5" dirty="0">
                <a:latin typeface="Franklin Gothic Medium"/>
                <a:cs typeface="Franklin Gothic Medium"/>
              </a:rPr>
              <a:t>Operators</a:t>
            </a:r>
            <a:endParaRPr sz="2400">
              <a:latin typeface="Franklin Gothic Medium"/>
              <a:cs typeface="Franklin Gothic Medium"/>
            </a:endParaRPr>
          </a:p>
        </p:txBody>
      </p:sp>
      <p:sp>
        <p:nvSpPr>
          <p:cNvPr id="37" name="object 37"/>
          <p:cNvSpPr txBox="1"/>
          <p:nvPr/>
        </p:nvSpPr>
        <p:spPr>
          <a:xfrm>
            <a:off x="5456682" y="2739898"/>
            <a:ext cx="6300470" cy="1122680"/>
          </a:xfrm>
          <a:prstGeom prst="rect">
            <a:avLst/>
          </a:prstGeom>
        </p:spPr>
        <p:txBody>
          <a:bodyPr vert="horz" wrap="square" lIns="0" tIns="12700" rIns="0" bIns="0" rtlCol="0">
            <a:spAutoFit/>
          </a:bodyPr>
          <a:lstStyle/>
          <a:p>
            <a:pPr marL="12700" marR="5080">
              <a:lnSpc>
                <a:spcPct val="150000"/>
              </a:lnSpc>
              <a:spcBef>
                <a:spcPts val="100"/>
              </a:spcBef>
            </a:pPr>
            <a:r>
              <a:rPr sz="2400" dirty="0">
                <a:latin typeface="Franklin Gothic Medium"/>
                <a:cs typeface="Franklin Gothic Medium"/>
              </a:rPr>
              <a:t>Names</a:t>
            </a:r>
            <a:r>
              <a:rPr sz="2400" spc="-5" dirty="0">
                <a:latin typeface="Franklin Gothic Medium"/>
                <a:cs typeface="Franklin Gothic Medium"/>
              </a:rPr>
              <a:t> </a:t>
            </a:r>
            <a:r>
              <a:rPr sz="2400" spc="-10" dirty="0">
                <a:latin typeface="Franklin Gothic Medium"/>
                <a:cs typeface="Franklin Gothic Medium"/>
              </a:rPr>
              <a:t>provided</a:t>
            </a:r>
            <a:r>
              <a:rPr sz="2400" spc="-25" dirty="0">
                <a:latin typeface="Franklin Gothic Medium"/>
                <a:cs typeface="Franklin Gothic Medium"/>
              </a:rPr>
              <a:t> </a:t>
            </a:r>
            <a:r>
              <a:rPr sz="2400" spc="-30" dirty="0">
                <a:latin typeface="Franklin Gothic Medium"/>
                <a:cs typeface="Franklin Gothic Medium"/>
              </a:rPr>
              <a:t>to</a:t>
            </a:r>
            <a:r>
              <a:rPr sz="2400" spc="5" dirty="0">
                <a:latin typeface="Franklin Gothic Medium"/>
                <a:cs typeface="Franklin Gothic Medium"/>
              </a:rPr>
              <a:t> </a:t>
            </a:r>
            <a:r>
              <a:rPr sz="2400" spc="-10" dirty="0">
                <a:latin typeface="Franklin Gothic Medium"/>
                <a:cs typeface="Franklin Gothic Medium"/>
              </a:rPr>
              <a:t>the</a:t>
            </a:r>
            <a:r>
              <a:rPr sz="2400" spc="20" dirty="0">
                <a:latin typeface="Franklin Gothic Medium"/>
                <a:cs typeface="Franklin Gothic Medium"/>
              </a:rPr>
              <a:t> </a:t>
            </a:r>
            <a:r>
              <a:rPr sz="2400" spc="-5" dirty="0">
                <a:latin typeface="Franklin Gothic Medium"/>
                <a:cs typeface="Franklin Gothic Medium"/>
              </a:rPr>
              <a:t>elements</a:t>
            </a:r>
            <a:r>
              <a:rPr sz="2400" spc="5" dirty="0">
                <a:latin typeface="Franklin Gothic Medium"/>
                <a:cs typeface="Franklin Gothic Medium"/>
              </a:rPr>
              <a:t> </a:t>
            </a:r>
            <a:r>
              <a:rPr sz="2400" dirty="0">
                <a:latin typeface="Franklin Gothic Medium"/>
                <a:cs typeface="Franklin Gothic Medium"/>
              </a:rPr>
              <a:t>of</a:t>
            </a:r>
            <a:r>
              <a:rPr sz="2400" spc="-5" dirty="0">
                <a:latin typeface="Franklin Gothic Medium"/>
                <a:cs typeface="Franklin Gothic Medium"/>
              </a:rPr>
              <a:t> </a:t>
            </a:r>
            <a:r>
              <a:rPr sz="2400" spc="-10" dirty="0">
                <a:latin typeface="Franklin Gothic Medium"/>
                <a:cs typeface="Franklin Gothic Medium"/>
              </a:rPr>
              <a:t>the</a:t>
            </a:r>
            <a:r>
              <a:rPr sz="2400" spc="20" dirty="0">
                <a:latin typeface="Franklin Gothic Medium"/>
                <a:cs typeface="Franklin Gothic Medium"/>
              </a:rPr>
              <a:t> </a:t>
            </a:r>
            <a:r>
              <a:rPr sz="2400" spc="-5" dirty="0">
                <a:latin typeface="Franklin Gothic Medium"/>
                <a:cs typeface="Franklin Gothic Medium"/>
              </a:rPr>
              <a:t>program </a:t>
            </a:r>
            <a:r>
              <a:rPr sz="2400" spc="-585" dirty="0">
                <a:latin typeface="Franklin Gothic Medium"/>
                <a:cs typeface="Franklin Gothic Medium"/>
              </a:rPr>
              <a:t> </a:t>
            </a:r>
            <a:r>
              <a:rPr sz="2400" spc="-5" dirty="0">
                <a:latin typeface="Franklin Gothic Medium"/>
                <a:cs typeface="Franklin Gothic Medium"/>
              </a:rPr>
              <a:t>such </a:t>
            </a:r>
            <a:r>
              <a:rPr sz="2400" dirty="0">
                <a:latin typeface="Franklin Gothic Medium"/>
                <a:cs typeface="Franklin Gothic Medium"/>
              </a:rPr>
              <a:t>as </a:t>
            </a:r>
            <a:r>
              <a:rPr sz="2400" spc="-5" dirty="0">
                <a:latin typeface="Franklin Gothic Medium"/>
                <a:cs typeface="Franklin Gothic Medium"/>
              </a:rPr>
              <a:t>variables,</a:t>
            </a:r>
            <a:r>
              <a:rPr sz="2400" spc="-15" dirty="0">
                <a:latin typeface="Franklin Gothic Medium"/>
                <a:cs typeface="Franklin Gothic Medium"/>
              </a:rPr>
              <a:t> </a:t>
            </a:r>
            <a:r>
              <a:rPr sz="2400" spc="-5" dirty="0">
                <a:latin typeface="Franklin Gothic Medium"/>
                <a:cs typeface="Franklin Gothic Medium"/>
              </a:rPr>
              <a:t>functions</a:t>
            </a:r>
            <a:r>
              <a:rPr sz="2400" spc="20" dirty="0">
                <a:latin typeface="Franklin Gothic Medium"/>
                <a:cs typeface="Franklin Gothic Medium"/>
              </a:rPr>
              <a:t> </a:t>
            </a:r>
            <a:r>
              <a:rPr sz="2400" dirty="0">
                <a:latin typeface="Franklin Gothic Medium"/>
                <a:cs typeface="Franklin Gothic Medium"/>
              </a:rPr>
              <a:t>and </a:t>
            </a:r>
            <a:r>
              <a:rPr sz="2400" spc="-10" dirty="0">
                <a:latin typeface="Franklin Gothic Medium"/>
                <a:cs typeface="Franklin Gothic Medium"/>
              </a:rPr>
              <a:t>arrays.</a:t>
            </a:r>
            <a:endParaRPr sz="2400">
              <a:latin typeface="Franklin Gothic Medium"/>
              <a:cs typeface="Franklin Gothic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C00000"/>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7449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2.</a:t>
            </a:r>
            <a:r>
              <a:rPr sz="2400" spc="-55" dirty="0">
                <a:solidFill>
                  <a:srgbClr val="FFFFFF"/>
                </a:solidFill>
                <a:latin typeface="Franklin Gothic Medium"/>
                <a:cs typeface="Franklin Gothic Medium"/>
              </a:rPr>
              <a:t> </a:t>
            </a:r>
            <a:r>
              <a:rPr sz="2400" dirty="0">
                <a:solidFill>
                  <a:srgbClr val="FFFFFF"/>
                </a:solidFill>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573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3.</a:t>
            </a:r>
            <a:r>
              <a:rPr sz="2400" spc="-85" dirty="0">
                <a:latin typeface="Franklin Gothic Medium"/>
                <a:cs typeface="Franklin Gothic Medium"/>
              </a:rPr>
              <a:t> </a:t>
            </a:r>
            <a:r>
              <a:rPr sz="2400" spc="-5" dirty="0">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317363" y="1429639"/>
            <a:ext cx="39141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99"/>
                </a:solidFill>
                <a:latin typeface="Franklin Gothic Medium"/>
                <a:cs typeface="Franklin Gothic Medium"/>
              </a:rPr>
              <a:t>Rules</a:t>
            </a:r>
            <a:r>
              <a:rPr sz="2400" spc="-4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for</a:t>
            </a:r>
            <a:r>
              <a:rPr sz="2400" spc="-2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naming</a:t>
            </a:r>
            <a:r>
              <a:rPr sz="2400" spc="-4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an</a:t>
            </a:r>
            <a:r>
              <a:rPr sz="2400" spc="-1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identifier</a:t>
            </a:r>
            <a:endParaRPr sz="2400">
              <a:latin typeface="Franklin Gothic Medium"/>
              <a:cs typeface="Franklin Gothic Medium"/>
            </a:endParaRPr>
          </a:p>
        </p:txBody>
      </p:sp>
      <p:sp>
        <p:nvSpPr>
          <p:cNvPr id="40" name="object 40"/>
          <p:cNvSpPr txBox="1"/>
          <p:nvPr/>
        </p:nvSpPr>
        <p:spPr>
          <a:xfrm>
            <a:off x="5317363" y="2101367"/>
            <a:ext cx="6631305" cy="3546475"/>
          </a:xfrm>
          <a:prstGeom prst="rect">
            <a:avLst/>
          </a:prstGeom>
        </p:spPr>
        <p:txBody>
          <a:bodyPr vert="horz" wrap="square" lIns="0" tIns="180340" rIns="0" bIns="0" rtlCol="0">
            <a:spAutoFit/>
          </a:bodyPr>
          <a:lstStyle/>
          <a:p>
            <a:pPr marL="527685" indent="-515620">
              <a:lnSpc>
                <a:spcPct val="100000"/>
              </a:lnSpc>
              <a:spcBef>
                <a:spcPts val="1420"/>
              </a:spcBef>
              <a:buAutoNum type="arabicPeriod"/>
              <a:tabLst>
                <a:tab pos="527685" algn="l"/>
                <a:tab pos="528320" algn="l"/>
              </a:tabLst>
            </a:pPr>
            <a:r>
              <a:rPr sz="2200" spc="-10" dirty="0">
                <a:latin typeface="Franklin Gothic Medium"/>
                <a:cs typeface="Franklin Gothic Medium"/>
              </a:rPr>
              <a:t>Can</a:t>
            </a:r>
            <a:r>
              <a:rPr sz="2200" spc="-5" dirty="0">
                <a:latin typeface="Franklin Gothic Medium"/>
                <a:cs typeface="Franklin Gothic Medium"/>
              </a:rPr>
              <a:t> consist</a:t>
            </a:r>
            <a:r>
              <a:rPr sz="2200" spc="1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alphabets,</a:t>
            </a:r>
            <a:r>
              <a:rPr sz="2200" dirty="0">
                <a:latin typeface="Franklin Gothic Medium"/>
                <a:cs typeface="Franklin Gothic Medium"/>
              </a:rPr>
              <a:t> </a:t>
            </a:r>
            <a:r>
              <a:rPr sz="2200" spc="-5" dirty="0">
                <a:latin typeface="Franklin Gothic Medium"/>
                <a:cs typeface="Franklin Gothic Medium"/>
              </a:rPr>
              <a:t>digits </a:t>
            </a:r>
            <a:r>
              <a:rPr sz="2200" spc="-10" dirty="0">
                <a:latin typeface="Franklin Gothic Medium"/>
                <a:cs typeface="Franklin Gothic Medium"/>
              </a:rPr>
              <a:t>and</a:t>
            </a:r>
            <a:r>
              <a:rPr sz="2200" spc="10" dirty="0">
                <a:latin typeface="Franklin Gothic Medium"/>
                <a:cs typeface="Franklin Gothic Medium"/>
              </a:rPr>
              <a:t> </a:t>
            </a:r>
            <a:r>
              <a:rPr sz="2200" spc="-5" dirty="0">
                <a:latin typeface="Franklin Gothic Medium"/>
                <a:cs typeface="Franklin Gothic Medium"/>
              </a:rPr>
              <a:t>_</a:t>
            </a:r>
            <a:r>
              <a:rPr sz="2200" spc="5" dirty="0">
                <a:latin typeface="Franklin Gothic Medium"/>
                <a:cs typeface="Franklin Gothic Medium"/>
              </a:rPr>
              <a:t> </a:t>
            </a:r>
            <a:r>
              <a:rPr sz="2200" spc="-5" dirty="0">
                <a:latin typeface="Franklin Gothic Medium"/>
                <a:cs typeface="Franklin Gothic Medium"/>
              </a:rPr>
              <a:t>(underscore).</a:t>
            </a:r>
            <a:endParaRPr sz="2200">
              <a:latin typeface="Franklin Gothic Medium"/>
              <a:cs typeface="Franklin Gothic Medium"/>
            </a:endParaRPr>
          </a:p>
          <a:p>
            <a:pPr marL="527685" marR="278765" indent="-515620">
              <a:lnSpc>
                <a:spcPct val="150000"/>
              </a:lnSpc>
              <a:buAutoNum type="arabicPeriod"/>
              <a:tabLst>
                <a:tab pos="527685" algn="l"/>
                <a:tab pos="528320" algn="l"/>
              </a:tabLst>
            </a:pPr>
            <a:r>
              <a:rPr sz="2200" spc="-5" dirty="0">
                <a:latin typeface="Franklin Gothic Medium"/>
                <a:cs typeface="Franklin Gothic Medium"/>
              </a:rPr>
              <a:t>Must </a:t>
            </a:r>
            <a:r>
              <a:rPr sz="2200" spc="-15" dirty="0">
                <a:latin typeface="Franklin Gothic Medium"/>
                <a:cs typeface="Franklin Gothic Medium"/>
              </a:rPr>
              <a:t>always</a:t>
            </a:r>
            <a:r>
              <a:rPr sz="2200" spc="10" dirty="0">
                <a:latin typeface="Franklin Gothic Medium"/>
                <a:cs typeface="Franklin Gothic Medium"/>
              </a:rPr>
              <a:t> </a:t>
            </a:r>
            <a:r>
              <a:rPr sz="2200" spc="-5" dirty="0">
                <a:latin typeface="Franklin Gothic Medium"/>
                <a:cs typeface="Franklin Gothic Medium"/>
              </a:rPr>
              <a:t>begin with an</a:t>
            </a:r>
            <a:r>
              <a:rPr sz="2200" dirty="0">
                <a:latin typeface="Franklin Gothic Medium"/>
                <a:cs typeface="Franklin Gothic Medium"/>
              </a:rPr>
              <a:t> </a:t>
            </a:r>
            <a:r>
              <a:rPr sz="2200" spc="-5" dirty="0">
                <a:latin typeface="Franklin Gothic Medium"/>
                <a:cs typeface="Franklin Gothic Medium"/>
              </a:rPr>
              <a:t>alphabet</a:t>
            </a:r>
            <a:r>
              <a:rPr sz="2200" spc="-10" dirty="0">
                <a:latin typeface="Franklin Gothic Medium"/>
                <a:cs typeface="Franklin Gothic Medium"/>
              </a:rPr>
              <a:t> </a:t>
            </a:r>
            <a:r>
              <a:rPr sz="2200" spc="-5" dirty="0">
                <a:latin typeface="Franklin Gothic Medium"/>
                <a:cs typeface="Franklin Gothic Medium"/>
              </a:rPr>
              <a:t>or _ and</a:t>
            </a:r>
            <a:r>
              <a:rPr sz="2200" spc="5" dirty="0">
                <a:latin typeface="Franklin Gothic Medium"/>
                <a:cs typeface="Franklin Gothic Medium"/>
              </a:rPr>
              <a:t> </a:t>
            </a:r>
            <a:r>
              <a:rPr sz="2200" spc="-5" dirty="0">
                <a:latin typeface="Franklin Gothic Medium"/>
                <a:cs typeface="Franklin Gothic Medium"/>
              </a:rPr>
              <a:t>can </a:t>
            </a:r>
            <a:r>
              <a:rPr sz="2200" spc="-535" dirty="0">
                <a:latin typeface="Franklin Gothic Medium"/>
                <a:cs typeface="Franklin Gothic Medium"/>
              </a:rPr>
              <a:t> </a:t>
            </a:r>
            <a:r>
              <a:rPr sz="2200" spc="-5" dirty="0">
                <a:latin typeface="Franklin Gothic Medium"/>
                <a:cs typeface="Franklin Gothic Medium"/>
              </a:rPr>
              <a:t>be</a:t>
            </a:r>
            <a:r>
              <a:rPr sz="2200" dirty="0">
                <a:latin typeface="Franklin Gothic Medium"/>
                <a:cs typeface="Franklin Gothic Medium"/>
              </a:rPr>
              <a:t> </a:t>
            </a:r>
            <a:r>
              <a:rPr sz="2200" spc="-10" dirty="0">
                <a:latin typeface="Franklin Gothic Medium"/>
                <a:cs typeface="Franklin Gothic Medium"/>
              </a:rPr>
              <a:t>followed</a:t>
            </a:r>
            <a:r>
              <a:rPr sz="2200" dirty="0">
                <a:latin typeface="Franklin Gothic Medium"/>
                <a:cs typeface="Franklin Gothic Medium"/>
              </a:rPr>
              <a:t> </a:t>
            </a:r>
            <a:r>
              <a:rPr sz="2200" spc="-15" dirty="0">
                <a:latin typeface="Franklin Gothic Medium"/>
                <a:cs typeface="Franklin Gothic Medium"/>
              </a:rPr>
              <a:t>by</a:t>
            </a:r>
            <a:r>
              <a:rPr sz="2200" spc="-10" dirty="0">
                <a:latin typeface="Franklin Gothic Medium"/>
                <a:cs typeface="Franklin Gothic Medium"/>
              </a:rPr>
              <a:t> </a:t>
            </a:r>
            <a:r>
              <a:rPr sz="2200" spc="-5" dirty="0">
                <a:latin typeface="Franklin Gothic Medium"/>
                <a:cs typeface="Franklin Gothic Medium"/>
              </a:rPr>
              <a:t>digits.</a:t>
            </a:r>
            <a:endParaRPr sz="2200">
              <a:latin typeface="Franklin Gothic Medium"/>
              <a:cs typeface="Franklin Gothic Medium"/>
            </a:endParaRPr>
          </a:p>
          <a:p>
            <a:pPr marL="527685" indent="-515620">
              <a:lnSpc>
                <a:spcPct val="100000"/>
              </a:lnSpc>
              <a:spcBef>
                <a:spcPts val="1320"/>
              </a:spcBef>
              <a:buAutoNum type="arabicPeriod"/>
              <a:tabLst>
                <a:tab pos="527685" algn="l"/>
                <a:tab pos="528320" algn="l"/>
              </a:tabLst>
            </a:pPr>
            <a:r>
              <a:rPr sz="2200" spc="-5" dirty="0">
                <a:latin typeface="Franklin Gothic Medium"/>
                <a:cs typeface="Franklin Gothic Medium"/>
              </a:rPr>
              <a:t>Only</a:t>
            </a:r>
            <a:r>
              <a:rPr sz="2200" spc="-10" dirty="0">
                <a:latin typeface="Franklin Gothic Medium"/>
                <a:cs typeface="Franklin Gothic Medium"/>
              </a:rPr>
              <a:t> </a:t>
            </a:r>
            <a:r>
              <a:rPr sz="2200" dirty="0">
                <a:latin typeface="Franklin Gothic Medium"/>
                <a:cs typeface="Franklin Gothic Medium"/>
              </a:rPr>
              <a:t>first</a:t>
            </a:r>
            <a:r>
              <a:rPr sz="2200" spc="-10" dirty="0">
                <a:latin typeface="Franklin Gothic Medium"/>
                <a:cs typeface="Franklin Gothic Medium"/>
              </a:rPr>
              <a:t> </a:t>
            </a:r>
            <a:r>
              <a:rPr sz="2200" spc="-35" dirty="0">
                <a:latin typeface="Franklin Gothic Medium"/>
                <a:cs typeface="Franklin Gothic Medium"/>
              </a:rPr>
              <a:t>31</a:t>
            </a:r>
            <a:r>
              <a:rPr sz="2200" spc="-15" dirty="0">
                <a:latin typeface="Franklin Gothic Medium"/>
                <a:cs typeface="Franklin Gothic Medium"/>
              </a:rPr>
              <a:t> </a:t>
            </a:r>
            <a:r>
              <a:rPr sz="2200" spc="-5" dirty="0">
                <a:latin typeface="Franklin Gothic Medium"/>
                <a:cs typeface="Franklin Gothic Medium"/>
              </a:rPr>
              <a:t>characters</a:t>
            </a:r>
            <a:r>
              <a:rPr sz="2200" spc="-10" dirty="0">
                <a:latin typeface="Franklin Gothic Medium"/>
                <a:cs typeface="Franklin Gothic Medium"/>
              </a:rPr>
              <a:t> </a:t>
            </a:r>
            <a:r>
              <a:rPr sz="2200" spc="-5" dirty="0">
                <a:latin typeface="Franklin Gothic Medium"/>
                <a:cs typeface="Franklin Gothic Medium"/>
              </a:rPr>
              <a:t>are</a:t>
            </a:r>
            <a:r>
              <a:rPr sz="2200" spc="-10" dirty="0">
                <a:latin typeface="Franklin Gothic Medium"/>
                <a:cs typeface="Franklin Gothic Medium"/>
              </a:rPr>
              <a:t> </a:t>
            </a:r>
            <a:r>
              <a:rPr sz="2200" spc="-5" dirty="0">
                <a:latin typeface="Franklin Gothic Medium"/>
                <a:cs typeface="Franklin Gothic Medium"/>
              </a:rPr>
              <a:t>significant.</a:t>
            </a:r>
            <a:endParaRPr sz="2200">
              <a:latin typeface="Franklin Gothic Medium"/>
              <a:cs typeface="Franklin Gothic Medium"/>
            </a:endParaRPr>
          </a:p>
          <a:p>
            <a:pPr marL="527685" indent="-515620">
              <a:lnSpc>
                <a:spcPct val="100000"/>
              </a:lnSpc>
              <a:spcBef>
                <a:spcPts val="1320"/>
              </a:spcBef>
              <a:buAutoNum type="arabicPeriod"/>
              <a:tabLst>
                <a:tab pos="527685" algn="l"/>
                <a:tab pos="528320" algn="l"/>
              </a:tabLst>
            </a:pPr>
            <a:r>
              <a:rPr sz="2200" spc="-5" dirty="0">
                <a:latin typeface="Franklin Gothic Medium"/>
                <a:cs typeface="Franklin Gothic Medium"/>
              </a:rPr>
              <a:t>Must </a:t>
            </a:r>
            <a:r>
              <a:rPr sz="2200" spc="-10" dirty="0">
                <a:latin typeface="Franklin Gothic Medium"/>
                <a:cs typeface="Franklin Gothic Medium"/>
              </a:rPr>
              <a:t>NOT</a:t>
            </a:r>
            <a:r>
              <a:rPr sz="2200" spc="-5" dirty="0">
                <a:latin typeface="Franklin Gothic Medium"/>
                <a:cs typeface="Franklin Gothic Medium"/>
              </a:rPr>
              <a:t> contain</a:t>
            </a:r>
            <a:r>
              <a:rPr sz="2200" dirty="0">
                <a:latin typeface="Franklin Gothic Medium"/>
                <a:cs typeface="Franklin Gothic Medium"/>
              </a:rPr>
              <a:t> </a:t>
            </a:r>
            <a:r>
              <a:rPr sz="2200" spc="-10" dirty="0">
                <a:latin typeface="Franklin Gothic Medium"/>
                <a:cs typeface="Franklin Gothic Medium"/>
              </a:rPr>
              <a:t>special</a:t>
            </a:r>
            <a:r>
              <a:rPr sz="2200" dirty="0">
                <a:latin typeface="Franklin Gothic Medium"/>
                <a:cs typeface="Franklin Gothic Medium"/>
              </a:rPr>
              <a:t> </a:t>
            </a:r>
            <a:r>
              <a:rPr sz="2200" spc="-10" dirty="0">
                <a:latin typeface="Franklin Gothic Medium"/>
                <a:cs typeface="Franklin Gothic Medium"/>
              </a:rPr>
              <a:t>symbols</a:t>
            </a:r>
            <a:r>
              <a:rPr sz="2200" spc="15" dirty="0">
                <a:latin typeface="Franklin Gothic Medium"/>
                <a:cs typeface="Franklin Gothic Medium"/>
              </a:rPr>
              <a:t> </a:t>
            </a:r>
            <a:r>
              <a:rPr sz="2200" spc="-5" dirty="0">
                <a:latin typeface="Franklin Gothic Medium"/>
                <a:cs typeface="Franklin Gothic Medium"/>
              </a:rPr>
              <a:t>or</a:t>
            </a:r>
            <a:r>
              <a:rPr sz="2200" dirty="0">
                <a:latin typeface="Franklin Gothic Medium"/>
                <a:cs typeface="Franklin Gothic Medium"/>
              </a:rPr>
              <a:t> </a:t>
            </a:r>
            <a:r>
              <a:rPr sz="2200" spc="-10" dirty="0">
                <a:latin typeface="Franklin Gothic Medium"/>
                <a:cs typeface="Franklin Gothic Medium"/>
              </a:rPr>
              <a:t>white</a:t>
            </a:r>
            <a:r>
              <a:rPr sz="2200" spc="-5" dirty="0">
                <a:latin typeface="Franklin Gothic Medium"/>
                <a:cs typeface="Franklin Gothic Medium"/>
              </a:rPr>
              <a:t> spaces.</a:t>
            </a:r>
            <a:endParaRPr sz="2200">
              <a:latin typeface="Franklin Gothic Medium"/>
              <a:cs typeface="Franklin Gothic Medium"/>
            </a:endParaRPr>
          </a:p>
          <a:p>
            <a:pPr marL="527685" indent="-515620">
              <a:lnSpc>
                <a:spcPct val="100000"/>
              </a:lnSpc>
              <a:spcBef>
                <a:spcPts val="1320"/>
              </a:spcBef>
              <a:buAutoNum type="arabicPeriod"/>
              <a:tabLst>
                <a:tab pos="527685" algn="l"/>
                <a:tab pos="528320" algn="l"/>
              </a:tabLst>
            </a:pPr>
            <a:r>
              <a:rPr sz="2200" spc="-10" dirty="0">
                <a:latin typeface="Franklin Gothic Medium"/>
                <a:cs typeface="Franklin Gothic Medium"/>
              </a:rPr>
              <a:t>Case</a:t>
            </a:r>
            <a:r>
              <a:rPr sz="2200" spc="-35" dirty="0">
                <a:latin typeface="Franklin Gothic Medium"/>
                <a:cs typeface="Franklin Gothic Medium"/>
              </a:rPr>
              <a:t> </a:t>
            </a:r>
            <a:r>
              <a:rPr sz="2200" spc="-10" dirty="0">
                <a:latin typeface="Franklin Gothic Medium"/>
                <a:cs typeface="Franklin Gothic Medium"/>
              </a:rPr>
              <a:t>sensitive.</a:t>
            </a:r>
            <a:endParaRPr sz="2200">
              <a:latin typeface="Franklin Gothic Medium"/>
              <a:cs typeface="Franklin Gothic Medium"/>
            </a:endParaRPr>
          </a:p>
          <a:p>
            <a:pPr marL="527685" indent="-515620">
              <a:lnSpc>
                <a:spcPct val="100000"/>
              </a:lnSpc>
              <a:spcBef>
                <a:spcPts val="1325"/>
              </a:spcBef>
              <a:buAutoNum type="arabicPeriod"/>
              <a:tabLst>
                <a:tab pos="527685" algn="l"/>
                <a:tab pos="528320" algn="l"/>
              </a:tabLst>
            </a:pPr>
            <a:r>
              <a:rPr sz="2200" spc="-15" dirty="0">
                <a:latin typeface="Franklin Gothic Medium"/>
                <a:cs typeface="Franklin Gothic Medium"/>
              </a:rPr>
              <a:t>CANNOT </a:t>
            </a:r>
            <a:r>
              <a:rPr sz="2200" spc="-5" dirty="0">
                <a:latin typeface="Franklin Gothic Medium"/>
                <a:cs typeface="Franklin Gothic Medium"/>
              </a:rPr>
              <a:t>use</a:t>
            </a:r>
            <a:r>
              <a:rPr sz="2200" spc="-10" dirty="0">
                <a:latin typeface="Franklin Gothic Medium"/>
                <a:cs typeface="Franklin Gothic Medium"/>
              </a:rPr>
              <a:t> </a:t>
            </a:r>
            <a:r>
              <a:rPr sz="2200" spc="-5" dirty="0">
                <a:latin typeface="Franklin Gothic Medium"/>
                <a:cs typeface="Franklin Gothic Medium"/>
              </a:rPr>
              <a:t>a</a:t>
            </a:r>
            <a:r>
              <a:rPr sz="2200" dirty="0">
                <a:latin typeface="Franklin Gothic Medium"/>
                <a:cs typeface="Franklin Gothic Medium"/>
              </a:rPr>
              <a:t> </a:t>
            </a:r>
            <a:r>
              <a:rPr sz="2200" spc="-15" dirty="0">
                <a:latin typeface="Franklin Gothic Medium"/>
                <a:cs typeface="Franklin Gothic Medium"/>
              </a:rPr>
              <a:t>keyword.</a:t>
            </a:r>
            <a:endParaRPr sz="2200">
              <a:latin typeface="Franklin Gothic Medium"/>
              <a:cs typeface="Franklin Gothic Medium"/>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C00000"/>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7449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2.</a:t>
            </a:r>
            <a:r>
              <a:rPr sz="2400" spc="-55" dirty="0">
                <a:solidFill>
                  <a:srgbClr val="FFFFFF"/>
                </a:solidFill>
                <a:latin typeface="Franklin Gothic Medium"/>
                <a:cs typeface="Franklin Gothic Medium"/>
              </a:rPr>
              <a:t> </a:t>
            </a:r>
            <a:r>
              <a:rPr sz="2400" dirty="0">
                <a:solidFill>
                  <a:srgbClr val="FFFFFF"/>
                </a:solidFill>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573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3.</a:t>
            </a:r>
            <a:r>
              <a:rPr sz="2400" spc="-85" dirty="0">
                <a:latin typeface="Franklin Gothic Medium"/>
                <a:cs typeface="Franklin Gothic Medium"/>
              </a:rPr>
              <a:t> </a:t>
            </a:r>
            <a:r>
              <a:rPr sz="2400" spc="-5" dirty="0">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668517" y="1201928"/>
            <a:ext cx="372364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99"/>
                </a:solidFill>
                <a:latin typeface="Franklin Gothic Medium"/>
                <a:cs typeface="Franklin Gothic Medium"/>
              </a:rPr>
              <a:t>Valid</a:t>
            </a:r>
            <a:r>
              <a:rPr sz="2400" spc="-4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examples</a:t>
            </a:r>
            <a:r>
              <a:rPr sz="2400" spc="-5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of</a:t>
            </a:r>
            <a:r>
              <a:rPr sz="2400" spc="-1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Identifiers</a:t>
            </a:r>
            <a:endParaRPr sz="2400">
              <a:latin typeface="Franklin Gothic Medium"/>
              <a:cs typeface="Franklin Gothic Medium"/>
            </a:endParaRPr>
          </a:p>
        </p:txBody>
      </p:sp>
      <p:sp>
        <p:nvSpPr>
          <p:cNvPr id="40" name="object 40"/>
          <p:cNvSpPr txBox="1"/>
          <p:nvPr/>
        </p:nvSpPr>
        <p:spPr>
          <a:xfrm>
            <a:off x="5668517" y="1567941"/>
            <a:ext cx="1127760" cy="1122680"/>
          </a:xfrm>
          <a:prstGeom prst="rect">
            <a:avLst/>
          </a:prstGeom>
        </p:spPr>
        <p:txBody>
          <a:bodyPr vert="horz" wrap="square" lIns="0" tIns="12700" rIns="0" bIns="0" rtlCol="0">
            <a:spAutoFit/>
          </a:bodyPr>
          <a:lstStyle/>
          <a:p>
            <a:pPr marL="12700" marR="5080">
              <a:lnSpc>
                <a:spcPct val="150000"/>
              </a:lnSpc>
              <a:spcBef>
                <a:spcPts val="100"/>
              </a:spcBef>
            </a:pPr>
            <a:r>
              <a:rPr sz="2400" spc="-35" dirty="0">
                <a:latin typeface="Franklin Gothic Medium"/>
                <a:cs typeface="Franklin Gothic Medium"/>
              </a:rPr>
              <a:t>Total </a:t>
            </a:r>
            <a:r>
              <a:rPr sz="2400" spc="-30" dirty="0">
                <a:latin typeface="Franklin Gothic Medium"/>
                <a:cs typeface="Franklin Gothic Medium"/>
              </a:rPr>
              <a:t> </a:t>
            </a:r>
            <a:r>
              <a:rPr sz="2400" spc="-75" dirty="0">
                <a:latin typeface="Franklin Gothic Medium"/>
                <a:cs typeface="Franklin Gothic Medium"/>
              </a:rPr>
              <a:t>V</a:t>
            </a:r>
            <a:r>
              <a:rPr sz="2400" spc="-10" dirty="0">
                <a:latin typeface="Franklin Gothic Medium"/>
                <a:cs typeface="Franklin Gothic Medium"/>
              </a:rPr>
              <a:t>o</a:t>
            </a:r>
            <a:r>
              <a:rPr sz="2400" spc="-45" dirty="0">
                <a:latin typeface="Franklin Gothic Medium"/>
                <a:cs typeface="Franklin Gothic Medium"/>
              </a:rPr>
              <a:t>t</a:t>
            </a:r>
            <a:r>
              <a:rPr sz="2400" spc="-5" dirty="0">
                <a:latin typeface="Franklin Gothic Medium"/>
                <a:cs typeface="Franklin Gothic Medium"/>
              </a:rPr>
              <a:t>er_ID</a:t>
            </a:r>
            <a:endParaRPr sz="2400">
              <a:latin typeface="Franklin Gothic Medium"/>
              <a:cs typeface="Franklin Gothic Medium"/>
            </a:endParaRPr>
          </a:p>
        </p:txBody>
      </p:sp>
      <p:sp>
        <p:nvSpPr>
          <p:cNvPr id="41" name="object 41"/>
          <p:cNvSpPr txBox="1"/>
          <p:nvPr/>
        </p:nvSpPr>
        <p:spPr>
          <a:xfrm>
            <a:off x="8412226" y="1567941"/>
            <a:ext cx="913765" cy="1122680"/>
          </a:xfrm>
          <a:prstGeom prst="rect">
            <a:avLst/>
          </a:prstGeom>
        </p:spPr>
        <p:txBody>
          <a:bodyPr vert="horz" wrap="square" lIns="0" tIns="12700" rIns="0" bIns="0" rtlCol="0">
            <a:spAutoFit/>
          </a:bodyPr>
          <a:lstStyle/>
          <a:p>
            <a:pPr marL="12700" marR="5080">
              <a:lnSpc>
                <a:spcPct val="150000"/>
              </a:lnSpc>
              <a:spcBef>
                <a:spcPts val="100"/>
              </a:spcBef>
            </a:pPr>
            <a:r>
              <a:rPr sz="2400" spc="-5" dirty="0">
                <a:latin typeface="Franklin Gothic Medium"/>
                <a:cs typeface="Franklin Gothic Medium"/>
              </a:rPr>
              <a:t>sum1 </a:t>
            </a:r>
            <a:r>
              <a:rPr sz="2400" dirty="0">
                <a:latin typeface="Franklin Gothic Medium"/>
                <a:cs typeface="Franklin Gothic Medium"/>
              </a:rPr>
              <a:t> </a:t>
            </a:r>
            <a:r>
              <a:rPr sz="2400" spc="-20" dirty="0">
                <a:latin typeface="Franklin Gothic Medium"/>
                <a:cs typeface="Franklin Gothic Medium"/>
              </a:rPr>
              <a:t>r</a:t>
            </a:r>
            <a:r>
              <a:rPr sz="2400" dirty="0">
                <a:latin typeface="Franklin Gothic Medium"/>
                <a:cs typeface="Franklin Gothic Medium"/>
              </a:rPr>
              <a:t>oll_no</a:t>
            </a:r>
            <a:endParaRPr sz="2400">
              <a:latin typeface="Franklin Gothic Medium"/>
              <a:cs typeface="Franklin Gothic Medium"/>
            </a:endParaRPr>
          </a:p>
        </p:txBody>
      </p:sp>
      <p:sp>
        <p:nvSpPr>
          <p:cNvPr id="42" name="object 42"/>
          <p:cNvSpPr txBox="1"/>
          <p:nvPr/>
        </p:nvSpPr>
        <p:spPr>
          <a:xfrm>
            <a:off x="5668517" y="3214243"/>
            <a:ext cx="2275840" cy="2769235"/>
          </a:xfrm>
          <a:prstGeom prst="rect">
            <a:avLst/>
          </a:prstGeom>
        </p:spPr>
        <p:txBody>
          <a:bodyPr vert="horz" wrap="square" lIns="0" tIns="12700" rIns="0" bIns="0" rtlCol="0">
            <a:spAutoFit/>
          </a:bodyPr>
          <a:lstStyle/>
          <a:p>
            <a:pPr marL="12700" marR="5080">
              <a:lnSpc>
                <a:spcPct val="150000"/>
              </a:lnSpc>
              <a:spcBef>
                <a:spcPts val="100"/>
              </a:spcBef>
            </a:pPr>
            <a:r>
              <a:rPr sz="2400" spc="-10" dirty="0">
                <a:solidFill>
                  <a:srgbClr val="000099"/>
                </a:solidFill>
                <a:latin typeface="Franklin Gothic Medium"/>
                <a:cs typeface="Franklin Gothic Medium"/>
              </a:rPr>
              <a:t>Invalid</a:t>
            </a:r>
            <a:r>
              <a:rPr sz="2400" spc="-60" dirty="0">
                <a:solidFill>
                  <a:srgbClr val="000099"/>
                </a:solidFill>
                <a:latin typeface="Franklin Gothic Medium"/>
                <a:cs typeface="Franklin Gothic Medium"/>
              </a:rPr>
              <a:t> </a:t>
            </a:r>
            <a:r>
              <a:rPr sz="2400" dirty="0">
                <a:solidFill>
                  <a:srgbClr val="000099"/>
                </a:solidFill>
                <a:latin typeface="Franklin Gothic Medium"/>
                <a:cs typeface="Franklin Gothic Medium"/>
              </a:rPr>
              <a:t>Identifiers </a:t>
            </a:r>
            <a:r>
              <a:rPr sz="2400" spc="-585" dirty="0">
                <a:solidFill>
                  <a:srgbClr val="000099"/>
                </a:solidFill>
                <a:latin typeface="Franklin Gothic Medium"/>
                <a:cs typeface="Franklin Gothic Medium"/>
              </a:rPr>
              <a:t> </a:t>
            </a:r>
            <a:r>
              <a:rPr sz="2400" spc="-10" dirty="0">
                <a:latin typeface="Franklin Gothic Medium"/>
                <a:cs typeface="Franklin Gothic Medium"/>
              </a:rPr>
              <a:t>for</a:t>
            </a:r>
            <a:endParaRPr sz="2400">
              <a:latin typeface="Franklin Gothic Medium"/>
              <a:cs typeface="Franklin Gothic Medium"/>
            </a:endParaRPr>
          </a:p>
          <a:p>
            <a:pPr marL="12700" marR="574040">
              <a:lnSpc>
                <a:spcPts val="4320"/>
              </a:lnSpc>
              <a:spcBef>
                <a:spcPts val="380"/>
              </a:spcBef>
            </a:pPr>
            <a:r>
              <a:rPr sz="2400" spc="-5" dirty="0">
                <a:latin typeface="Franklin Gothic Medium"/>
                <a:cs typeface="Franklin Gothic Medium"/>
              </a:rPr>
              <a:t>su</a:t>
            </a:r>
            <a:r>
              <a:rPr sz="2400" spc="5" dirty="0">
                <a:latin typeface="Franklin Gothic Medium"/>
                <a:cs typeface="Franklin Gothic Medium"/>
              </a:rPr>
              <a:t>m</a:t>
            </a:r>
            <a:r>
              <a:rPr sz="2400" spc="-5" dirty="0">
                <a:latin typeface="Franklin Gothic Medium"/>
                <a:cs typeface="Franklin Gothic Medium"/>
              </a:rPr>
              <a:t>-</a:t>
            </a:r>
            <a:r>
              <a:rPr sz="2400" dirty="0">
                <a:latin typeface="Franklin Gothic Medium"/>
                <a:cs typeface="Franklin Gothic Medium"/>
              </a:rPr>
              <a:t>o</a:t>
            </a:r>
            <a:r>
              <a:rPr sz="2400" spc="-5" dirty="0">
                <a:latin typeface="Franklin Gothic Medium"/>
                <a:cs typeface="Franklin Gothic Medium"/>
              </a:rPr>
              <a:t>f-</a:t>
            </a:r>
            <a:r>
              <a:rPr sz="2400" dirty="0">
                <a:latin typeface="Franklin Gothic Medium"/>
                <a:cs typeface="Franklin Gothic Medium"/>
              </a:rPr>
              <a:t>di</a:t>
            </a:r>
            <a:r>
              <a:rPr sz="2400" spc="5" dirty="0">
                <a:latin typeface="Franklin Gothic Medium"/>
                <a:cs typeface="Franklin Gothic Medium"/>
              </a:rPr>
              <a:t>g</a:t>
            </a:r>
            <a:r>
              <a:rPr sz="2400" dirty="0">
                <a:latin typeface="Franklin Gothic Medium"/>
                <a:cs typeface="Franklin Gothic Medium"/>
              </a:rPr>
              <a:t>its  </a:t>
            </a:r>
            <a:r>
              <a:rPr sz="2400" spc="-5" dirty="0">
                <a:latin typeface="Franklin Gothic Medium"/>
                <a:cs typeface="Franklin Gothic Medium"/>
              </a:rPr>
              <a:t>#USN</a:t>
            </a:r>
            <a:r>
              <a:rPr sz="2400" spc="-15" dirty="0">
                <a:latin typeface="Franklin Gothic Medium"/>
                <a:cs typeface="Franklin Gothic Medium"/>
              </a:rPr>
              <a:t> </a:t>
            </a:r>
            <a:r>
              <a:rPr sz="2400" dirty="0">
                <a:latin typeface="Franklin Gothic Medium"/>
                <a:cs typeface="Franklin Gothic Medium"/>
              </a:rPr>
              <a:t>NO</a:t>
            </a:r>
            <a:endParaRPr sz="2400">
              <a:latin typeface="Franklin Gothic Medium"/>
              <a:cs typeface="Franklin Gothic Medium"/>
            </a:endParaRPr>
          </a:p>
          <a:p>
            <a:pPr marL="12700">
              <a:lnSpc>
                <a:spcPct val="100000"/>
              </a:lnSpc>
              <a:spcBef>
                <a:spcPts val="1060"/>
              </a:spcBef>
            </a:pPr>
            <a:r>
              <a:rPr sz="2400" spc="-10" dirty="0">
                <a:latin typeface="Franklin Gothic Medium"/>
                <a:cs typeface="Franklin Gothic Medium"/>
              </a:rPr>
              <a:t>void</a:t>
            </a:r>
            <a:endParaRPr sz="2400">
              <a:latin typeface="Franklin Gothic Medium"/>
              <a:cs typeface="Franklin Gothic Medium"/>
            </a:endParaRPr>
          </a:p>
        </p:txBody>
      </p:sp>
      <p:sp>
        <p:nvSpPr>
          <p:cNvPr id="43" name="object 43"/>
          <p:cNvSpPr txBox="1"/>
          <p:nvPr/>
        </p:nvSpPr>
        <p:spPr>
          <a:xfrm>
            <a:off x="8412226" y="3762883"/>
            <a:ext cx="2032000" cy="2220595"/>
          </a:xfrm>
          <a:prstGeom prst="rect">
            <a:avLst/>
          </a:prstGeom>
        </p:spPr>
        <p:txBody>
          <a:bodyPr vert="horz" wrap="square" lIns="0" tIns="12700" rIns="0" bIns="0" rtlCol="0">
            <a:spAutoFit/>
          </a:bodyPr>
          <a:lstStyle/>
          <a:p>
            <a:pPr marL="12700" marR="502920">
              <a:lnSpc>
                <a:spcPct val="150000"/>
              </a:lnSpc>
              <a:spcBef>
                <a:spcPts val="100"/>
              </a:spcBef>
            </a:pPr>
            <a:r>
              <a:rPr sz="2400" spc="-5" dirty="0">
                <a:latin typeface="Franklin Gothic Medium"/>
                <a:cs typeface="Franklin Gothic Medium"/>
              </a:rPr>
              <a:t>1stname </a:t>
            </a:r>
            <a:r>
              <a:rPr sz="2400" dirty="0">
                <a:latin typeface="Franklin Gothic Medium"/>
                <a:cs typeface="Franklin Gothic Medium"/>
              </a:rPr>
              <a:t> </a:t>
            </a:r>
            <a:r>
              <a:rPr sz="2400" spc="-5" dirty="0">
                <a:latin typeface="Franklin Gothic Medium"/>
                <a:cs typeface="Franklin Gothic Medium"/>
              </a:rPr>
              <a:t>roll</a:t>
            </a:r>
            <a:r>
              <a:rPr sz="2400" spc="-90" dirty="0">
                <a:latin typeface="Franklin Gothic Medium"/>
                <a:cs typeface="Franklin Gothic Medium"/>
              </a:rPr>
              <a:t> </a:t>
            </a:r>
            <a:r>
              <a:rPr sz="2400" dirty="0">
                <a:latin typeface="Franklin Gothic Medium"/>
                <a:cs typeface="Franklin Gothic Medium"/>
              </a:rPr>
              <a:t>number </a:t>
            </a:r>
            <a:r>
              <a:rPr sz="2400" spc="-585" dirty="0">
                <a:latin typeface="Franklin Gothic Medium"/>
                <a:cs typeface="Franklin Gothic Medium"/>
              </a:rPr>
              <a:t> </a:t>
            </a:r>
            <a:r>
              <a:rPr sz="2400" dirty="0">
                <a:latin typeface="Franklin Gothic Medium"/>
                <a:cs typeface="Franklin Gothic Medium"/>
              </a:rPr>
              <a:t>I</a:t>
            </a:r>
            <a:r>
              <a:rPr sz="2400" spc="-15" dirty="0">
                <a:latin typeface="Franklin Gothic Medium"/>
                <a:cs typeface="Franklin Gothic Medium"/>
              </a:rPr>
              <a:t> </a:t>
            </a:r>
            <a:r>
              <a:rPr sz="2400" spc="-5" dirty="0">
                <a:latin typeface="Franklin Gothic Medium"/>
                <a:cs typeface="Franklin Gothic Medium"/>
              </a:rPr>
              <a:t>Class</a:t>
            </a:r>
            <a:endParaRPr sz="2400">
              <a:latin typeface="Franklin Gothic Medium"/>
              <a:cs typeface="Franklin Gothic Medium"/>
            </a:endParaRPr>
          </a:p>
          <a:p>
            <a:pPr marL="12700">
              <a:lnSpc>
                <a:spcPct val="100000"/>
              </a:lnSpc>
              <a:spcBef>
                <a:spcPts val="1440"/>
              </a:spcBef>
            </a:pPr>
            <a:r>
              <a:rPr sz="2400" spc="-10" dirty="0">
                <a:latin typeface="Franklin Gothic Medium"/>
                <a:cs typeface="Franklin Gothic Medium"/>
              </a:rPr>
              <a:t>stream(branch)</a:t>
            </a:r>
            <a:endParaRPr sz="2400">
              <a:latin typeface="Franklin Gothic Medium"/>
              <a:cs typeface="Franklin Gothic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58180" y="147573"/>
            <a:ext cx="1390650"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5"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8" name="object 8"/>
          <p:cNvGrpSpPr/>
          <p:nvPr/>
        </p:nvGrpSpPr>
        <p:grpSpPr>
          <a:xfrm>
            <a:off x="394398" y="2238438"/>
            <a:ext cx="4632325" cy="616585"/>
            <a:chOff x="394398" y="2238438"/>
            <a:chExt cx="4632325" cy="616585"/>
          </a:xfrm>
        </p:grpSpPr>
        <p:sp>
          <p:nvSpPr>
            <p:cNvPr id="9" name="object 9"/>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0" name="object 10"/>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1" name="object 11"/>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3" name="object 13"/>
          <p:cNvSpPr txBox="1"/>
          <p:nvPr/>
        </p:nvSpPr>
        <p:spPr>
          <a:xfrm>
            <a:off x="763930" y="1560703"/>
            <a:ext cx="1666875" cy="1071880"/>
          </a:xfrm>
          <a:prstGeom prst="rect">
            <a:avLst/>
          </a:prstGeom>
        </p:spPr>
        <p:txBody>
          <a:bodyPr vert="horz" wrap="square" lIns="0" tIns="12700" rIns="0" bIns="0" rtlCol="0">
            <a:spAutoFit/>
          </a:bodyPr>
          <a:lstStyle/>
          <a:p>
            <a:pPr marL="347980" indent="-335915">
              <a:lnSpc>
                <a:spcPct val="100000"/>
              </a:lnSpc>
              <a:spcBef>
                <a:spcPts val="100"/>
              </a:spcBef>
              <a:buAutoNum type="arabicPeriod"/>
              <a:tabLst>
                <a:tab pos="348615" algn="l"/>
              </a:tabLst>
            </a:pPr>
            <a:r>
              <a:rPr sz="2400" spc="-20" dirty="0">
                <a:latin typeface="Franklin Gothic Medium"/>
                <a:cs typeface="Franklin Gothic Medium"/>
              </a:rPr>
              <a:t>Keywords</a:t>
            </a:r>
            <a:endParaRPr sz="2400">
              <a:latin typeface="Franklin Gothic Medium"/>
              <a:cs typeface="Franklin Gothic Medium"/>
            </a:endParaRPr>
          </a:p>
          <a:p>
            <a:pPr>
              <a:lnSpc>
                <a:spcPct val="100000"/>
              </a:lnSpc>
              <a:spcBef>
                <a:spcPts val="40"/>
              </a:spcBef>
              <a:buFont typeface="Franklin Gothic Medium"/>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Identifiers</a:t>
            </a:r>
            <a:endParaRPr sz="2400">
              <a:latin typeface="Franklin Gothic Medium"/>
              <a:cs typeface="Franklin Gothic Medium"/>
            </a:endParaRPr>
          </a:p>
        </p:txBody>
      </p:sp>
      <p:grpSp>
        <p:nvGrpSpPr>
          <p:cNvPr id="14" name="object 14"/>
          <p:cNvGrpSpPr/>
          <p:nvPr/>
        </p:nvGrpSpPr>
        <p:grpSpPr>
          <a:xfrm>
            <a:off x="394398" y="2919666"/>
            <a:ext cx="4632325" cy="615315"/>
            <a:chOff x="394398" y="2919666"/>
            <a:chExt cx="4632325" cy="615315"/>
          </a:xfrm>
        </p:grpSpPr>
        <p:sp>
          <p:nvSpPr>
            <p:cNvPr id="15" name="object 15"/>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6" name="object 16"/>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7" name="object 17"/>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19" name="object 19"/>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0" name="object 20"/>
          <p:cNvGrpSpPr/>
          <p:nvPr/>
        </p:nvGrpSpPr>
        <p:grpSpPr>
          <a:xfrm>
            <a:off x="394398" y="3599370"/>
            <a:ext cx="4632325" cy="616585"/>
            <a:chOff x="394398" y="3599370"/>
            <a:chExt cx="4632325" cy="616585"/>
          </a:xfrm>
        </p:grpSpPr>
        <p:sp>
          <p:nvSpPr>
            <p:cNvPr id="21" name="object 21"/>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2" name="object 22"/>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3" name="object 23"/>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5" name="object 25"/>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6" name="object 26"/>
          <p:cNvGrpSpPr/>
          <p:nvPr/>
        </p:nvGrpSpPr>
        <p:grpSpPr>
          <a:xfrm>
            <a:off x="394398" y="4280598"/>
            <a:ext cx="4632325" cy="615315"/>
            <a:chOff x="394398" y="4280598"/>
            <a:chExt cx="4632325" cy="615315"/>
          </a:xfrm>
        </p:grpSpPr>
        <p:sp>
          <p:nvSpPr>
            <p:cNvPr id="27" name="object 27"/>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8" name="object 28"/>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9" name="object 29"/>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grpSp>
        <p:nvGrpSpPr>
          <p:cNvPr id="31" name="object 31"/>
          <p:cNvGrpSpPr/>
          <p:nvPr/>
        </p:nvGrpSpPr>
        <p:grpSpPr>
          <a:xfrm>
            <a:off x="394398" y="4960302"/>
            <a:ext cx="4632325" cy="616585"/>
            <a:chOff x="394398" y="4960302"/>
            <a:chExt cx="4632325" cy="616585"/>
          </a:xfrm>
        </p:grpSpPr>
        <p:sp>
          <p:nvSpPr>
            <p:cNvPr id="32" name="object 32"/>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3" name="object 33"/>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4" name="object 34"/>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5" name="object 35"/>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6" name="object 36"/>
          <p:cNvSpPr txBox="1"/>
          <p:nvPr/>
        </p:nvSpPr>
        <p:spPr>
          <a:xfrm>
            <a:off x="763930" y="4282820"/>
            <a:ext cx="2494915" cy="1071880"/>
          </a:xfrm>
          <a:prstGeom prst="rect">
            <a:avLst/>
          </a:prstGeom>
        </p:spPr>
        <p:txBody>
          <a:bodyPr vert="horz" wrap="square" lIns="0" tIns="12700" rIns="0" bIns="0" rtlCol="0">
            <a:spAutoFit/>
          </a:bodyPr>
          <a:lstStyle/>
          <a:p>
            <a:pPr marL="340360" indent="-328295">
              <a:lnSpc>
                <a:spcPct val="100000"/>
              </a:lnSpc>
              <a:spcBef>
                <a:spcPts val="100"/>
              </a:spcBef>
              <a:buAutoNum type="arabicPeriod" startAt="5"/>
              <a:tabLst>
                <a:tab pos="340995" algn="l"/>
              </a:tabLst>
            </a:pPr>
            <a:r>
              <a:rPr sz="2400" spc="-5" dirty="0">
                <a:latin typeface="Franklin Gothic Medium"/>
                <a:cs typeface="Franklin Gothic Medium"/>
              </a:rPr>
              <a:t>Special</a:t>
            </a:r>
            <a:r>
              <a:rPr sz="2400" spc="-4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a:p>
            <a:pPr>
              <a:lnSpc>
                <a:spcPct val="100000"/>
              </a:lnSpc>
              <a:spcBef>
                <a:spcPts val="40"/>
              </a:spcBef>
              <a:buFont typeface="Franklin Gothic Medium"/>
              <a:buAutoNum type="arabicPeriod" startAt="5"/>
            </a:pPr>
            <a:endParaRPr sz="2150">
              <a:latin typeface="Franklin Gothic Medium"/>
              <a:cs typeface="Franklin Gothic Medium"/>
            </a:endParaRPr>
          </a:p>
          <a:p>
            <a:pPr marL="340360" indent="-328295">
              <a:lnSpc>
                <a:spcPct val="100000"/>
              </a:lnSpc>
              <a:buAutoNum type="arabicPeriod" startAt="5"/>
              <a:tabLst>
                <a:tab pos="340995" algn="l"/>
              </a:tabLst>
            </a:pPr>
            <a:r>
              <a:rPr sz="2400" spc="-5" dirty="0">
                <a:latin typeface="Franklin Gothic Medium"/>
                <a:cs typeface="Franklin Gothic Medium"/>
              </a:rPr>
              <a:t>Operators</a:t>
            </a:r>
            <a:endParaRPr sz="2400">
              <a:latin typeface="Franklin Gothic Medium"/>
              <a:cs typeface="Franklin Gothic Medium"/>
            </a:endParaRPr>
          </a:p>
        </p:txBody>
      </p:sp>
      <p:sp>
        <p:nvSpPr>
          <p:cNvPr id="37" name="object 37"/>
          <p:cNvSpPr txBox="1"/>
          <p:nvPr/>
        </p:nvSpPr>
        <p:spPr>
          <a:xfrm>
            <a:off x="5509640" y="2542794"/>
            <a:ext cx="6002020" cy="1671955"/>
          </a:xfrm>
          <a:prstGeom prst="rect">
            <a:avLst/>
          </a:prstGeom>
        </p:spPr>
        <p:txBody>
          <a:bodyPr vert="horz" wrap="square" lIns="0" tIns="12700" rIns="0" bIns="0" rtlCol="0">
            <a:spAutoFit/>
          </a:bodyPr>
          <a:lstStyle/>
          <a:p>
            <a:pPr marL="73660" marR="5080" indent="-60960" algn="just">
              <a:lnSpc>
                <a:spcPct val="150000"/>
              </a:lnSpc>
              <a:spcBef>
                <a:spcPts val="100"/>
              </a:spcBef>
            </a:pPr>
            <a:r>
              <a:rPr sz="2400" spc="-5" dirty="0">
                <a:latin typeface="Franklin Gothic Medium"/>
                <a:cs typeface="Franklin Gothic Medium"/>
              </a:rPr>
              <a:t>Constants </a:t>
            </a:r>
            <a:r>
              <a:rPr sz="2400" spc="5" dirty="0">
                <a:latin typeface="Franklin Gothic Medium"/>
                <a:cs typeface="Franklin Gothic Medium"/>
              </a:rPr>
              <a:t>in </a:t>
            </a:r>
            <a:r>
              <a:rPr sz="2400" dirty="0">
                <a:latin typeface="Franklin Gothic Medium"/>
                <a:cs typeface="Franklin Gothic Medium"/>
              </a:rPr>
              <a:t>C </a:t>
            </a:r>
            <a:r>
              <a:rPr sz="2400" spc="-5" dirty="0">
                <a:latin typeface="Franklin Gothic Medium"/>
                <a:cs typeface="Franklin Gothic Medium"/>
              </a:rPr>
              <a:t>refer </a:t>
            </a:r>
            <a:r>
              <a:rPr sz="2400" spc="-25" dirty="0">
                <a:latin typeface="Franklin Gothic Medium"/>
                <a:cs typeface="Franklin Gothic Medium"/>
              </a:rPr>
              <a:t>to</a:t>
            </a:r>
            <a:r>
              <a:rPr sz="2400" spc="550" dirty="0">
                <a:latin typeface="Franklin Gothic Medium"/>
                <a:cs typeface="Franklin Gothic Medium"/>
              </a:rPr>
              <a:t> </a:t>
            </a:r>
            <a:r>
              <a:rPr sz="2400" spc="-5" dirty="0">
                <a:solidFill>
                  <a:srgbClr val="000099"/>
                </a:solidFill>
                <a:latin typeface="Franklin Gothic Medium"/>
                <a:cs typeface="Franklin Gothic Medium"/>
              </a:rPr>
              <a:t>fixed values </a:t>
            </a:r>
            <a:r>
              <a:rPr sz="2400" spc="-5" dirty="0">
                <a:latin typeface="Franklin Gothic Medium"/>
                <a:cs typeface="Franklin Gothic Medium"/>
              </a:rPr>
              <a:t>that </a:t>
            </a:r>
            <a:r>
              <a:rPr sz="2400" dirty="0">
                <a:latin typeface="Franklin Gothic Medium"/>
                <a:cs typeface="Franklin Gothic Medium"/>
              </a:rPr>
              <a:t>do </a:t>
            </a:r>
            <a:r>
              <a:rPr sz="2400" spc="5" dirty="0">
                <a:latin typeface="Franklin Gothic Medium"/>
                <a:cs typeface="Franklin Gothic Medium"/>
              </a:rPr>
              <a:t> </a:t>
            </a:r>
            <a:r>
              <a:rPr sz="2400" spc="-5" dirty="0">
                <a:latin typeface="Franklin Gothic Medium"/>
                <a:cs typeface="Franklin Gothic Medium"/>
              </a:rPr>
              <a:t>not</a:t>
            </a:r>
            <a:r>
              <a:rPr sz="2400" dirty="0">
                <a:latin typeface="Franklin Gothic Medium"/>
                <a:cs typeface="Franklin Gothic Medium"/>
              </a:rPr>
              <a:t> change</a:t>
            </a:r>
            <a:r>
              <a:rPr sz="2400" spc="5" dirty="0">
                <a:latin typeface="Franklin Gothic Medium"/>
                <a:cs typeface="Franklin Gothic Medium"/>
              </a:rPr>
              <a:t> </a:t>
            </a:r>
            <a:r>
              <a:rPr sz="2400" dirty="0">
                <a:latin typeface="Franklin Gothic Medium"/>
                <a:cs typeface="Franklin Gothic Medium"/>
              </a:rPr>
              <a:t>during</a:t>
            </a:r>
            <a:r>
              <a:rPr sz="2400" spc="5" dirty="0">
                <a:latin typeface="Franklin Gothic Medium"/>
                <a:cs typeface="Franklin Gothic Medium"/>
              </a:rPr>
              <a:t> </a:t>
            </a:r>
            <a:r>
              <a:rPr sz="2400" spc="-10" dirty="0">
                <a:latin typeface="Franklin Gothic Medium"/>
                <a:cs typeface="Franklin Gothic Medium"/>
              </a:rPr>
              <a:t>the</a:t>
            </a:r>
            <a:r>
              <a:rPr sz="2400" spc="-5" dirty="0">
                <a:latin typeface="Franklin Gothic Medium"/>
                <a:cs typeface="Franklin Gothic Medium"/>
              </a:rPr>
              <a:t> </a:t>
            </a:r>
            <a:r>
              <a:rPr sz="2400" spc="-10" dirty="0">
                <a:latin typeface="Franklin Gothic Medium"/>
                <a:cs typeface="Franklin Gothic Medium"/>
              </a:rPr>
              <a:t>execution</a:t>
            </a:r>
            <a:r>
              <a:rPr sz="2400" spc="-5" dirty="0">
                <a:latin typeface="Franklin Gothic Medium"/>
                <a:cs typeface="Franklin Gothic Medium"/>
              </a:rPr>
              <a:t> </a:t>
            </a:r>
            <a:r>
              <a:rPr sz="2400" dirty="0">
                <a:latin typeface="Franklin Gothic Medium"/>
                <a:cs typeface="Franklin Gothic Medium"/>
              </a:rPr>
              <a:t>of</a:t>
            </a:r>
            <a:r>
              <a:rPr sz="2400" spc="5" dirty="0">
                <a:latin typeface="Franklin Gothic Medium"/>
                <a:cs typeface="Franklin Gothic Medium"/>
              </a:rPr>
              <a:t> </a:t>
            </a:r>
            <a:r>
              <a:rPr sz="2400" dirty="0">
                <a:latin typeface="Franklin Gothic Medium"/>
                <a:cs typeface="Franklin Gothic Medium"/>
              </a:rPr>
              <a:t>a </a:t>
            </a:r>
            <a:r>
              <a:rPr sz="2400" spc="5" dirty="0">
                <a:latin typeface="Franklin Gothic Medium"/>
                <a:cs typeface="Franklin Gothic Medium"/>
              </a:rPr>
              <a:t> </a:t>
            </a:r>
            <a:r>
              <a:rPr sz="2400" spc="-5" dirty="0">
                <a:latin typeface="Franklin Gothic Medium"/>
                <a:cs typeface="Franklin Gothic Medium"/>
              </a:rPr>
              <a:t>program.</a:t>
            </a:r>
            <a:endParaRPr sz="2400">
              <a:latin typeface="Franklin Gothic Medium"/>
              <a:cs typeface="Franklin Gothic Medium"/>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6695693" y="445769"/>
            <a:ext cx="4041775" cy="431800"/>
          </a:xfrm>
          <a:prstGeom prst="rect">
            <a:avLst/>
          </a:prstGeom>
          <a:solidFill>
            <a:srgbClr val="FFC000"/>
          </a:solidFill>
          <a:ln w="28575">
            <a:solidFill>
              <a:srgbClr val="000000"/>
            </a:solidFill>
          </a:ln>
        </p:spPr>
        <p:txBody>
          <a:bodyPr vert="horz" wrap="square" lIns="0" tIns="37465" rIns="0" bIns="0" rtlCol="0">
            <a:spAutoFit/>
          </a:bodyPr>
          <a:lstStyle/>
          <a:p>
            <a:pPr algn="ctr">
              <a:lnSpc>
                <a:spcPct val="100000"/>
              </a:lnSpc>
              <a:spcBef>
                <a:spcPts val="295"/>
              </a:spcBef>
            </a:pPr>
            <a:r>
              <a:rPr sz="2200" dirty="0">
                <a:solidFill>
                  <a:srgbClr val="FFFFFF"/>
                </a:solidFill>
                <a:latin typeface="Franklin Gothic Medium"/>
                <a:cs typeface="Franklin Gothic Medium"/>
              </a:rPr>
              <a:t>Constants</a:t>
            </a:r>
            <a:endParaRPr sz="2200">
              <a:latin typeface="Franklin Gothic Medium"/>
              <a:cs typeface="Franklin Gothic Medium"/>
            </a:endParaRPr>
          </a:p>
        </p:txBody>
      </p:sp>
      <p:grpSp>
        <p:nvGrpSpPr>
          <p:cNvPr id="40" name="object 40"/>
          <p:cNvGrpSpPr/>
          <p:nvPr/>
        </p:nvGrpSpPr>
        <p:grpSpPr>
          <a:xfrm>
            <a:off x="6980110" y="2703766"/>
            <a:ext cx="1417320" cy="798195"/>
            <a:chOff x="6980110" y="2703766"/>
            <a:chExt cx="1417320" cy="798195"/>
          </a:xfrm>
        </p:grpSpPr>
        <p:sp>
          <p:nvSpPr>
            <p:cNvPr id="41" name="object 41"/>
            <p:cNvSpPr/>
            <p:nvPr/>
          </p:nvSpPr>
          <p:spPr>
            <a:xfrm>
              <a:off x="6994397" y="2718054"/>
              <a:ext cx="1388745" cy="769620"/>
            </a:xfrm>
            <a:custGeom>
              <a:avLst/>
              <a:gdLst/>
              <a:ahLst/>
              <a:cxnLst/>
              <a:rect l="l" t="t" r="r" b="b"/>
              <a:pathLst>
                <a:path w="1388745" h="769620">
                  <a:moveTo>
                    <a:pt x="1388363" y="0"/>
                  </a:moveTo>
                  <a:lnTo>
                    <a:pt x="0" y="0"/>
                  </a:lnTo>
                  <a:lnTo>
                    <a:pt x="0" y="769620"/>
                  </a:lnTo>
                  <a:lnTo>
                    <a:pt x="1388363" y="769620"/>
                  </a:lnTo>
                  <a:lnTo>
                    <a:pt x="1388363" y="0"/>
                  </a:lnTo>
                  <a:close/>
                </a:path>
              </a:pathLst>
            </a:custGeom>
            <a:solidFill>
              <a:srgbClr val="FF4040"/>
            </a:solidFill>
          </p:spPr>
          <p:txBody>
            <a:bodyPr wrap="square" lIns="0" tIns="0" rIns="0" bIns="0" rtlCol="0"/>
            <a:lstStyle/>
            <a:p>
              <a:endParaRPr/>
            </a:p>
          </p:txBody>
        </p:sp>
        <p:sp>
          <p:nvSpPr>
            <p:cNvPr id="42" name="object 42"/>
            <p:cNvSpPr/>
            <p:nvPr/>
          </p:nvSpPr>
          <p:spPr>
            <a:xfrm>
              <a:off x="6994397" y="2718054"/>
              <a:ext cx="1388745" cy="769620"/>
            </a:xfrm>
            <a:custGeom>
              <a:avLst/>
              <a:gdLst/>
              <a:ahLst/>
              <a:cxnLst/>
              <a:rect l="l" t="t" r="r" b="b"/>
              <a:pathLst>
                <a:path w="1388745" h="769620">
                  <a:moveTo>
                    <a:pt x="0" y="769620"/>
                  </a:moveTo>
                  <a:lnTo>
                    <a:pt x="1388363" y="769620"/>
                  </a:lnTo>
                  <a:lnTo>
                    <a:pt x="1388363" y="0"/>
                  </a:lnTo>
                  <a:lnTo>
                    <a:pt x="0" y="0"/>
                  </a:lnTo>
                  <a:lnTo>
                    <a:pt x="0" y="769620"/>
                  </a:lnTo>
                  <a:close/>
                </a:path>
              </a:pathLst>
            </a:custGeom>
            <a:ln w="28575">
              <a:solidFill>
                <a:srgbClr val="000000"/>
              </a:solidFill>
            </a:ln>
          </p:spPr>
          <p:txBody>
            <a:bodyPr wrap="square" lIns="0" tIns="0" rIns="0" bIns="0" rtlCol="0"/>
            <a:lstStyle/>
            <a:p>
              <a:endParaRPr/>
            </a:p>
          </p:txBody>
        </p:sp>
      </p:grpSp>
      <p:sp>
        <p:nvSpPr>
          <p:cNvPr id="43" name="object 43"/>
          <p:cNvSpPr txBox="1"/>
          <p:nvPr/>
        </p:nvSpPr>
        <p:spPr>
          <a:xfrm>
            <a:off x="9798557" y="1459230"/>
            <a:ext cx="1449705" cy="769620"/>
          </a:xfrm>
          <a:prstGeom prst="rect">
            <a:avLst/>
          </a:prstGeom>
          <a:solidFill>
            <a:srgbClr val="006FC0"/>
          </a:solidFill>
          <a:ln w="28575">
            <a:solidFill>
              <a:srgbClr val="000000"/>
            </a:solidFill>
          </a:ln>
        </p:spPr>
        <p:txBody>
          <a:bodyPr vert="horz" wrap="square" lIns="0" tIns="36830" rIns="0" bIns="0" rtlCol="0">
            <a:spAutoFit/>
          </a:bodyPr>
          <a:lstStyle/>
          <a:p>
            <a:pPr marL="141605">
              <a:lnSpc>
                <a:spcPct val="100000"/>
              </a:lnSpc>
              <a:spcBef>
                <a:spcPts val="290"/>
              </a:spcBef>
            </a:pPr>
            <a:r>
              <a:rPr sz="2200" spc="-5" dirty="0">
                <a:solidFill>
                  <a:srgbClr val="FFFFFF"/>
                </a:solidFill>
                <a:latin typeface="Franklin Gothic Medium"/>
                <a:cs typeface="Franklin Gothic Medium"/>
              </a:rPr>
              <a:t>Character</a:t>
            </a:r>
            <a:endParaRPr sz="2200">
              <a:latin typeface="Franklin Gothic Medium"/>
              <a:cs typeface="Franklin Gothic Medium"/>
            </a:endParaRPr>
          </a:p>
        </p:txBody>
      </p:sp>
      <p:sp>
        <p:nvSpPr>
          <p:cNvPr id="44" name="object 44"/>
          <p:cNvSpPr txBox="1"/>
          <p:nvPr/>
        </p:nvSpPr>
        <p:spPr>
          <a:xfrm>
            <a:off x="10668761" y="2718054"/>
            <a:ext cx="1386840" cy="769620"/>
          </a:xfrm>
          <a:prstGeom prst="rect">
            <a:avLst/>
          </a:prstGeom>
          <a:solidFill>
            <a:srgbClr val="FF4040"/>
          </a:solidFill>
          <a:ln w="28575">
            <a:solidFill>
              <a:srgbClr val="000000"/>
            </a:solidFill>
          </a:ln>
        </p:spPr>
        <p:txBody>
          <a:bodyPr vert="horz" wrap="square" lIns="0" tIns="36830" rIns="0" bIns="0" rtlCol="0">
            <a:spAutoFit/>
          </a:bodyPr>
          <a:lstStyle/>
          <a:p>
            <a:pPr marL="338455">
              <a:lnSpc>
                <a:spcPct val="100000"/>
              </a:lnSpc>
              <a:spcBef>
                <a:spcPts val="290"/>
              </a:spcBef>
            </a:pPr>
            <a:r>
              <a:rPr sz="2200" dirty="0">
                <a:solidFill>
                  <a:srgbClr val="FFFFFF"/>
                </a:solidFill>
                <a:latin typeface="Franklin Gothic Medium"/>
                <a:cs typeface="Franklin Gothic Medium"/>
              </a:rPr>
              <a:t>String</a:t>
            </a:r>
            <a:endParaRPr sz="2200">
              <a:latin typeface="Franklin Gothic Medium"/>
              <a:cs typeface="Franklin Gothic Medium"/>
            </a:endParaRPr>
          </a:p>
        </p:txBody>
      </p:sp>
      <p:graphicFrame>
        <p:nvGraphicFramePr>
          <p:cNvPr id="45" name="object 45"/>
          <p:cNvGraphicFramePr>
            <a:graphicFrameLocks noGrp="1"/>
          </p:cNvGraphicFramePr>
          <p:nvPr/>
        </p:nvGraphicFramePr>
        <p:xfrm>
          <a:off x="5323522" y="2708338"/>
          <a:ext cx="2842259" cy="3006848"/>
        </p:xfrm>
        <a:graphic>
          <a:graphicData uri="http://schemas.openxmlformats.org/drawingml/2006/table">
            <a:tbl>
              <a:tblPr firstRow="1" bandRow="1">
                <a:tableStyleId>{2D5ABB26-0587-4C30-8999-92F81FD0307C}</a:tableStyleId>
              </a:tblPr>
              <a:tblGrid>
                <a:gridCol w="365760">
                  <a:extLst>
                    <a:ext uri="{9D8B030D-6E8A-4147-A177-3AD203B41FA5}">
                      <a16:colId xmlns:a16="http://schemas.microsoft.com/office/drawing/2014/main" val="20000"/>
                    </a:ext>
                  </a:extLst>
                </a:gridCol>
                <a:gridCol w="569595">
                  <a:extLst>
                    <a:ext uri="{9D8B030D-6E8A-4147-A177-3AD203B41FA5}">
                      <a16:colId xmlns:a16="http://schemas.microsoft.com/office/drawing/2014/main" val="20001"/>
                    </a:ext>
                  </a:extLst>
                </a:gridCol>
                <a:gridCol w="387984">
                  <a:extLst>
                    <a:ext uri="{9D8B030D-6E8A-4147-A177-3AD203B41FA5}">
                      <a16:colId xmlns:a16="http://schemas.microsoft.com/office/drawing/2014/main" val="20002"/>
                    </a:ext>
                  </a:extLst>
                </a:gridCol>
                <a:gridCol w="1518920">
                  <a:extLst>
                    <a:ext uri="{9D8B030D-6E8A-4147-A177-3AD203B41FA5}">
                      <a16:colId xmlns:a16="http://schemas.microsoft.com/office/drawing/2014/main" val="20003"/>
                    </a:ext>
                  </a:extLst>
                </a:gridCol>
              </a:tblGrid>
              <a:tr h="768096">
                <a:tc gridSpan="3">
                  <a:txBody>
                    <a:bodyPr/>
                    <a:lstStyle/>
                    <a:p>
                      <a:pPr marL="238125">
                        <a:lnSpc>
                          <a:spcPct val="100000"/>
                        </a:lnSpc>
                        <a:spcBef>
                          <a:spcPts val="290"/>
                        </a:spcBef>
                      </a:pPr>
                      <a:r>
                        <a:rPr sz="2200" spc="-10" dirty="0">
                          <a:solidFill>
                            <a:srgbClr val="FFFFFF"/>
                          </a:solidFill>
                          <a:latin typeface="Franklin Gothic Medium"/>
                          <a:cs typeface="Franklin Gothic Medium"/>
                        </a:rPr>
                        <a:t>Integer</a:t>
                      </a:r>
                      <a:endParaRPr sz="2200">
                        <a:latin typeface="Franklin Gothic Medium"/>
                        <a:cs typeface="Franklin Gothic Medium"/>
                      </a:endParaRPr>
                    </a:p>
                  </a:txBody>
                  <a:tcPr marL="0" marR="0" marT="3683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4040"/>
                    </a:solidFill>
                  </a:tcPr>
                </a:tc>
                <a:tc hMerge="1">
                  <a:txBody>
                    <a:bodyPr/>
                    <a:lstStyle/>
                    <a:p>
                      <a:endParaRPr/>
                    </a:p>
                  </a:txBody>
                  <a:tcPr marL="0" marR="0" marT="0" marB="0"/>
                </a:tc>
                <a:tc hMerge="1">
                  <a:txBody>
                    <a:bodyPr/>
                    <a:lstStyle/>
                    <a:p>
                      <a:endParaRPr/>
                    </a:p>
                  </a:txBody>
                  <a:tcPr marL="0" marR="0" marT="0" marB="0"/>
                </a:tc>
                <a:tc>
                  <a:txBody>
                    <a:bodyPr/>
                    <a:lstStyle/>
                    <a:p>
                      <a:pPr marL="725805">
                        <a:lnSpc>
                          <a:spcPct val="100000"/>
                        </a:lnSpc>
                        <a:spcBef>
                          <a:spcPts val="254"/>
                        </a:spcBef>
                      </a:pPr>
                      <a:r>
                        <a:rPr sz="2200" dirty="0">
                          <a:solidFill>
                            <a:srgbClr val="FFFFFF"/>
                          </a:solidFill>
                          <a:latin typeface="Franklin Gothic Medium"/>
                          <a:cs typeface="Franklin Gothic Medium"/>
                        </a:rPr>
                        <a:t>Float</a:t>
                      </a:r>
                      <a:endParaRPr sz="2200">
                        <a:latin typeface="Franklin Gothic Medium"/>
                        <a:cs typeface="Franklin Gothic Medium"/>
                      </a:endParaRPr>
                    </a:p>
                  </a:txBody>
                  <a:tcPr marL="0" marR="0" marT="32384" marB="0">
                    <a:lnL w="28575">
                      <a:solidFill>
                        <a:srgbClr val="000000"/>
                      </a:solidFill>
                      <a:prstDash val="solid"/>
                    </a:lnL>
                  </a:tcPr>
                </a:tc>
                <a:extLst>
                  <a:ext uri="{0D108BD9-81ED-4DB2-BD59-A6C34878D82A}">
                    <a16:rowId xmlns:a16="http://schemas.microsoft.com/office/drawing/2014/main" val="10000"/>
                  </a:ext>
                </a:extLst>
              </a:tr>
              <a:tr h="400812">
                <a:tc rowSpan="8">
                  <a:txBody>
                    <a:bodyPr/>
                    <a:lstStyle/>
                    <a:p>
                      <a:pPr>
                        <a:lnSpc>
                          <a:spcPct val="100000"/>
                        </a:lnSpc>
                      </a:pPr>
                      <a:endParaRPr sz="2200">
                        <a:latin typeface="Times New Roman"/>
                        <a:cs typeface="Times New Roman"/>
                      </a:endParaRPr>
                    </a:p>
                  </a:txBody>
                  <a:tcPr marL="0" marR="0" marT="0" marB="0">
                    <a:lnR w="28575">
                      <a:solidFill>
                        <a:srgbClr val="000000"/>
                      </a:solidFill>
                      <a:prstDash val="solid"/>
                    </a:lnR>
                    <a:lnT w="28575">
                      <a:solidFill>
                        <a:srgbClr val="000000"/>
                      </a:solidFill>
                      <a:prstDash val="solid"/>
                    </a:lnT>
                  </a:tcPr>
                </a:tc>
                <a:tc gridSpan="3">
                  <a:txBody>
                    <a:bodyPr/>
                    <a:lstStyle/>
                    <a:p>
                      <a:pPr>
                        <a:lnSpc>
                          <a:spcPct val="100000"/>
                        </a:lnSpc>
                      </a:pPr>
                      <a:endParaRPr sz="2200">
                        <a:latin typeface="Times New Roman"/>
                        <a:cs typeface="Times New Roman"/>
                      </a:endParaRPr>
                    </a:p>
                  </a:txBody>
                  <a:tcPr marL="0" marR="0" marT="0" marB="0">
                    <a:lnL w="2857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222503">
                <a:tc vMerge="1">
                  <a:txBody>
                    <a:bodyPr/>
                    <a:lstStyle/>
                    <a:p>
                      <a:endParaRPr/>
                    </a:p>
                  </a:txBody>
                  <a:tcPr marL="0" marR="0" marT="0" marB="0">
                    <a:lnR w="28575">
                      <a:solidFill>
                        <a:srgbClr val="000000"/>
                      </a:solidFill>
                      <a:prstDash val="solid"/>
                    </a:lnR>
                    <a:lnT w="2857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rowSpan="2" gridSpan="2">
                  <a:txBody>
                    <a:bodyPr/>
                    <a:lstStyle/>
                    <a:p>
                      <a:pPr marL="452120">
                        <a:lnSpc>
                          <a:spcPct val="100000"/>
                        </a:lnSpc>
                        <a:spcBef>
                          <a:spcPts val="295"/>
                        </a:spcBef>
                      </a:pPr>
                      <a:r>
                        <a:rPr sz="2200" dirty="0">
                          <a:solidFill>
                            <a:srgbClr val="FFFFFF"/>
                          </a:solidFill>
                          <a:latin typeface="Franklin Gothic Medium"/>
                          <a:cs typeface="Franklin Gothic Medium"/>
                        </a:rPr>
                        <a:t>Decimal</a:t>
                      </a:r>
                      <a:endParaRPr sz="2200">
                        <a:latin typeface="Franklin Gothic Medium"/>
                        <a:cs typeface="Franklin Gothic Medium"/>
                      </a:endParaRPr>
                    </a:p>
                  </a:txBody>
                  <a:tcPr marL="0" marR="0" marT="374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rowSpan="2" hMerge="1">
                  <a:txBody>
                    <a:bodyPr/>
                    <a:lstStyle/>
                    <a:p>
                      <a:endParaRPr/>
                    </a:p>
                  </a:txBody>
                  <a:tcPr marL="0" marR="0" marT="0" marB="0"/>
                </a:tc>
                <a:extLst>
                  <a:ext uri="{0D108BD9-81ED-4DB2-BD59-A6C34878D82A}">
                    <a16:rowId xmlns:a16="http://schemas.microsoft.com/office/drawing/2014/main" val="10002"/>
                  </a:ext>
                </a:extLst>
              </a:tr>
              <a:tr h="222504">
                <a:tc vMerge="1">
                  <a:txBody>
                    <a:bodyPr/>
                    <a:lstStyle/>
                    <a:p>
                      <a:endParaRPr/>
                    </a:p>
                  </a:txBody>
                  <a:tcPr marL="0" marR="0" marT="0" marB="0">
                    <a:lnR w="28575">
                      <a:solidFill>
                        <a:srgbClr val="000000"/>
                      </a:solidFill>
                      <a:prstDash val="solid"/>
                    </a:lnR>
                    <a:lnT w="2857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gridSpan="2" vMerge="1">
                  <a:txBody>
                    <a:bodyPr/>
                    <a:lstStyle/>
                    <a:p>
                      <a:endParaRPr/>
                    </a:p>
                  </a:txBody>
                  <a:tcPr marL="0" marR="0" marT="374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hMerge="1" vMerge="1">
                  <a:txBody>
                    <a:bodyPr/>
                    <a:lstStyle/>
                    <a:p>
                      <a:endParaRPr/>
                    </a:p>
                  </a:txBody>
                  <a:tcPr marL="0" marR="0" marT="0" marB="0"/>
                </a:tc>
                <a:extLst>
                  <a:ext uri="{0D108BD9-81ED-4DB2-BD59-A6C34878D82A}">
                    <a16:rowId xmlns:a16="http://schemas.microsoft.com/office/drawing/2014/main" val="10003"/>
                  </a:ext>
                </a:extLst>
              </a:tr>
              <a:tr h="288036">
                <a:tc vMerge="1">
                  <a:txBody>
                    <a:bodyPr/>
                    <a:lstStyle/>
                    <a:p>
                      <a:endParaRPr/>
                    </a:p>
                  </a:txBody>
                  <a:tcPr marL="0" marR="0" marT="0" marB="0">
                    <a:lnR w="28575">
                      <a:solidFill>
                        <a:srgbClr val="000000"/>
                      </a:solidFill>
                      <a:prstDash val="solid"/>
                    </a:lnR>
                    <a:lnT w="28575">
                      <a:solidFill>
                        <a:srgbClr val="000000"/>
                      </a:solidFill>
                      <a:prstDash val="solid"/>
                    </a:lnT>
                  </a:tcPr>
                </a:tc>
                <a:tc gridSpan="3">
                  <a:txBody>
                    <a:bodyPr/>
                    <a:lstStyle/>
                    <a:p>
                      <a:pPr>
                        <a:lnSpc>
                          <a:spcPct val="100000"/>
                        </a:lnSpc>
                      </a:pPr>
                      <a:endParaRPr sz="1700">
                        <a:latin typeface="Times New Roman"/>
                        <a:cs typeface="Times New Roman"/>
                      </a:endParaRPr>
                    </a:p>
                  </a:txBody>
                  <a:tcPr marL="0" marR="0" marT="0" marB="0">
                    <a:lnL w="2857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222503">
                <a:tc vMerge="1">
                  <a:txBody>
                    <a:bodyPr/>
                    <a:lstStyle/>
                    <a:p>
                      <a:endParaRPr/>
                    </a:p>
                  </a:txBody>
                  <a:tcPr marL="0" marR="0" marT="0" marB="0">
                    <a:lnR w="28575">
                      <a:solidFill>
                        <a:srgbClr val="000000"/>
                      </a:solidFill>
                      <a:prstDash val="solid"/>
                    </a:lnR>
                    <a:lnT w="2857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rowSpan="2" gridSpan="2">
                  <a:txBody>
                    <a:bodyPr/>
                    <a:lstStyle/>
                    <a:p>
                      <a:pPr marR="2540" algn="ctr">
                        <a:lnSpc>
                          <a:spcPct val="100000"/>
                        </a:lnSpc>
                        <a:spcBef>
                          <a:spcPts val="300"/>
                        </a:spcBef>
                      </a:pPr>
                      <a:r>
                        <a:rPr sz="2200" dirty="0">
                          <a:solidFill>
                            <a:srgbClr val="FFFFFF"/>
                          </a:solidFill>
                          <a:latin typeface="Franklin Gothic Medium"/>
                          <a:cs typeface="Franklin Gothic Medium"/>
                        </a:rPr>
                        <a:t>Octal</a:t>
                      </a:r>
                      <a:endParaRPr sz="2200">
                        <a:latin typeface="Franklin Gothic Medium"/>
                        <a:cs typeface="Franklin Gothic Medium"/>
                      </a:endParaRPr>
                    </a:p>
                  </a:txBody>
                  <a:tcPr marL="0" marR="0" marT="381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rowSpan="2" hMerge="1">
                  <a:txBody>
                    <a:bodyPr/>
                    <a:lstStyle/>
                    <a:p>
                      <a:endParaRPr/>
                    </a:p>
                  </a:txBody>
                  <a:tcPr marL="0" marR="0" marT="0" marB="0"/>
                </a:tc>
                <a:extLst>
                  <a:ext uri="{0D108BD9-81ED-4DB2-BD59-A6C34878D82A}">
                    <a16:rowId xmlns:a16="http://schemas.microsoft.com/office/drawing/2014/main" val="10005"/>
                  </a:ext>
                </a:extLst>
              </a:tr>
              <a:tr h="222504">
                <a:tc vMerge="1">
                  <a:txBody>
                    <a:bodyPr/>
                    <a:lstStyle/>
                    <a:p>
                      <a:endParaRPr/>
                    </a:p>
                  </a:txBody>
                  <a:tcPr marL="0" marR="0" marT="0" marB="0">
                    <a:lnR w="28575">
                      <a:solidFill>
                        <a:srgbClr val="000000"/>
                      </a:solidFill>
                      <a:prstDash val="solid"/>
                    </a:lnR>
                    <a:lnT w="2857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tcPr>
                </a:tc>
                <a:tc gridSpan="2" vMerge="1">
                  <a:txBody>
                    <a:bodyPr/>
                    <a:lstStyle/>
                    <a:p>
                      <a:endParaRPr/>
                    </a:p>
                  </a:txBody>
                  <a:tcPr marL="0" marR="0" marT="381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hMerge="1" vMerge="1">
                  <a:txBody>
                    <a:bodyPr/>
                    <a:lstStyle/>
                    <a:p>
                      <a:endParaRPr/>
                    </a:p>
                  </a:txBody>
                  <a:tcPr marL="0" marR="0" marT="0" marB="0"/>
                </a:tc>
                <a:extLst>
                  <a:ext uri="{0D108BD9-81ED-4DB2-BD59-A6C34878D82A}">
                    <a16:rowId xmlns:a16="http://schemas.microsoft.com/office/drawing/2014/main" val="10006"/>
                  </a:ext>
                </a:extLst>
              </a:tr>
              <a:tr h="214883">
                <a:tc vMerge="1">
                  <a:txBody>
                    <a:bodyPr/>
                    <a:lstStyle/>
                    <a:p>
                      <a:endParaRPr/>
                    </a:p>
                  </a:txBody>
                  <a:tcPr marL="0" marR="0" marT="0" marB="0">
                    <a:lnR w="28575">
                      <a:solidFill>
                        <a:srgbClr val="000000"/>
                      </a:solidFill>
                      <a:prstDash val="solid"/>
                    </a:lnR>
                    <a:lnT w="28575">
                      <a:solidFill>
                        <a:srgbClr val="000000"/>
                      </a:solidFill>
                      <a:prstDash val="solid"/>
                    </a:lnT>
                  </a:tcPr>
                </a:tc>
                <a:tc gridSpan="3">
                  <a:txBody>
                    <a:bodyPr/>
                    <a:lstStyle/>
                    <a:p>
                      <a:pPr>
                        <a:lnSpc>
                          <a:spcPct val="100000"/>
                        </a:lnSpc>
                      </a:pPr>
                      <a:endParaRPr sz="1200">
                        <a:latin typeface="Times New Roman"/>
                        <a:cs typeface="Times New Roman"/>
                      </a:endParaRPr>
                    </a:p>
                  </a:txBody>
                  <a:tcPr marL="0" marR="0" marT="0" marB="0">
                    <a:lnL w="2857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222504">
                <a:tc vMerge="1">
                  <a:txBody>
                    <a:bodyPr/>
                    <a:lstStyle/>
                    <a:p>
                      <a:endParaRPr/>
                    </a:p>
                  </a:txBody>
                  <a:tcPr marL="0" marR="0" marT="0" marB="0">
                    <a:lnR w="28575">
                      <a:solidFill>
                        <a:srgbClr val="000000"/>
                      </a:solidFill>
                      <a:prstDash val="solid"/>
                    </a:lnR>
                    <a:lnT w="28575">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rowSpan="2" gridSpan="2">
                  <a:txBody>
                    <a:bodyPr/>
                    <a:lstStyle/>
                    <a:p>
                      <a:pPr marL="131445">
                        <a:lnSpc>
                          <a:spcPct val="100000"/>
                        </a:lnSpc>
                        <a:spcBef>
                          <a:spcPts val="300"/>
                        </a:spcBef>
                      </a:pPr>
                      <a:r>
                        <a:rPr sz="2200" spc="-10" dirty="0">
                          <a:solidFill>
                            <a:srgbClr val="FFFFFF"/>
                          </a:solidFill>
                          <a:latin typeface="Franklin Gothic Medium"/>
                          <a:cs typeface="Franklin Gothic Medium"/>
                        </a:rPr>
                        <a:t>Hexa</a:t>
                      </a:r>
                      <a:r>
                        <a:rPr sz="2200" spc="-75" dirty="0">
                          <a:solidFill>
                            <a:srgbClr val="FFFFFF"/>
                          </a:solidFill>
                          <a:latin typeface="Franklin Gothic Medium"/>
                          <a:cs typeface="Franklin Gothic Medium"/>
                        </a:rPr>
                        <a:t> </a:t>
                      </a:r>
                      <a:r>
                        <a:rPr sz="2200" dirty="0">
                          <a:solidFill>
                            <a:srgbClr val="FFFFFF"/>
                          </a:solidFill>
                          <a:latin typeface="Franklin Gothic Medium"/>
                          <a:cs typeface="Franklin Gothic Medium"/>
                        </a:rPr>
                        <a:t>Decimal</a:t>
                      </a:r>
                      <a:endParaRPr sz="2200">
                        <a:latin typeface="Franklin Gothic Medium"/>
                        <a:cs typeface="Franklin Gothic Medium"/>
                      </a:endParaRPr>
                    </a:p>
                  </a:txBody>
                  <a:tcPr marL="0" marR="0" marT="381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rowSpan="2" hMerge="1">
                  <a:txBody>
                    <a:bodyPr/>
                    <a:lstStyle/>
                    <a:p>
                      <a:endParaRPr/>
                    </a:p>
                  </a:txBody>
                  <a:tcPr marL="0" marR="0" marT="0" marB="0"/>
                </a:tc>
                <a:extLst>
                  <a:ext uri="{0D108BD9-81ED-4DB2-BD59-A6C34878D82A}">
                    <a16:rowId xmlns:a16="http://schemas.microsoft.com/office/drawing/2014/main" val="10008"/>
                  </a:ext>
                </a:extLst>
              </a:tr>
              <a:tr h="222503">
                <a:tc gridSpan="2">
                  <a:txBody>
                    <a:bodyPr/>
                    <a:lstStyle/>
                    <a:p>
                      <a:pPr>
                        <a:lnSpc>
                          <a:spcPct val="100000"/>
                        </a:lnSpc>
                      </a:pPr>
                      <a:endParaRPr sz="1300">
                        <a:latin typeface="Times New Roman"/>
                        <a:cs typeface="Times New Roman"/>
                      </a:endParaRPr>
                    </a:p>
                  </a:txBody>
                  <a:tcPr marL="0" marR="0" marT="0" marB="0">
                    <a:lnR w="28575">
                      <a:solidFill>
                        <a:srgbClr val="000000"/>
                      </a:solidFill>
                      <a:prstDash val="solid"/>
                    </a:lnR>
                  </a:tcPr>
                </a:tc>
                <a:tc hMerge="1">
                  <a:txBody>
                    <a:bodyPr/>
                    <a:lstStyle/>
                    <a:p>
                      <a:endParaRPr/>
                    </a:p>
                  </a:txBody>
                  <a:tcPr marL="0" marR="0" marT="0" marB="0"/>
                </a:tc>
                <a:tc gridSpan="2" vMerge="1">
                  <a:txBody>
                    <a:bodyPr/>
                    <a:lstStyle/>
                    <a:p>
                      <a:endParaRPr/>
                    </a:p>
                  </a:txBody>
                  <a:tcPr marL="0" marR="0" marT="381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006600"/>
                    </a:solidFill>
                  </a:tcPr>
                </a:tc>
                <a:tc hMerge="1" vMerge="1">
                  <a:txBody>
                    <a:bodyPr/>
                    <a:lstStyle/>
                    <a:p>
                      <a:endParaRPr/>
                    </a:p>
                  </a:txBody>
                  <a:tcPr marL="0" marR="0" marT="0" marB="0"/>
                </a:tc>
                <a:extLst>
                  <a:ext uri="{0D108BD9-81ED-4DB2-BD59-A6C34878D82A}">
                    <a16:rowId xmlns:a16="http://schemas.microsoft.com/office/drawing/2014/main" val="10009"/>
                  </a:ext>
                </a:extLst>
              </a:tr>
            </a:tbl>
          </a:graphicData>
        </a:graphic>
      </p:graphicFrame>
      <p:sp>
        <p:nvSpPr>
          <p:cNvPr id="46" name="object 46"/>
          <p:cNvSpPr txBox="1"/>
          <p:nvPr/>
        </p:nvSpPr>
        <p:spPr>
          <a:xfrm>
            <a:off x="6201917" y="1456182"/>
            <a:ext cx="1323340" cy="768350"/>
          </a:xfrm>
          <a:prstGeom prst="rect">
            <a:avLst/>
          </a:prstGeom>
          <a:solidFill>
            <a:srgbClr val="006FC0"/>
          </a:solidFill>
          <a:ln w="28575">
            <a:solidFill>
              <a:srgbClr val="000000"/>
            </a:solidFill>
          </a:ln>
        </p:spPr>
        <p:txBody>
          <a:bodyPr vert="horz" wrap="square" lIns="0" tIns="36195" rIns="0" bIns="0" rtlCol="0">
            <a:spAutoFit/>
          </a:bodyPr>
          <a:lstStyle/>
          <a:p>
            <a:pPr marL="152400">
              <a:lnSpc>
                <a:spcPct val="100000"/>
              </a:lnSpc>
              <a:spcBef>
                <a:spcPts val="285"/>
              </a:spcBef>
            </a:pPr>
            <a:r>
              <a:rPr sz="2200" spc="-5" dirty="0">
                <a:solidFill>
                  <a:srgbClr val="FFFFFF"/>
                </a:solidFill>
                <a:latin typeface="Franklin Gothic Medium"/>
                <a:cs typeface="Franklin Gothic Medium"/>
              </a:rPr>
              <a:t>Numeric</a:t>
            </a:r>
            <a:endParaRPr sz="2200">
              <a:latin typeface="Franklin Gothic Medium"/>
              <a:cs typeface="Franklin Gothic Medium"/>
            </a:endParaRPr>
          </a:p>
        </p:txBody>
      </p:sp>
      <p:sp>
        <p:nvSpPr>
          <p:cNvPr id="47" name="object 47"/>
          <p:cNvSpPr txBox="1"/>
          <p:nvPr/>
        </p:nvSpPr>
        <p:spPr>
          <a:xfrm>
            <a:off x="8870442" y="2718054"/>
            <a:ext cx="1449705" cy="769620"/>
          </a:xfrm>
          <a:prstGeom prst="rect">
            <a:avLst/>
          </a:prstGeom>
          <a:solidFill>
            <a:srgbClr val="FF4040"/>
          </a:solidFill>
          <a:ln w="28575">
            <a:solidFill>
              <a:srgbClr val="000000"/>
            </a:solidFill>
          </a:ln>
        </p:spPr>
        <p:txBody>
          <a:bodyPr vert="horz" wrap="square" lIns="0" tIns="36830" rIns="0" bIns="0" rtlCol="0">
            <a:spAutoFit/>
          </a:bodyPr>
          <a:lstStyle/>
          <a:p>
            <a:pPr algn="ctr">
              <a:lnSpc>
                <a:spcPct val="100000"/>
              </a:lnSpc>
              <a:spcBef>
                <a:spcPts val="290"/>
              </a:spcBef>
            </a:pPr>
            <a:r>
              <a:rPr sz="2200" spc="-5" dirty="0">
                <a:solidFill>
                  <a:srgbClr val="FFFFFF"/>
                </a:solidFill>
                <a:latin typeface="Franklin Gothic Medium"/>
                <a:cs typeface="Franklin Gothic Medium"/>
              </a:rPr>
              <a:t>Single</a:t>
            </a:r>
            <a:endParaRPr sz="2200">
              <a:latin typeface="Franklin Gothic Medium"/>
              <a:cs typeface="Franklin Gothic Medium"/>
            </a:endParaRPr>
          </a:p>
          <a:p>
            <a:pPr algn="ctr">
              <a:lnSpc>
                <a:spcPct val="100000"/>
              </a:lnSpc>
            </a:pPr>
            <a:r>
              <a:rPr sz="2200" spc="-5" dirty="0">
                <a:solidFill>
                  <a:srgbClr val="FFFFFF"/>
                </a:solidFill>
                <a:latin typeface="Franklin Gothic Medium"/>
                <a:cs typeface="Franklin Gothic Medium"/>
              </a:rPr>
              <a:t>character</a:t>
            </a:r>
            <a:endParaRPr sz="2200">
              <a:latin typeface="Franklin Gothic Medium"/>
              <a:cs typeface="Franklin Gothic Medium"/>
            </a:endParaRPr>
          </a:p>
        </p:txBody>
      </p:sp>
      <p:sp>
        <p:nvSpPr>
          <p:cNvPr id="48" name="object 48"/>
          <p:cNvSpPr/>
          <p:nvPr/>
        </p:nvSpPr>
        <p:spPr>
          <a:xfrm>
            <a:off x="6863333" y="877061"/>
            <a:ext cx="3660775" cy="582295"/>
          </a:xfrm>
          <a:custGeom>
            <a:avLst/>
            <a:gdLst/>
            <a:ahLst/>
            <a:cxnLst/>
            <a:rect l="l" t="t" r="r" b="b"/>
            <a:pathLst>
              <a:path w="3660775" h="582294">
                <a:moveTo>
                  <a:pt x="1852802" y="0"/>
                </a:moveTo>
                <a:lnTo>
                  <a:pt x="0" y="578358"/>
                </a:lnTo>
              </a:path>
              <a:path w="3660775" h="582294">
                <a:moveTo>
                  <a:pt x="1853184" y="0"/>
                </a:moveTo>
                <a:lnTo>
                  <a:pt x="3660521" y="582040"/>
                </a:lnTo>
              </a:path>
            </a:pathLst>
          </a:custGeom>
          <a:ln w="28575">
            <a:solidFill>
              <a:srgbClr val="000000"/>
            </a:solidFill>
          </a:ln>
        </p:spPr>
        <p:txBody>
          <a:bodyPr wrap="square" lIns="0" tIns="0" rIns="0" bIns="0" rtlCol="0"/>
          <a:lstStyle/>
          <a:p>
            <a:endParaRPr/>
          </a:p>
        </p:txBody>
      </p:sp>
      <p:sp>
        <p:nvSpPr>
          <p:cNvPr id="49" name="object 49"/>
          <p:cNvSpPr/>
          <p:nvPr/>
        </p:nvSpPr>
        <p:spPr>
          <a:xfrm>
            <a:off x="5999226" y="2224277"/>
            <a:ext cx="1689735" cy="497205"/>
          </a:xfrm>
          <a:custGeom>
            <a:avLst/>
            <a:gdLst/>
            <a:ahLst/>
            <a:cxnLst/>
            <a:rect l="l" t="t" r="r" b="b"/>
            <a:pathLst>
              <a:path w="1689734" h="497205">
                <a:moveTo>
                  <a:pt x="864107" y="0"/>
                </a:moveTo>
                <a:lnTo>
                  <a:pt x="0" y="496950"/>
                </a:lnTo>
              </a:path>
              <a:path w="1689734" h="497205">
                <a:moveTo>
                  <a:pt x="864107" y="0"/>
                </a:moveTo>
                <a:lnTo>
                  <a:pt x="1689227" y="492633"/>
                </a:lnTo>
              </a:path>
            </a:pathLst>
          </a:custGeom>
          <a:ln w="28575">
            <a:solidFill>
              <a:srgbClr val="000000"/>
            </a:solidFill>
          </a:ln>
        </p:spPr>
        <p:txBody>
          <a:bodyPr wrap="square" lIns="0" tIns="0" rIns="0" bIns="0" rtlCol="0"/>
          <a:lstStyle/>
          <a:p>
            <a:endParaRPr/>
          </a:p>
        </p:txBody>
      </p:sp>
      <p:sp>
        <p:nvSpPr>
          <p:cNvPr id="50" name="object 50"/>
          <p:cNvSpPr/>
          <p:nvPr/>
        </p:nvSpPr>
        <p:spPr>
          <a:xfrm>
            <a:off x="9594342" y="2253233"/>
            <a:ext cx="802005" cy="464820"/>
          </a:xfrm>
          <a:custGeom>
            <a:avLst/>
            <a:gdLst/>
            <a:ahLst/>
            <a:cxnLst/>
            <a:rect l="l" t="t" r="r" b="b"/>
            <a:pathLst>
              <a:path w="802004" h="464819">
                <a:moveTo>
                  <a:pt x="802004" y="0"/>
                </a:moveTo>
                <a:lnTo>
                  <a:pt x="0" y="464438"/>
                </a:lnTo>
              </a:path>
            </a:pathLst>
          </a:custGeom>
          <a:ln w="28575">
            <a:solidFill>
              <a:srgbClr val="000000"/>
            </a:solidFill>
          </a:ln>
        </p:spPr>
        <p:txBody>
          <a:bodyPr wrap="square" lIns="0" tIns="0" rIns="0" bIns="0" rtlCol="0"/>
          <a:lstStyle/>
          <a:p>
            <a:endParaRPr/>
          </a:p>
        </p:txBody>
      </p:sp>
      <p:sp>
        <p:nvSpPr>
          <p:cNvPr id="51" name="object 51"/>
          <p:cNvSpPr/>
          <p:nvPr/>
        </p:nvSpPr>
        <p:spPr>
          <a:xfrm>
            <a:off x="10523981" y="2228850"/>
            <a:ext cx="725170" cy="488950"/>
          </a:xfrm>
          <a:custGeom>
            <a:avLst/>
            <a:gdLst/>
            <a:ahLst/>
            <a:cxnLst/>
            <a:rect l="l" t="t" r="r" b="b"/>
            <a:pathLst>
              <a:path w="725170" h="488950">
                <a:moveTo>
                  <a:pt x="0" y="0"/>
                </a:moveTo>
                <a:lnTo>
                  <a:pt x="724662" y="488950"/>
                </a:lnTo>
              </a:path>
            </a:pathLst>
          </a:custGeom>
          <a:ln w="28574">
            <a:solidFill>
              <a:srgbClr val="000000"/>
            </a:solidFill>
          </a:ln>
        </p:spPr>
        <p:txBody>
          <a:bodyPr wrap="square" lIns="0" tIns="0" rIns="0" bIns="0" rtlCol="0"/>
          <a:lstStyle/>
          <a:p>
            <a:endParaRPr/>
          </a:p>
        </p:txBody>
      </p:sp>
      <p:sp>
        <p:nvSpPr>
          <p:cNvPr id="52" name="object 52"/>
          <p:cNvSpPr txBox="1"/>
          <p:nvPr/>
        </p:nvSpPr>
        <p:spPr>
          <a:xfrm>
            <a:off x="8246491" y="3961257"/>
            <a:ext cx="3277870"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Medium"/>
                <a:cs typeface="Franklin Gothic Medium"/>
              </a:rPr>
              <a:t>12,</a:t>
            </a:r>
            <a:r>
              <a:rPr sz="2000" spc="-15" dirty="0">
                <a:latin typeface="Franklin Gothic Medium"/>
                <a:cs typeface="Franklin Gothic Medium"/>
              </a:rPr>
              <a:t> </a:t>
            </a:r>
            <a:r>
              <a:rPr sz="2000" spc="-5" dirty="0">
                <a:latin typeface="Franklin Gothic Medium"/>
                <a:cs typeface="Franklin Gothic Medium"/>
              </a:rPr>
              <a:t>6788,</a:t>
            </a:r>
            <a:r>
              <a:rPr sz="2000" spc="-10" dirty="0">
                <a:latin typeface="Franklin Gothic Medium"/>
                <a:cs typeface="Franklin Gothic Medium"/>
              </a:rPr>
              <a:t> </a:t>
            </a:r>
            <a:r>
              <a:rPr sz="2000" spc="-5" dirty="0">
                <a:latin typeface="Franklin Gothic Medium"/>
                <a:cs typeface="Franklin Gothic Medium"/>
              </a:rPr>
              <a:t>906723,</a:t>
            </a:r>
            <a:r>
              <a:rPr sz="2000" spc="-10" dirty="0">
                <a:latin typeface="Franklin Gothic Medium"/>
                <a:cs typeface="Franklin Gothic Medium"/>
              </a:rPr>
              <a:t> </a:t>
            </a:r>
            <a:r>
              <a:rPr sz="2000" spc="-5" dirty="0">
                <a:latin typeface="Franklin Gothic Medium"/>
                <a:cs typeface="Franklin Gothic Medium"/>
              </a:rPr>
              <a:t>+45,</a:t>
            </a:r>
            <a:r>
              <a:rPr sz="2000" spc="15" dirty="0">
                <a:latin typeface="Franklin Gothic Medium"/>
                <a:cs typeface="Franklin Gothic Medium"/>
              </a:rPr>
              <a:t> </a:t>
            </a:r>
            <a:r>
              <a:rPr sz="2000" dirty="0">
                <a:latin typeface="Franklin Gothic Medium"/>
                <a:cs typeface="Franklin Gothic Medium"/>
              </a:rPr>
              <a:t>-566</a:t>
            </a:r>
            <a:endParaRPr sz="2000">
              <a:latin typeface="Franklin Gothic Medium"/>
              <a:cs typeface="Franklin Gothic Medium"/>
            </a:endParaRPr>
          </a:p>
        </p:txBody>
      </p:sp>
      <p:sp>
        <p:nvSpPr>
          <p:cNvPr id="53" name="object 53"/>
          <p:cNvSpPr txBox="1"/>
          <p:nvPr/>
        </p:nvSpPr>
        <p:spPr>
          <a:xfrm>
            <a:off x="8246491" y="4694682"/>
            <a:ext cx="2179320" cy="330835"/>
          </a:xfrm>
          <a:prstGeom prst="rect">
            <a:avLst/>
          </a:prstGeom>
        </p:spPr>
        <p:txBody>
          <a:bodyPr vert="horz" wrap="square" lIns="0" tIns="12700" rIns="0" bIns="0" rtlCol="0">
            <a:spAutoFit/>
          </a:bodyPr>
          <a:lstStyle/>
          <a:p>
            <a:pPr marL="12700">
              <a:lnSpc>
                <a:spcPct val="100000"/>
              </a:lnSpc>
              <a:spcBef>
                <a:spcPts val="100"/>
              </a:spcBef>
            </a:pPr>
            <a:r>
              <a:rPr sz="2000" spc="-10" dirty="0">
                <a:latin typeface="Franklin Gothic Medium"/>
                <a:cs typeface="Franklin Gothic Medium"/>
              </a:rPr>
              <a:t>-012,</a:t>
            </a:r>
            <a:r>
              <a:rPr sz="2000" spc="-15" dirty="0">
                <a:latin typeface="Franklin Gothic Medium"/>
                <a:cs typeface="Franklin Gothic Medium"/>
              </a:rPr>
              <a:t> 06711,</a:t>
            </a:r>
            <a:r>
              <a:rPr sz="2000" spc="-25" dirty="0">
                <a:latin typeface="Franklin Gothic Medium"/>
                <a:cs typeface="Franklin Gothic Medium"/>
              </a:rPr>
              <a:t> </a:t>
            </a:r>
            <a:r>
              <a:rPr sz="2000" dirty="0">
                <a:latin typeface="Franklin Gothic Medium"/>
                <a:cs typeface="Franklin Gothic Medium"/>
              </a:rPr>
              <a:t>-0566</a:t>
            </a:r>
            <a:endParaRPr sz="2000">
              <a:latin typeface="Franklin Gothic Medium"/>
              <a:cs typeface="Franklin Gothic Medium"/>
            </a:endParaRPr>
          </a:p>
        </p:txBody>
      </p:sp>
      <p:sp>
        <p:nvSpPr>
          <p:cNvPr id="54" name="object 54"/>
          <p:cNvSpPr txBox="1"/>
          <p:nvPr/>
        </p:nvSpPr>
        <p:spPr>
          <a:xfrm>
            <a:off x="8265414" y="5310073"/>
            <a:ext cx="2663825" cy="331470"/>
          </a:xfrm>
          <a:prstGeom prst="rect">
            <a:avLst/>
          </a:prstGeom>
        </p:spPr>
        <p:txBody>
          <a:bodyPr vert="horz" wrap="square" lIns="0" tIns="13335" rIns="0" bIns="0" rtlCol="0">
            <a:spAutoFit/>
          </a:bodyPr>
          <a:lstStyle/>
          <a:p>
            <a:pPr marL="12700">
              <a:lnSpc>
                <a:spcPct val="100000"/>
              </a:lnSpc>
              <a:spcBef>
                <a:spcPts val="105"/>
              </a:spcBef>
            </a:pPr>
            <a:r>
              <a:rPr sz="2000" spc="-5" dirty="0">
                <a:latin typeface="Franklin Gothic Medium"/>
                <a:cs typeface="Franklin Gothic Medium"/>
              </a:rPr>
              <a:t>0XAB04,</a:t>
            </a:r>
            <a:r>
              <a:rPr sz="2000" spc="-40" dirty="0">
                <a:latin typeface="Franklin Gothic Medium"/>
                <a:cs typeface="Franklin Gothic Medium"/>
              </a:rPr>
              <a:t> </a:t>
            </a:r>
            <a:r>
              <a:rPr sz="2000" spc="-25" dirty="0">
                <a:latin typeface="Franklin Gothic Medium"/>
                <a:cs typeface="Franklin Gothic Medium"/>
              </a:rPr>
              <a:t>0x78F,</a:t>
            </a:r>
            <a:r>
              <a:rPr sz="2000" spc="-35" dirty="0">
                <a:latin typeface="Franklin Gothic Medium"/>
                <a:cs typeface="Franklin Gothic Medium"/>
              </a:rPr>
              <a:t> </a:t>
            </a:r>
            <a:r>
              <a:rPr sz="2000" dirty="0">
                <a:latin typeface="Franklin Gothic Medium"/>
                <a:cs typeface="Franklin Gothic Medium"/>
              </a:rPr>
              <a:t>0XEFFF</a:t>
            </a:r>
            <a:endParaRPr sz="2000">
              <a:latin typeface="Franklin Gothic Medium"/>
              <a:cs typeface="Franklin Gothic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618734" y="431007"/>
            <a:ext cx="5875655" cy="840740"/>
          </a:xfrm>
          <a:prstGeom prst="rect">
            <a:avLst/>
          </a:prstGeom>
        </p:spPr>
        <p:txBody>
          <a:bodyPr vert="horz" wrap="square" lIns="0" tIns="54610" rIns="0" bIns="0" rtlCol="0">
            <a:spAutoFit/>
          </a:bodyPr>
          <a:lstStyle/>
          <a:p>
            <a:pPr marL="12700">
              <a:lnSpc>
                <a:spcPct val="100000"/>
              </a:lnSpc>
              <a:spcBef>
                <a:spcPts val="430"/>
              </a:spcBef>
              <a:tabLst>
                <a:tab pos="424815" algn="l"/>
              </a:tabLst>
            </a:pPr>
            <a:r>
              <a:rPr sz="2400" spc="30" dirty="0">
                <a:solidFill>
                  <a:srgbClr val="C00000"/>
                </a:solidFill>
                <a:latin typeface="Franklin Gothic Medium"/>
                <a:cs typeface="Franklin Gothic Medium"/>
              </a:rPr>
              <a:t>1.	</a:t>
            </a:r>
            <a:r>
              <a:rPr sz="2400" spc="-5" dirty="0">
                <a:solidFill>
                  <a:srgbClr val="C00000"/>
                </a:solidFill>
                <a:latin typeface="Franklin Gothic Medium"/>
                <a:cs typeface="Franklin Gothic Medium"/>
              </a:rPr>
              <a:t>Integer</a:t>
            </a:r>
            <a:r>
              <a:rPr sz="2400" spc="-60"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constant</a:t>
            </a:r>
            <a:endParaRPr sz="2400">
              <a:latin typeface="Franklin Gothic Medium"/>
              <a:cs typeface="Franklin Gothic Medium"/>
            </a:endParaRPr>
          </a:p>
          <a:p>
            <a:pPr marL="934719">
              <a:lnSpc>
                <a:spcPct val="100000"/>
              </a:lnSpc>
              <a:spcBef>
                <a:spcPts val="325"/>
              </a:spcBef>
            </a:pPr>
            <a:r>
              <a:rPr sz="2400" spc="-5" dirty="0">
                <a:latin typeface="Franklin Gothic Medium"/>
                <a:cs typeface="Franklin Gothic Medium"/>
              </a:rPr>
              <a:t>Whole </a:t>
            </a:r>
            <a:r>
              <a:rPr sz="2400" dirty="0">
                <a:latin typeface="Franklin Gothic Medium"/>
                <a:cs typeface="Franklin Gothic Medium"/>
              </a:rPr>
              <a:t>numbers </a:t>
            </a:r>
            <a:r>
              <a:rPr sz="2400" spc="-5" dirty="0">
                <a:latin typeface="Franklin Gothic Medium"/>
                <a:cs typeface="Franklin Gothic Medium"/>
              </a:rPr>
              <a:t>without </a:t>
            </a:r>
            <a:r>
              <a:rPr sz="2400" dirty="0">
                <a:latin typeface="Franklin Gothic Medium"/>
                <a:cs typeface="Franklin Gothic Medium"/>
              </a:rPr>
              <a:t>decimal</a:t>
            </a:r>
            <a:r>
              <a:rPr sz="2400" spc="-10" dirty="0">
                <a:latin typeface="Franklin Gothic Medium"/>
                <a:cs typeface="Franklin Gothic Medium"/>
              </a:rPr>
              <a:t> </a:t>
            </a:r>
            <a:r>
              <a:rPr sz="2400" spc="5" dirty="0">
                <a:latin typeface="Franklin Gothic Medium"/>
                <a:cs typeface="Franklin Gothic Medium"/>
              </a:rPr>
              <a:t>part.</a:t>
            </a:r>
            <a:endParaRPr sz="2400">
              <a:latin typeface="Franklin Gothic Medium"/>
              <a:cs typeface="Franklin Gothic Medium"/>
            </a:endParaRPr>
          </a:p>
        </p:txBody>
      </p:sp>
      <p:sp>
        <p:nvSpPr>
          <p:cNvPr id="40" name="object 40"/>
          <p:cNvSpPr txBox="1"/>
          <p:nvPr/>
        </p:nvSpPr>
        <p:spPr>
          <a:xfrm>
            <a:off x="5618734" y="1692402"/>
            <a:ext cx="1517650" cy="391160"/>
          </a:xfrm>
          <a:prstGeom prst="rect">
            <a:avLst/>
          </a:prstGeom>
        </p:spPr>
        <p:txBody>
          <a:bodyPr vert="horz" wrap="square" lIns="0" tIns="12700" rIns="0" bIns="0" rtlCol="0">
            <a:spAutoFit/>
          </a:bodyPr>
          <a:lstStyle/>
          <a:p>
            <a:pPr marL="12700">
              <a:lnSpc>
                <a:spcPct val="100000"/>
              </a:lnSpc>
              <a:spcBef>
                <a:spcPts val="100"/>
              </a:spcBef>
              <a:tabLst>
                <a:tab pos="419734" algn="l"/>
              </a:tabLst>
            </a:pPr>
            <a:r>
              <a:rPr sz="2400" spc="5" dirty="0">
                <a:solidFill>
                  <a:srgbClr val="C00000"/>
                </a:solidFill>
                <a:latin typeface="Franklin Gothic Medium"/>
                <a:cs typeface="Franklin Gothic Medium"/>
              </a:rPr>
              <a:t>a</a:t>
            </a:r>
            <a:r>
              <a:rPr sz="2400" dirty="0">
                <a:solidFill>
                  <a:srgbClr val="C00000"/>
                </a:solidFill>
                <a:latin typeface="Franklin Gothic Medium"/>
                <a:cs typeface="Franklin Gothic Medium"/>
              </a:rPr>
              <a:t>)	</a:t>
            </a:r>
            <a:r>
              <a:rPr sz="2400" spc="10" dirty="0">
                <a:solidFill>
                  <a:srgbClr val="C00000"/>
                </a:solidFill>
                <a:latin typeface="Franklin Gothic Medium"/>
                <a:cs typeface="Franklin Gothic Medium"/>
              </a:rPr>
              <a:t>De</a:t>
            </a:r>
            <a:r>
              <a:rPr sz="2400" spc="5" dirty="0">
                <a:solidFill>
                  <a:srgbClr val="C00000"/>
                </a:solidFill>
                <a:latin typeface="Franklin Gothic Medium"/>
                <a:cs typeface="Franklin Gothic Medium"/>
              </a:rPr>
              <a:t>c</a:t>
            </a:r>
            <a:r>
              <a:rPr sz="2400" dirty="0">
                <a:solidFill>
                  <a:srgbClr val="C00000"/>
                </a:solidFill>
                <a:latin typeface="Franklin Gothic Medium"/>
                <a:cs typeface="Franklin Gothic Medium"/>
              </a:rPr>
              <a:t>imal</a:t>
            </a:r>
            <a:endParaRPr sz="2400">
              <a:latin typeface="Franklin Gothic Medium"/>
              <a:cs typeface="Franklin Gothic Medium"/>
            </a:endParaRPr>
          </a:p>
        </p:txBody>
      </p:sp>
      <p:sp>
        <p:nvSpPr>
          <p:cNvPr id="41" name="object 41"/>
          <p:cNvSpPr txBox="1"/>
          <p:nvPr/>
        </p:nvSpPr>
        <p:spPr>
          <a:xfrm>
            <a:off x="5618734" y="2059148"/>
            <a:ext cx="3338829" cy="2056764"/>
          </a:xfrm>
          <a:prstGeom prst="rect">
            <a:avLst/>
          </a:prstGeom>
        </p:spPr>
        <p:txBody>
          <a:bodyPr vert="horz" wrap="square" lIns="0" tIns="52705" rIns="0" bIns="0" rtlCol="0">
            <a:spAutoFit/>
          </a:bodyPr>
          <a:lstStyle/>
          <a:p>
            <a:pPr marL="822325" indent="-365125">
              <a:lnSpc>
                <a:spcPct val="100000"/>
              </a:lnSpc>
              <a:spcBef>
                <a:spcPts val="415"/>
              </a:spcBef>
              <a:buFont typeface="Arial MT"/>
              <a:buChar char="•"/>
              <a:tabLst>
                <a:tab pos="808990" algn="l"/>
                <a:tab pos="822325" algn="l"/>
                <a:tab pos="2453640" algn="l"/>
              </a:tabLst>
            </a:pPr>
            <a:r>
              <a:rPr sz="2400" spc="-5" dirty="0">
                <a:latin typeface="Franklin Gothic Medium"/>
                <a:cs typeface="Franklin Gothic Medium"/>
              </a:rPr>
              <a:t>Constants	</a:t>
            </a:r>
            <a:r>
              <a:rPr sz="2400" spc="-10" dirty="0">
                <a:latin typeface="Franklin Gothic Medium"/>
                <a:cs typeface="Franklin Gothic Medium"/>
              </a:rPr>
              <a:t>having</a:t>
            </a:r>
            <a:endParaRPr sz="2400">
              <a:latin typeface="Franklin Gothic Medium"/>
              <a:cs typeface="Franklin Gothic Medium"/>
            </a:endParaRPr>
          </a:p>
          <a:p>
            <a:pPr marR="779780" algn="r">
              <a:lnSpc>
                <a:spcPct val="100000"/>
              </a:lnSpc>
              <a:spcBef>
                <a:spcPts val="315"/>
              </a:spcBef>
            </a:pPr>
            <a:r>
              <a:rPr sz="2400" spc="-10" dirty="0">
                <a:latin typeface="Franklin Gothic Medium"/>
                <a:cs typeface="Franklin Gothic Medium"/>
              </a:rPr>
              <a:t>between</a:t>
            </a:r>
            <a:r>
              <a:rPr sz="2400" spc="-25" dirty="0">
                <a:latin typeface="Franklin Gothic Medium"/>
                <a:cs typeface="Franklin Gothic Medium"/>
              </a:rPr>
              <a:t> </a:t>
            </a:r>
            <a:r>
              <a:rPr sz="2400" spc="-5" dirty="0">
                <a:latin typeface="Franklin Gothic Medium"/>
                <a:cs typeface="Franklin Gothic Medium"/>
              </a:rPr>
              <a:t>0–9</a:t>
            </a:r>
            <a:endParaRPr sz="2400">
              <a:latin typeface="Franklin Gothic Medium"/>
              <a:cs typeface="Franklin Gothic Medium"/>
            </a:endParaRPr>
          </a:p>
          <a:p>
            <a:pPr marL="351790" marR="752475" indent="-351790" algn="r">
              <a:lnSpc>
                <a:spcPct val="100000"/>
              </a:lnSpc>
              <a:spcBef>
                <a:spcPts val="325"/>
              </a:spcBef>
              <a:buFont typeface="Arial MT"/>
              <a:buChar char="•"/>
              <a:tabLst>
                <a:tab pos="351790" algn="l"/>
                <a:tab pos="809625" algn="l"/>
              </a:tabLst>
            </a:pPr>
            <a:r>
              <a:rPr sz="2400" spc="-5" dirty="0">
                <a:latin typeface="Franklin Gothic Medium"/>
                <a:cs typeface="Franklin Gothic Medium"/>
              </a:rPr>
              <a:t>Can</a:t>
            </a:r>
            <a:r>
              <a:rPr sz="2400" spc="-20" dirty="0">
                <a:latin typeface="Franklin Gothic Medium"/>
                <a:cs typeface="Franklin Gothic Medium"/>
              </a:rPr>
              <a:t> </a:t>
            </a:r>
            <a:r>
              <a:rPr sz="2400" dirty="0">
                <a:latin typeface="Franklin Gothic Medium"/>
                <a:cs typeface="Franklin Gothic Medium"/>
              </a:rPr>
              <a:t>be</a:t>
            </a:r>
            <a:r>
              <a:rPr sz="2400" spc="-15" dirty="0">
                <a:latin typeface="Franklin Gothic Medium"/>
                <a:cs typeface="Franklin Gothic Medium"/>
              </a:rPr>
              <a:t> </a:t>
            </a:r>
            <a:r>
              <a:rPr sz="2400" dirty="0">
                <a:latin typeface="Franklin Gothic Medium"/>
                <a:cs typeface="Franklin Gothic Medium"/>
              </a:rPr>
              <a:t>+</a:t>
            </a:r>
            <a:r>
              <a:rPr sz="2400" spc="-20" dirty="0">
                <a:latin typeface="Franklin Gothic Medium"/>
                <a:cs typeface="Franklin Gothic Medium"/>
              </a:rPr>
              <a:t> </a:t>
            </a:r>
            <a:r>
              <a:rPr sz="2400" dirty="0">
                <a:latin typeface="Franklin Gothic Medium"/>
                <a:cs typeface="Franklin Gothic Medium"/>
              </a:rPr>
              <a:t>or</a:t>
            </a:r>
            <a:r>
              <a:rPr sz="2400" spc="-10"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a:p>
            <a:pPr>
              <a:lnSpc>
                <a:spcPct val="100000"/>
              </a:lnSpc>
            </a:pPr>
            <a:endParaRPr sz="3100">
              <a:latin typeface="Franklin Gothic Medium"/>
              <a:cs typeface="Franklin Gothic Medium"/>
            </a:endParaRPr>
          </a:p>
          <a:p>
            <a:pPr marL="12700">
              <a:lnSpc>
                <a:spcPct val="100000"/>
              </a:lnSpc>
            </a:pPr>
            <a:r>
              <a:rPr sz="2400" spc="-10" dirty="0">
                <a:solidFill>
                  <a:srgbClr val="000099"/>
                </a:solidFill>
                <a:latin typeface="Franklin Gothic Medium"/>
                <a:cs typeface="Franklin Gothic Medium"/>
              </a:rPr>
              <a:t>Valid</a:t>
            </a:r>
            <a:r>
              <a:rPr sz="2400" spc="-6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endParaRPr sz="2400">
              <a:latin typeface="Franklin Gothic Medium"/>
              <a:cs typeface="Franklin Gothic Medium"/>
            </a:endParaRPr>
          </a:p>
        </p:txBody>
      </p:sp>
      <p:sp>
        <p:nvSpPr>
          <p:cNvPr id="42" name="object 42"/>
          <p:cNvSpPr txBox="1"/>
          <p:nvPr/>
        </p:nvSpPr>
        <p:spPr>
          <a:xfrm>
            <a:off x="9270872" y="2099005"/>
            <a:ext cx="59436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Franklin Gothic Medium"/>
                <a:cs typeface="Franklin Gothic Medium"/>
              </a:rPr>
              <a:t>digit</a:t>
            </a:r>
            <a:endParaRPr sz="2400">
              <a:latin typeface="Franklin Gothic Medium"/>
              <a:cs typeface="Franklin Gothic Medium"/>
            </a:endParaRPr>
          </a:p>
        </p:txBody>
      </p:sp>
      <p:sp>
        <p:nvSpPr>
          <p:cNvPr id="43" name="object 43"/>
          <p:cNvSpPr txBox="1"/>
          <p:nvPr/>
        </p:nvSpPr>
        <p:spPr>
          <a:xfrm>
            <a:off x="10177653" y="2099005"/>
            <a:ext cx="1663064"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Franklin Gothic Medium"/>
                <a:cs typeface="Franklin Gothic Medium"/>
              </a:rPr>
              <a:t>combi</a:t>
            </a:r>
            <a:r>
              <a:rPr sz="2400" spc="-10" dirty="0">
                <a:latin typeface="Franklin Gothic Medium"/>
                <a:cs typeface="Franklin Gothic Medium"/>
              </a:rPr>
              <a:t>n</a:t>
            </a:r>
            <a:r>
              <a:rPr sz="2400" dirty="0">
                <a:latin typeface="Franklin Gothic Medium"/>
                <a:cs typeface="Franklin Gothic Medium"/>
              </a:rPr>
              <a:t>a</a:t>
            </a:r>
            <a:r>
              <a:rPr sz="2400" spc="-10" dirty="0">
                <a:latin typeface="Franklin Gothic Medium"/>
                <a:cs typeface="Franklin Gothic Medium"/>
              </a:rPr>
              <a:t>t</a:t>
            </a:r>
            <a:r>
              <a:rPr sz="2400" dirty="0">
                <a:latin typeface="Franklin Gothic Medium"/>
                <a:cs typeface="Franklin Gothic Medium"/>
              </a:rPr>
              <a:t>i</a:t>
            </a:r>
            <a:r>
              <a:rPr sz="2400" spc="10" dirty="0">
                <a:latin typeface="Franklin Gothic Medium"/>
                <a:cs typeface="Franklin Gothic Medium"/>
              </a:rPr>
              <a:t>o</a:t>
            </a:r>
            <a:r>
              <a:rPr sz="2400" dirty="0">
                <a:latin typeface="Franklin Gothic Medium"/>
                <a:cs typeface="Franklin Gothic Medium"/>
              </a:rPr>
              <a:t>n</a:t>
            </a:r>
            <a:endParaRPr sz="2400">
              <a:latin typeface="Franklin Gothic Medium"/>
              <a:cs typeface="Franklin Gothic Medium"/>
            </a:endParaRPr>
          </a:p>
        </p:txBody>
      </p:sp>
      <p:sp>
        <p:nvSpPr>
          <p:cNvPr id="44" name="object 44"/>
          <p:cNvSpPr txBox="1"/>
          <p:nvPr/>
        </p:nvSpPr>
        <p:spPr>
          <a:xfrm>
            <a:off x="5618734" y="4131309"/>
            <a:ext cx="3943350" cy="1610995"/>
          </a:xfrm>
          <a:prstGeom prst="rect">
            <a:avLst/>
          </a:prstGeom>
        </p:spPr>
        <p:txBody>
          <a:bodyPr vert="horz" wrap="square" lIns="0" tIns="12700" rIns="0" bIns="0" rtlCol="0">
            <a:spAutoFit/>
          </a:bodyPr>
          <a:lstStyle/>
          <a:p>
            <a:pPr marL="12700">
              <a:lnSpc>
                <a:spcPct val="100000"/>
              </a:lnSpc>
              <a:spcBef>
                <a:spcPts val="100"/>
              </a:spcBef>
              <a:tabLst>
                <a:tab pos="1841500" algn="l"/>
                <a:tab pos="3213100" algn="l"/>
              </a:tabLst>
            </a:pPr>
            <a:r>
              <a:rPr sz="2400" spc="-5" dirty="0">
                <a:latin typeface="Franklin Gothic Medium"/>
                <a:cs typeface="Franklin Gothic Medium"/>
              </a:rPr>
              <a:t>-4</a:t>
            </a:r>
            <a:r>
              <a:rPr sz="2400" dirty="0">
                <a:latin typeface="Franklin Gothic Medium"/>
                <a:cs typeface="Franklin Gothic Medium"/>
              </a:rPr>
              <a:t>5	</a:t>
            </a:r>
            <a:r>
              <a:rPr sz="2400" spc="-5" dirty="0">
                <a:latin typeface="Franklin Gothic Medium"/>
                <a:cs typeface="Franklin Gothic Medium"/>
              </a:rPr>
              <a:t>75</a:t>
            </a:r>
            <a:r>
              <a:rPr sz="2400" dirty="0">
                <a:latin typeface="Franklin Gothic Medium"/>
                <a:cs typeface="Franklin Gothic Medium"/>
              </a:rPr>
              <a:t>6	</a:t>
            </a:r>
            <a:r>
              <a:rPr sz="2400" spc="15" dirty="0">
                <a:latin typeface="Franklin Gothic Medium"/>
                <a:cs typeface="Franklin Gothic Medium"/>
              </a:rPr>
              <a:t>1</a:t>
            </a:r>
            <a:r>
              <a:rPr sz="2400" spc="-5" dirty="0">
                <a:latin typeface="Franklin Gothic Medium"/>
                <a:cs typeface="Franklin Gothic Medium"/>
              </a:rPr>
              <a:t>234</a:t>
            </a:r>
            <a:endParaRPr sz="2400">
              <a:latin typeface="Franklin Gothic Medium"/>
              <a:cs typeface="Franklin Gothic Medium"/>
            </a:endParaRPr>
          </a:p>
          <a:p>
            <a:pPr>
              <a:lnSpc>
                <a:spcPct val="100000"/>
              </a:lnSpc>
            </a:pPr>
            <a:endParaRPr sz="3100">
              <a:latin typeface="Franklin Gothic Medium"/>
              <a:cs typeface="Franklin Gothic Medium"/>
            </a:endParaRPr>
          </a:p>
          <a:p>
            <a:pPr marL="12700">
              <a:lnSpc>
                <a:spcPct val="100000"/>
              </a:lnSpc>
            </a:pPr>
            <a:r>
              <a:rPr sz="2400" spc="-10" dirty="0">
                <a:solidFill>
                  <a:srgbClr val="000099"/>
                </a:solidFill>
                <a:latin typeface="Franklin Gothic Medium"/>
                <a:cs typeface="Franklin Gothic Medium"/>
              </a:rPr>
              <a:t>Invalid</a:t>
            </a:r>
            <a:r>
              <a:rPr sz="2400" spc="-55"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r>
              <a:rPr sz="2400" spc="-5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t>
            </a:r>
            <a:endParaRPr sz="2400">
              <a:latin typeface="Franklin Gothic Medium"/>
              <a:cs typeface="Franklin Gothic Medium"/>
            </a:endParaRPr>
          </a:p>
          <a:p>
            <a:pPr marL="12700">
              <a:lnSpc>
                <a:spcPct val="100000"/>
              </a:lnSpc>
              <a:spcBef>
                <a:spcPts val="325"/>
              </a:spcBef>
              <a:tabLst>
                <a:tab pos="1841500" algn="l"/>
                <a:tab pos="3213100" algn="l"/>
              </a:tabLst>
            </a:pPr>
            <a:r>
              <a:rPr sz="2400" spc="-15" dirty="0">
                <a:latin typeface="Franklin Gothic Medium"/>
                <a:cs typeface="Franklin Gothic Medium"/>
              </a:rPr>
              <a:t>102	</a:t>
            </a:r>
            <a:r>
              <a:rPr sz="2400" spc="-5" dirty="0">
                <a:latin typeface="Franklin Gothic Medium"/>
                <a:cs typeface="Franklin Gothic Medium"/>
              </a:rPr>
              <a:t>56	4.50</a:t>
            </a:r>
            <a:endParaRPr sz="2400">
              <a:latin typeface="Franklin Gothic Medium"/>
              <a:cs typeface="Franklin Gothic Medium"/>
            </a:endParaRPr>
          </a:p>
        </p:txBody>
      </p:sp>
      <p:sp>
        <p:nvSpPr>
          <p:cNvPr id="45" name="object 45"/>
          <p:cNvSpPr txBox="1"/>
          <p:nvPr/>
        </p:nvSpPr>
        <p:spPr>
          <a:xfrm>
            <a:off x="10191368" y="5350865"/>
            <a:ext cx="63373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-+56</a:t>
            </a:r>
            <a:endParaRPr sz="2400">
              <a:latin typeface="Franklin Gothic Medium"/>
              <a:cs typeface="Franklin Gothic Medium"/>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688584" y="734695"/>
            <a:ext cx="1113155" cy="391160"/>
          </a:xfrm>
          <a:prstGeom prst="rect">
            <a:avLst/>
          </a:prstGeom>
        </p:spPr>
        <p:txBody>
          <a:bodyPr vert="horz" wrap="square" lIns="0" tIns="12700" rIns="0" bIns="0" rtlCol="0">
            <a:spAutoFit/>
          </a:bodyPr>
          <a:lstStyle/>
          <a:p>
            <a:pPr marL="12700">
              <a:lnSpc>
                <a:spcPct val="100000"/>
              </a:lnSpc>
              <a:spcBef>
                <a:spcPts val="100"/>
              </a:spcBef>
              <a:tabLst>
                <a:tab pos="421005" algn="l"/>
              </a:tabLst>
            </a:pPr>
            <a:r>
              <a:rPr sz="2400" spc="15" dirty="0">
                <a:solidFill>
                  <a:srgbClr val="C00000"/>
                </a:solidFill>
                <a:latin typeface="Franklin Gothic Medium"/>
                <a:cs typeface="Franklin Gothic Medium"/>
              </a:rPr>
              <a:t>b</a:t>
            </a:r>
            <a:r>
              <a:rPr sz="2400" dirty="0">
                <a:solidFill>
                  <a:srgbClr val="C00000"/>
                </a:solidFill>
                <a:latin typeface="Franklin Gothic Medium"/>
                <a:cs typeface="Franklin Gothic Medium"/>
              </a:rPr>
              <a:t>)	</a:t>
            </a:r>
            <a:r>
              <a:rPr sz="2400" spc="10" dirty="0">
                <a:solidFill>
                  <a:srgbClr val="C00000"/>
                </a:solidFill>
                <a:latin typeface="Franklin Gothic Medium"/>
                <a:cs typeface="Franklin Gothic Medium"/>
              </a:rPr>
              <a:t>O</a:t>
            </a:r>
            <a:r>
              <a:rPr sz="2400" spc="5" dirty="0">
                <a:solidFill>
                  <a:srgbClr val="C00000"/>
                </a:solidFill>
                <a:latin typeface="Franklin Gothic Medium"/>
                <a:cs typeface="Franklin Gothic Medium"/>
              </a:rPr>
              <a:t>c</a:t>
            </a:r>
            <a:r>
              <a:rPr sz="2400" dirty="0">
                <a:solidFill>
                  <a:srgbClr val="C00000"/>
                </a:solidFill>
                <a:latin typeface="Franklin Gothic Medium"/>
                <a:cs typeface="Franklin Gothic Medium"/>
              </a:rPr>
              <a:t>tal</a:t>
            </a:r>
            <a:endParaRPr sz="2400">
              <a:latin typeface="Franklin Gothic Medium"/>
              <a:cs typeface="Franklin Gothic Medium"/>
            </a:endParaRPr>
          </a:p>
        </p:txBody>
      </p:sp>
      <p:sp>
        <p:nvSpPr>
          <p:cNvPr id="40" name="object 40"/>
          <p:cNvSpPr txBox="1"/>
          <p:nvPr/>
        </p:nvSpPr>
        <p:spPr>
          <a:xfrm>
            <a:off x="6145784" y="1102323"/>
            <a:ext cx="5307330" cy="2055495"/>
          </a:xfrm>
          <a:prstGeom prst="rect">
            <a:avLst/>
          </a:prstGeom>
        </p:spPr>
        <p:txBody>
          <a:bodyPr vert="horz" wrap="square" lIns="0" tIns="12065" rIns="0" bIns="0" rtlCol="0">
            <a:spAutoFit/>
          </a:bodyPr>
          <a:lstStyle/>
          <a:p>
            <a:pPr marL="364490" marR="5715" indent="-352425">
              <a:lnSpc>
                <a:spcPct val="110800"/>
              </a:lnSpc>
              <a:spcBef>
                <a:spcPts val="95"/>
              </a:spcBef>
              <a:buFont typeface="Arial MT"/>
              <a:buChar char="•"/>
              <a:tabLst>
                <a:tab pos="364490" algn="l"/>
                <a:tab pos="365125" algn="l"/>
                <a:tab pos="1858010" algn="l"/>
                <a:tab pos="2903855" algn="l"/>
                <a:tab pos="3656329" algn="l"/>
              </a:tabLst>
            </a:pPr>
            <a:r>
              <a:rPr sz="2400" spc="-5" dirty="0">
                <a:latin typeface="Franklin Gothic Medium"/>
                <a:cs typeface="Franklin Gothic Medium"/>
              </a:rPr>
              <a:t>Constant</a:t>
            </a:r>
            <a:r>
              <a:rPr sz="2400" dirty="0">
                <a:latin typeface="Franklin Gothic Medium"/>
                <a:cs typeface="Franklin Gothic Medium"/>
              </a:rPr>
              <a:t>s	h</a:t>
            </a:r>
            <a:r>
              <a:rPr sz="2400" spc="-35" dirty="0">
                <a:latin typeface="Franklin Gothic Medium"/>
                <a:cs typeface="Franklin Gothic Medium"/>
              </a:rPr>
              <a:t>a</a:t>
            </a:r>
            <a:r>
              <a:rPr sz="2400" spc="-5" dirty="0">
                <a:latin typeface="Franklin Gothic Medium"/>
                <a:cs typeface="Franklin Gothic Medium"/>
              </a:rPr>
              <a:t>vin</a:t>
            </a:r>
            <a:r>
              <a:rPr sz="2400" dirty="0">
                <a:latin typeface="Franklin Gothic Medium"/>
                <a:cs typeface="Franklin Gothic Medium"/>
              </a:rPr>
              <a:t>g	d</a:t>
            </a:r>
            <a:r>
              <a:rPr sz="2400" spc="-10" dirty="0">
                <a:latin typeface="Franklin Gothic Medium"/>
                <a:cs typeface="Franklin Gothic Medium"/>
              </a:rPr>
              <a:t>i</a:t>
            </a:r>
            <a:r>
              <a:rPr sz="2400" spc="-5" dirty="0">
                <a:latin typeface="Franklin Gothic Medium"/>
                <a:cs typeface="Franklin Gothic Medium"/>
              </a:rPr>
              <a:t>g</a:t>
            </a:r>
            <a:r>
              <a:rPr sz="2400" spc="-10" dirty="0">
                <a:latin typeface="Franklin Gothic Medium"/>
                <a:cs typeface="Franklin Gothic Medium"/>
              </a:rPr>
              <a:t>i</a:t>
            </a:r>
            <a:r>
              <a:rPr sz="2400" dirty="0">
                <a:latin typeface="Franklin Gothic Medium"/>
                <a:cs typeface="Franklin Gothic Medium"/>
              </a:rPr>
              <a:t>t	combination  </a:t>
            </a:r>
            <a:r>
              <a:rPr sz="2400" spc="-10" dirty="0">
                <a:latin typeface="Franklin Gothic Medium"/>
                <a:cs typeface="Franklin Gothic Medium"/>
              </a:rPr>
              <a:t>between</a:t>
            </a:r>
            <a:r>
              <a:rPr sz="2400" dirty="0">
                <a:latin typeface="Franklin Gothic Medium"/>
                <a:cs typeface="Franklin Gothic Medium"/>
              </a:rPr>
              <a:t> </a:t>
            </a:r>
            <a:r>
              <a:rPr sz="2400" spc="-5" dirty="0">
                <a:latin typeface="Franklin Gothic Medium"/>
                <a:cs typeface="Franklin Gothic Medium"/>
              </a:rPr>
              <a:t>0–7</a:t>
            </a:r>
            <a:endParaRPr sz="2400">
              <a:latin typeface="Franklin Gothic Medium"/>
              <a:cs typeface="Franklin Gothic Medium"/>
            </a:endParaRPr>
          </a:p>
          <a:p>
            <a:pPr marL="364490" indent="-352425">
              <a:lnSpc>
                <a:spcPct val="100000"/>
              </a:lnSpc>
              <a:spcBef>
                <a:spcPts val="330"/>
              </a:spcBef>
              <a:buFont typeface="Arial MT"/>
              <a:buChar char="•"/>
              <a:tabLst>
                <a:tab pos="364490" algn="l"/>
                <a:tab pos="365125" algn="l"/>
              </a:tabLst>
            </a:pPr>
            <a:r>
              <a:rPr sz="2400" spc="-5" dirty="0">
                <a:latin typeface="Franklin Gothic Medium"/>
                <a:cs typeface="Franklin Gothic Medium"/>
              </a:rPr>
              <a:t>Can</a:t>
            </a:r>
            <a:r>
              <a:rPr sz="2400" spc="-25" dirty="0">
                <a:latin typeface="Franklin Gothic Medium"/>
                <a:cs typeface="Franklin Gothic Medium"/>
              </a:rPr>
              <a:t> </a:t>
            </a:r>
            <a:r>
              <a:rPr sz="2400" dirty="0">
                <a:latin typeface="Franklin Gothic Medium"/>
                <a:cs typeface="Franklin Gothic Medium"/>
              </a:rPr>
              <a:t>be</a:t>
            </a:r>
            <a:r>
              <a:rPr sz="2400" spc="-15" dirty="0">
                <a:latin typeface="Franklin Gothic Medium"/>
                <a:cs typeface="Franklin Gothic Medium"/>
              </a:rPr>
              <a:t> </a:t>
            </a:r>
            <a:r>
              <a:rPr sz="2400" dirty="0">
                <a:latin typeface="Franklin Gothic Medium"/>
                <a:cs typeface="Franklin Gothic Medium"/>
              </a:rPr>
              <a:t>+</a:t>
            </a:r>
            <a:r>
              <a:rPr sz="2400" spc="-25" dirty="0">
                <a:latin typeface="Franklin Gothic Medium"/>
                <a:cs typeface="Franklin Gothic Medium"/>
              </a:rPr>
              <a:t> </a:t>
            </a:r>
            <a:r>
              <a:rPr sz="2400" dirty="0">
                <a:latin typeface="Franklin Gothic Medium"/>
                <a:cs typeface="Franklin Gothic Medium"/>
              </a:rPr>
              <a:t>or</a:t>
            </a:r>
            <a:r>
              <a:rPr sz="2400" spc="-10"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a:p>
            <a:pPr marL="364490" marR="5080" indent="-352425">
              <a:lnSpc>
                <a:spcPct val="110800"/>
              </a:lnSpc>
              <a:spcBef>
                <a:spcPts val="10"/>
              </a:spcBef>
              <a:buFont typeface="Arial MT"/>
              <a:buChar char="•"/>
              <a:tabLst>
                <a:tab pos="364490" algn="l"/>
                <a:tab pos="365125" algn="l"/>
              </a:tabLst>
            </a:pPr>
            <a:r>
              <a:rPr sz="2400" spc="-5" dirty="0">
                <a:latin typeface="Franklin Gothic Medium"/>
                <a:cs typeface="Franklin Gothic Medium"/>
              </a:rPr>
              <a:t>The</a:t>
            </a:r>
            <a:r>
              <a:rPr sz="2400" spc="310" dirty="0">
                <a:latin typeface="Franklin Gothic Medium"/>
                <a:cs typeface="Franklin Gothic Medium"/>
              </a:rPr>
              <a:t> </a:t>
            </a:r>
            <a:r>
              <a:rPr sz="2400" dirty="0">
                <a:latin typeface="Franklin Gothic Medium"/>
                <a:cs typeface="Franklin Gothic Medium"/>
              </a:rPr>
              <a:t>constant</a:t>
            </a:r>
            <a:r>
              <a:rPr sz="2400" spc="305" dirty="0">
                <a:latin typeface="Franklin Gothic Medium"/>
                <a:cs typeface="Franklin Gothic Medium"/>
              </a:rPr>
              <a:t> </a:t>
            </a:r>
            <a:r>
              <a:rPr sz="2400" spc="-5" dirty="0">
                <a:latin typeface="Franklin Gothic Medium"/>
                <a:cs typeface="Franklin Gothic Medium"/>
              </a:rPr>
              <a:t>must</a:t>
            </a:r>
            <a:r>
              <a:rPr sz="2400" spc="315" dirty="0">
                <a:latin typeface="Franklin Gothic Medium"/>
                <a:cs typeface="Franklin Gothic Medium"/>
              </a:rPr>
              <a:t> </a:t>
            </a:r>
            <a:r>
              <a:rPr sz="2400" spc="-15" dirty="0">
                <a:latin typeface="Franklin Gothic Medium"/>
                <a:cs typeface="Franklin Gothic Medium"/>
              </a:rPr>
              <a:t>have</a:t>
            </a:r>
            <a:r>
              <a:rPr sz="2400" spc="315" dirty="0">
                <a:latin typeface="Franklin Gothic Medium"/>
                <a:cs typeface="Franklin Gothic Medium"/>
              </a:rPr>
              <a:t> </a:t>
            </a:r>
            <a:r>
              <a:rPr sz="2400" spc="-10" dirty="0">
                <a:latin typeface="Franklin Gothic Medium"/>
                <a:cs typeface="Franklin Gothic Medium"/>
              </a:rPr>
              <a:t>the</a:t>
            </a:r>
            <a:r>
              <a:rPr sz="2400" spc="310" dirty="0">
                <a:latin typeface="Franklin Gothic Medium"/>
                <a:cs typeface="Franklin Gothic Medium"/>
              </a:rPr>
              <a:t> </a:t>
            </a:r>
            <a:r>
              <a:rPr sz="2400" dirty="0">
                <a:latin typeface="Franklin Gothic Medium"/>
                <a:cs typeface="Franklin Gothic Medium"/>
              </a:rPr>
              <a:t>prefix</a:t>
            </a:r>
            <a:r>
              <a:rPr sz="2400" spc="325" dirty="0">
                <a:latin typeface="Franklin Gothic Medium"/>
                <a:cs typeface="Franklin Gothic Medium"/>
              </a:rPr>
              <a:t> </a:t>
            </a:r>
            <a:r>
              <a:rPr sz="2400" dirty="0">
                <a:latin typeface="Franklin Gothic Medium"/>
                <a:cs typeface="Franklin Gothic Medium"/>
              </a:rPr>
              <a:t>0 </a:t>
            </a:r>
            <a:r>
              <a:rPr sz="2400" spc="-585" dirty="0">
                <a:latin typeface="Franklin Gothic Medium"/>
                <a:cs typeface="Franklin Gothic Medium"/>
              </a:rPr>
              <a:t> </a:t>
            </a:r>
            <a:r>
              <a:rPr sz="2400" spc="-5" dirty="0">
                <a:latin typeface="Franklin Gothic Medium"/>
                <a:cs typeface="Franklin Gothic Medium"/>
              </a:rPr>
              <a:t>(Zero)</a:t>
            </a:r>
            <a:endParaRPr sz="2400">
              <a:latin typeface="Franklin Gothic Medium"/>
              <a:cs typeface="Franklin Gothic Medium"/>
            </a:endParaRPr>
          </a:p>
        </p:txBody>
      </p:sp>
      <p:sp>
        <p:nvSpPr>
          <p:cNvPr id="41" name="object 41"/>
          <p:cNvSpPr txBox="1"/>
          <p:nvPr/>
        </p:nvSpPr>
        <p:spPr>
          <a:xfrm>
            <a:off x="8432038" y="3986021"/>
            <a:ext cx="913130" cy="391160"/>
          </a:xfrm>
          <a:prstGeom prst="rect">
            <a:avLst/>
          </a:prstGeom>
        </p:spPr>
        <p:txBody>
          <a:bodyPr vert="horz" wrap="square" lIns="0" tIns="12700" rIns="0" bIns="0" rtlCol="0">
            <a:spAutoFit/>
          </a:bodyPr>
          <a:lstStyle/>
          <a:p>
            <a:pPr marL="12700">
              <a:lnSpc>
                <a:spcPct val="100000"/>
              </a:lnSpc>
              <a:spcBef>
                <a:spcPts val="100"/>
              </a:spcBef>
            </a:pPr>
            <a:r>
              <a:rPr sz="2400" spc="-65" dirty="0">
                <a:latin typeface="Franklin Gothic Medium"/>
                <a:cs typeface="Franklin Gothic Medium"/>
              </a:rPr>
              <a:t>0</a:t>
            </a:r>
            <a:r>
              <a:rPr sz="2400" spc="15" dirty="0">
                <a:latin typeface="Franklin Gothic Medium"/>
                <a:cs typeface="Franklin Gothic Medium"/>
              </a:rPr>
              <a:t>1</a:t>
            </a:r>
            <a:r>
              <a:rPr sz="2400" spc="-5" dirty="0">
                <a:latin typeface="Franklin Gothic Medium"/>
                <a:cs typeface="Franklin Gothic Medium"/>
              </a:rPr>
              <a:t>234</a:t>
            </a:r>
            <a:endParaRPr sz="2400">
              <a:latin typeface="Franklin Gothic Medium"/>
              <a:cs typeface="Franklin Gothic Medium"/>
            </a:endParaRPr>
          </a:p>
        </p:txBody>
      </p:sp>
      <p:sp>
        <p:nvSpPr>
          <p:cNvPr id="42" name="object 42"/>
          <p:cNvSpPr txBox="1"/>
          <p:nvPr/>
        </p:nvSpPr>
        <p:spPr>
          <a:xfrm>
            <a:off x="5688584" y="3541014"/>
            <a:ext cx="3303904" cy="2056130"/>
          </a:xfrm>
          <a:prstGeom prst="rect">
            <a:avLst/>
          </a:prstGeom>
        </p:spPr>
        <p:txBody>
          <a:bodyPr vert="horz" wrap="square" lIns="0" tIns="52069" rIns="0" bIns="0" rtlCol="0">
            <a:spAutoFit/>
          </a:bodyPr>
          <a:lstStyle/>
          <a:p>
            <a:pPr marL="12700">
              <a:lnSpc>
                <a:spcPct val="100000"/>
              </a:lnSpc>
              <a:spcBef>
                <a:spcPts val="409"/>
              </a:spcBef>
            </a:pPr>
            <a:r>
              <a:rPr sz="2400" spc="-10" dirty="0">
                <a:solidFill>
                  <a:srgbClr val="000099"/>
                </a:solidFill>
                <a:latin typeface="Franklin Gothic Medium"/>
                <a:cs typeface="Franklin Gothic Medium"/>
              </a:rPr>
              <a:t>Valid</a:t>
            </a:r>
            <a:r>
              <a:rPr sz="2400" spc="-6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endParaRPr sz="2400">
              <a:latin typeface="Franklin Gothic Medium"/>
              <a:cs typeface="Franklin Gothic Medium"/>
            </a:endParaRPr>
          </a:p>
          <a:p>
            <a:pPr marL="12700">
              <a:lnSpc>
                <a:spcPct val="100000"/>
              </a:lnSpc>
              <a:spcBef>
                <a:spcPts val="310"/>
              </a:spcBef>
              <a:tabLst>
                <a:tab pos="1383665" algn="l"/>
              </a:tabLst>
            </a:pPr>
            <a:r>
              <a:rPr sz="2400" spc="-40" dirty="0">
                <a:latin typeface="Franklin Gothic Medium"/>
                <a:cs typeface="Franklin Gothic Medium"/>
              </a:rPr>
              <a:t>077	</a:t>
            </a:r>
            <a:r>
              <a:rPr sz="2400" spc="-20" dirty="0">
                <a:latin typeface="Franklin Gothic Medium"/>
                <a:cs typeface="Franklin Gothic Medium"/>
              </a:rPr>
              <a:t>-0756</a:t>
            </a:r>
            <a:endParaRPr sz="2400">
              <a:latin typeface="Franklin Gothic Medium"/>
              <a:cs typeface="Franklin Gothic Medium"/>
            </a:endParaRPr>
          </a:p>
          <a:p>
            <a:pPr>
              <a:lnSpc>
                <a:spcPct val="100000"/>
              </a:lnSpc>
              <a:spcBef>
                <a:spcPts val="15"/>
              </a:spcBef>
            </a:pPr>
            <a:endParaRPr sz="3100">
              <a:latin typeface="Franklin Gothic Medium"/>
              <a:cs typeface="Franklin Gothic Medium"/>
            </a:endParaRPr>
          </a:p>
          <a:p>
            <a:pPr marL="12700">
              <a:lnSpc>
                <a:spcPct val="100000"/>
              </a:lnSpc>
            </a:pPr>
            <a:r>
              <a:rPr sz="2400" spc="-5" dirty="0">
                <a:solidFill>
                  <a:srgbClr val="000099"/>
                </a:solidFill>
                <a:latin typeface="Franklin Gothic Medium"/>
                <a:cs typeface="Franklin Gothic Medium"/>
              </a:rPr>
              <a:t>Invalid</a:t>
            </a:r>
            <a:r>
              <a:rPr sz="2400" spc="-6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r>
              <a:rPr sz="2400" spc="-5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t>
            </a:r>
            <a:endParaRPr sz="2400">
              <a:latin typeface="Franklin Gothic Medium"/>
              <a:cs typeface="Franklin Gothic Medium"/>
            </a:endParaRPr>
          </a:p>
          <a:p>
            <a:pPr marL="12700">
              <a:lnSpc>
                <a:spcPct val="100000"/>
              </a:lnSpc>
              <a:spcBef>
                <a:spcPts val="315"/>
              </a:spcBef>
              <a:tabLst>
                <a:tab pos="1383665" algn="l"/>
                <a:tab pos="2755900" algn="l"/>
              </a:tabLst>
            </a:pPr>
            <a:r>
              <a:rPr sz="2400" spc="-65" dirty="0">
                <a:latin typeface="Franklin Gothic Medium"/>
                <a:cs typeface="Franklin Gothic Medium"/>
              </a:rPr>
              <a:t>0</a:t>
            </a:r>
            <a:r>
              <a:rPr sz="2400" spc="-30" dirty="0">
                <a:latin typeface="Franklin Gothic Medium"/>
                <a:cs typeface="Franklin Gothic Medium"/>
              </a:rPr>
              <a:t>1</a:t>
            </a:r>
            <a:r>
              <a:rPr sz="2400" spc="-5" dirty="0">
                <a:latin typeface="Franklin Gothic Medium"/>
                <a:cs typeface="Franklin Gothic Medium"/>
              </a:rPr>
              <a:t>0</a:t>
            </a:r>
            <a:r>
              <a:rPr sz="2400" dirty="0">
                <a:latin typeface="Franklin Gothic Medium"/>
                <a:cs typeface="Franklin Gothic Medium"/>
              </a:rPr>
              <a:t>2</a:t>
            </a:r>
            <a:r>
              <a:rPr sz="2400" spc="30" dirty="0">
                <a:latin typeface="Franklin Gothic Medium"/>
                <a:cs typeface="Franklin Gothic Medium"/>
              </a:rPr>
              <a:t> </a:t>
            </a:r>
            <a:r>
              <a:rPr sz="2400" spc="-5" dirty="0">
                <a:latin typeface="Franklin Gothic Medium"/>
                <a:cs typeface="Franklin Gothic Medium"/>
              </a:rPr>
              <a:t>5</a:t>
            </a:r>
            <a:r>
              <a:rPr sz="2400" dirty="0">
                <a:latin typeface="Franklin Gothic Medium"/>
                <a:cs typeface="Franklin Gothic Medium"/>
              </a:rPr>
              <a:t>6	</a:t>
            </a:r>
            <a:r>
              <a:rPr sz="2400" spc="-5" dirty="0">
                <a:latin typeface="Franklin Gothic Medium"/>
                <a:cs typeface="Franklin Gothic Medium"/>
              </a:rPr>
              <a:t>-</a:t>
            </a:r>
            <a:r>
              <a:rPr sz="2400" spc="-65" dirty="0">
                <a:latin typeface="Franklin Gothic Medium"/>
                <a:cs typeface="Franklin Gothic Medium"/>
              </a:rPr>
              <a:t>0</a:t>
            </a:r>
            <a:r>
              <a:rPr sz="2400" spc="-150" dirty="0">
                <a:latin typeface="Franklin Gothic Medium"/>
                <a:cs typeface="Franklin Gothic Medium"/>
              </a:rPr>
              <a:t>1</a:t>
            </a:r>
            <a:r>
              <a:rPr sz="2400" spc="-210" dirty="0">
                <a:latin typeface="Franklin Gothic Medium"/>
                <a:cs typeface="Franklin Gothic Medium"/>
              </a:rPr>
              <a:t>7</a:t>
            </a:r>
            <a:r>
              <a:rPr sz="2400" spc="-5" dirty="0">
                <a:latin typeface="Franklin Gothic Medium"/>
                <a:cs typeface="Franklin Gothic Medium"/>
              </a:rPr>
              <a:t>.</a:t>
            </a:r>
            <a:r>
              <a:rPr sz="2400" dirty="0">
                <a:latin typeface="Franklin Gothic Medium"/>
                <a:cs typeface="Franklin Gothic Medium"/>
              </a:rPr>
              <a:t>7	</a:t>
            </a:r>
            <a:r>
              <a:rPr sz="2400" spc="-5" dirty="0">
                <a:latin typeface="Franklin Gothic Medium"/>
                <a:cs typeface="Franklin Gothic Medium"/>
              </a:rPr>
              <a:t>856</a:t>
            </a:r>
            <a:endParaRPr sz="2400">
              <a:latin typeface="Franklin Gothic Medium"/>
              <a:cs typeface="Franklin Gothic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453253" y="458851"/>
            <a:ext cx="3730625" cy="1610995"/>
          </a:xfrm>
          <a:prstGeom prst="rect">
            <a:avLst/>
          </a:prstGeom>
        </p:spPr>
        <p:txBody>
          <a:bodyPr vert="horz" wrap="square" lIns="0" tIns="12700" rIns="0" bIns="0" rtlCol="0">
            <a:spAutoFit/>
          </a:bodyPr>
          <a:lstStyle/>
          <a:p>
            <a:pPr marL="398145" indent="-386080">
              <a:lnSpc>
                <a:spcPct val="100000"/>
              </a:lnSpc>
              <a:spcBef>
                <a:spcPts val="100"/>
              </a:spcBef>
              <a:buAutoNum type="alphaLcParenR" startAt="3"/>
              <a:tabLst>
                <a:tab pos="398145" algn="l"/>
                <a:tab pos="398780" algn="l"/>
              </a:tabLst>
            </a:pPr>
            <a:r>
              <a:rPr sz="2400" spc="-10" dirty="0">
                <a:solidFill>
                  <a:srgbClr val="C00000"/>
                </a:solidFill>
                <a:latin typeface="Franklin Gothic Medium"/>
                <a:cs typeface="Franklin Gothic Medium"/>
              </a:rPr>
              <a:t>Hexa</a:t>
            </a:r>
            <a:r>
              <a:rPr sz="2400" spc="-75" dirty="0">
                <a:solidFill>
                  <a:srgbClr val="C00000"/>
                </a:solidFill>
                <a:latin typeface="Franklin Gothic Medium"/>
                <a:cs typeface="Franklin Gothic Medium"/>
              </a:rPr>
              <a:t> </a:t>
            </a:r>
            <a:r>
              <a:rPr sz="2400" spc="5" dirty="0">
                <a:solidFill>
                  <a:srgbClr val="C00000"/>
                </a:solidFill>
                <a:latin typeface="Franklin Gothic Medium"/>
                <a:cs typeface="Franklin Gothic Medium"/>
              </a:rPr>
              <a:t>Decimal</a:t>
            </a:r>
            <a:endParaRPr sz="2400">
              <a:latin typeface="Franklin Gothic Medium"/>
              <a:cs typeface="Franklin Gothic Medium"/>
            </a:endParaRPr>
          </a:p>
          <a:p>
            <a:pPr>
              <a:lnSpc>
                <a:spcPct val="100000"/>
              </a:lnSpc>
              <a:spcBef>
                <a:spcPts val="15"/>
              </a:spcBef>
              <a:buClr>
                <a:srgbClr val="C00000"/>
              </a:buClr>
              <a:buFont typeface="Franklin Gothic Medium"/>
              <a:buAutoNum type="alphaLcParenR" startAt="3"/>
            </a:pPr>
            <a:endParaRPr sz="2800">
              <a:latin typeface="Franklin Gothic Medium"/>
              <a:cs typeface="Franklin Gothic Medium"/>
            </a:endParaRPr>
          </a:p>
          <a:p>
            <a:pPr marL="821690" marR="5080" lvl="1" indent="-352425">
              <a:lnSpc>
                <a:spcPct val="111300"/>
              </a:lnSpc>
              <a:buFont typeface="Arial MT"/>
              <a:buChar char="•"/>
              <a:tabLst>
                <a:tab pos="821690" algn="l"/>
                <a:tab pos="822325" algn="l"/>
                <a:tab pos="2564130" algn="l"/>
              </a:tabLst>
            </a:pPr>
            <a:r>
              <a:rPr sz="2400" spc="-5" dirty="0">
                <a:latin typeface="Franklin Gothic Medium"/>
                <a:cs typeface="Franklin Gothic Medium"/>
              </a:rPr>
              <a:t>Constants	</a:t>
            </a:r>
            <a:r>
              <a:rPr sz="2400" spc="-10" dirty="0">
                <a:latin typeface="Franklin Gothic Medium"/>
                <a:cs typeface="Franklin Gothic Medium"/>
              </a:rPr>
              <a:t>having </a:t>
            </a:r>
            <a:r>
              <a:rPr sz="2400" spc="-5" dirty="0">
                <a:latin typeface="Franklin Gothic Medium"/>
                <a:cs typeface="Franklin Gothic Medium"/>
              </a:rPr>
              <a:t> </a:t>
            </a:r>
            <a:r>
              <a:rPr sz="2400" spc="-10" dirty="0">
                <a:latin typeface="Franklin Gothic Medium"/>
                <a:cs typeface="Franklin Gothic Medium"/>
              </a:rPr>
              <a:t>between</a:t>
            </a:r>
            <a:r>
              <a:rPr sz="2400" spc="-5" dirty="0">
                <a:latin typeface="Franklin Gothic Medium"/>
                <a:cs typeface="Franklin Gothic Medium"/>
              </a:rPr>
              <a:t> 0–9</a:t>
            </a:r>
            <a:r>
              <a:rPr sz="2400" dirty="0">
                <a:latin typeface="Franklin Gothic Medium"/>
                <a:cs typeface="Franklin Gothic Medium"/>
              </a:rPr>
              <a:t> </a:t>
            </a:r>
            <a:r>
              <a:rPr sz="2400" spc="-5" dirty="0">
                <a:latin typeface="Franklin Gothic Medium"/>
                <a:cs typeface="Franklin Gothic Medium"/>
              </a:rPr>
              <a:t>and</a:t>
            </a:r>
            <a:r>
              <a:rPr sz="2400" spc="-10" dirty="0">
                <a:latin typeface="Franklin Gothic Medium"/>
                <a:cs typeface="Franklin Gothic Medium"/>
              </a:rPr>
              <a:t> </a:t>
            </a:r>
            <a:r>
              <a:rPr sz="2400" spc="-5" dirty="0">
                <a:latin typeface="Franklin Gothic Medium"/>
                <a:cs typeface="Franklin Gothic Medium"/>
              </a:rPr>
              <a:t>A–F</a:t>
            </a:r>
            <a:endParaRPr sz="2400">
              <a:latin typeface="Franklin Gothic Medium"/>
              <a:cs typeface="Franklin Gothic Medium"/>
            </a:endParaRPr>
          </a:p>
        </p:txBody>
      </p:sp>
      <p:sp>
        <p:nvSpPr>
          <p:cNvPr id="40" name="object 40"/>
          <p:cNvSpPr txBox="1"/>
          <p:nvPr/>
        </p:nvSpPr>
        <p:spPr>
          <a:xfrm>
            <a:off x="9298685" y="1271142"/>
            <a:ext cx="59626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Franklin Gothic Medium"/>
                <a:cs typeface="Franklin Gothic Medium"/>
              </a:rPr>
              <a:t>di</a:t>
            </a:r>
            <a:r>
              <a:rPr sz="2400" spc="5" dirty="0">
                <a:latin typeface="Franklin Gothic Medium"/>
                <a:cs typeface="Franklin Gothic Medium"/>
              </a:rPr>
              <a:t>g</a:t>
            </a:r>
            <a:r>
              <a:rPr sz="2400" dirty="0">
                <a:latin typeface="Franklin Gothic Medium"/>
                <a:cs typeface="Franklin Gothic Medium"/>
              </a:rPr>
              <a:t>it</a:t>
            </a:r>
            <a:endParaRPr sz="2400">
              <a:latin typeface="Franklin Gothic Medium"/>
              <a:cs typeface="Franklin Gothic Medium"/>
            </a:endParaRPr>
          </a:p>
        </p:txBody>
      </p:sp>
      <p:sp>
        <p:nvSpPr>
          <p:cNvPr id="41" name="object 41"/>
          <p:cNvSpPr txBox="1"/>
          <p:nvPr/>
        </p:nvSpPr>
        <p:spPr>
          <a:xfrm>
            <a:off x="10303256" y="1271142"/>
            <a:ext cx="16624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Franklin Gothic Medium"/>
                <a:cs typeface="Franklin Gothic Medium"/>
              </a:rPr>
              <a:t>combina</a:t>
            </a:r>
            <a:r>
              <a:rPr sz="2400" spc="-10" dirty="0">
                <a:latin typeface="Franklin Gothic Medium"/>
                <a:cs typeface="Franklin Gothic Medium"/>
              </a:rPr>
              <a:t>t</a:t>
            </a:r>
            <a:r>
              <a:rPr sz="2400" dirty="0">
                <a:latin typeface="Franklin Gothic Medium"/>
                <a:cs typeface="Franklin Gothic Medium"/>
              </a:rPr>
              <a:t>i</a:t>
            </a:r>
            <a:r>
              <a:rPr sz="2400" spc="10" dirty="0">
                <a:latin typeface="Franklin Gothic Medium"/>
                <a:cs typeface="Franklin Gothic Medium"/>
              </a:rPr>
              <a:t>o</a:t>
            </a:r>
            <a:r>
              <a:rPr sz="2400" dirty="0">
                <a:latin typeface="Franklin Gothic Medium"/>
                <a:cs typeface="Franklin Gothic Medium"/>
              </a:rPr>
              <a:t>n</a:t>
            </a:r>
            <a:endParaRPr sz="2400">
              <a:latin typeface="Franklin Gothic Medium"/>
              <a:cs typeface="Franklin Gothic Medium"/>
            </a:endParaRPr>
          </a:p>
        </p:txBody>
      </p:sp>
      <p:sp>
        <p:nvSpPr>
          <p:cNvPr id="42" name="object 42"/>
          <p:cNvSpPr txBox="1"/>
          <p:nvPr/>
        </p:nvSpPr>
        <p:spPr>
          <a:xfrm>
            <a:off x="5910453" y="2045589"/>
            <a:ext cx="5845175" cy="1243330"/>
          </a:xfrm>
          <a:prstGeom prst="rect">
            <a:avLst/>
          </a:prstGeom>
        </p:spPr>
        <p:txBody>
          <a:bodyPr vert="horz" wrap="square" lIns="0" tIns="52069" rIns="0" bIns="0" rtlCol="0">
            <a:spAutoFit/>
          </a:bodyPr>
          <a:lstStyle/>
          <a:p>
            <a:pPr marL="364490" indent="-352425">
              <a:lnSpc>
                <a:spcPct val="100000"/>
              </a:lnSpc>
              <a:spcBef>
                <a:spcPts val="409"/>
              </a:spcBef>
              <a:buFont typeface="Arial MT"/>
              <a:buChar char="•"/>
              <a:tabLst>
                <a:tab pos="364490" algn="l"/>
                <a:tab pos="365125" algn="l"/>
                <a:tab pos="1841500" algn="l"/>
              </a:tabLst>
            </a:pPr>
            <a:r>
              <a:rPr sz="2400" dirty="0">
                <a:latin typeface="Franklin Gothic Medium"/>
                <a:cs typeface="Franklin Gothic Medium"/>
              </a:rPr>
              <a:t>A </a:t>
            </a:r>
            <a:r>
              <a:rPr sz="2400" spc="-5" dirty="0">
                <a:latin typeface="Franklin Gothic Medium"/>
                <a:cs typeface="Franklin Gothic Medium"/>
              </a:rPr>
              <a:t>---&gt; </a:t>
            </a:r>
            <a:r>
              <a:rPr sz="2400" spc="-15" dirty="0">
                <a:latin typeface="Franklin Gothic Medium"/>
                <a:cs typeface="Franklin Gothic Medium"/>
              </a:rPr>
              <a:t>10	</a:t>
            </a:r>
            <a:r>
              <a:rPr sz="2400" dirty="0">
                <a:latin typeface="Franklin Gothic Medium"/>
                <a:cs typeface="Franklin Gothic Medium"/>
              </a:rPr>
              <a:t>F</a:t>
            </a:r>
            <a:r>
              <a:rPr sz="2400" spc="-40" dirty="0">
                <a:latin typeface="Franklin Gothic Medium"/>
                <a:cs typeface="Franklin Gothic Medium"/>
              </a:rPr>
              <a:t> </a:t>
            </a:r>
            <a:r>
              <a:rPr sz="2400" spc="-5" dirty="0">
                <a:latin typeface="Franklin Gothic Medium"/>
                <a:cs typeface="Franklin Gothic Medium"/>
              </a:rPr>
              <a:t>---&gt;15</a:t>
            </a:r>
            <a:endParaRPr sz="2400">
              <a:latin typeface="Franklin Gothic Medium"/>
              <a:cs typeface="Franklin Gothic Medium"/>
            </a:endParaRPr>
          </a:p>
          <a:p>
            <a:pPr marL="364490" indent="-352425">
              <a:lnSpc>
                <a:spcPct val="100000"/>
              </a:lnSpc>
              <a:spcBef>
                <a:spcPts val="310"/>
              </a:spcBef>
              <a:buFont typeface="Arial MT"/>
              <a:buChar char="•"/>
              <a:tabLst>
                <a:tab pos="364490" algn="l"/>
                <a:tab pos="365125" algn="l"/>
              </a:tabLst>
            </a:pPr>
            <a:r>
              <a:rPr sz="2400" spc="-5" dirty="0">
                <a:latin typeface="Franklin Gothic Medium"/>
                <a:cs typeface="Franklin Gothic Medium"/>
              </a:rPr>
              <a:t>Can</a:t>
            </a:r>
            <a:r>
              <a:rPr sz="2400" spc="-25" dirty="0">
                <a:latin typeface="Franklin Gothic Medium"/>
                <a:cs typeface="Franklin Gothic Medium"/>
              </a:rPr>
              <a:t> </a:t>
            </a:r>
            <a:r>
              <a:rPr sz="2400" dirty="0">
                <a:latin typeface="Franklin Gothic Medium"/>
                <a:cs typeface="Franklin Gothic Medium"/>
              </a:rPr>
              <a:t>be</a:t>
            </a:r>
            <a:r>
              <a:rPr sz="2400" spc="-20" dirty="0">
                <a:latin typeface="Franklin Gothic Medium"/>
                <a:cs typeface="Franklin Gothic Medium"/>
              </a:rPr>
              <a:t> </a:t>
            </a:r>
            <a:r>
              <a:rPr sz="2400" dirty="0">
                <a:latin typeface="Franklin Gothic Medium"/>
                <a:cs typeface="Franklin Gothic Medium"/>
              </a:rPr>
              <a:t>+</a:t>
            </a:r>
            <a:r>
              <a:rPr sz="2400" spc="-20" dirty="0">
                <a:latin typeface="Franklin Gothic Medium"/>
                <a:cs typeface="Franklin Gothic Medium"/>
              </a:rPr>
              <a:t> </a:t>
            </a:r>
            <a:r>
              <a:rPr sz="2400" dirty="0">
                <a:latin typeface="Franklin Gothic Medium"/>
                <a:cs typeface="Franklin Gothic Medium"/>
              </a:rPr>
              <a:t>or</a:t>
            </a:r>
            <a:r>
              <a:rPr sz="2400" spc="-15"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a:p>
            <a:pPr marL="364490" indent="-352425">
              <a:lnSpc>
                <a:spcPct val="100000"/>
              </a:lnSpc>
              <a:spcBef>
                <a:spcPts val="325"/>
              </a:spcBef>
              <a:buFont typeface="Arial MT"/>
              <a:buChar char="•"/>
              <a:tabLst>
                <a:tab pos="364490" algn="l"/>
                <a:tab pos="365125" algn="l"/>
              </a:tabLst>
            </a:pPr>
            <a:r>
              <a:rPr sz="2400" spc="-5" dirty="0">
                <a:latin typeface="Franklin Gothic Medium"/>
                <a:cs typeface="Franklin Gothic Medium"/>
              </a:rPr>
              <a:t>The constant</a:t>
            </a:r>
            <a:r>
              <a:rPr sz="2400" spc="10" dirty="0">
                <a:latin typeface="Franklin Gothic Medium"/>
                <a:cs typeface="Franklin Gothic Medium"/>
              </a:rPr>
              <a:t> </a:t>
            </a:r>
            <a:r>
              <a:rPr sz="2400" spc="-5" dirty="0">
                <a:latin typeface="Franklin Gothic Medium"/>
                <a:cs typeface="Franklin Gothic Medium"/>
              </a:rPr>
              <a:t>must</a:t>
            </a:r>
            <a:r>
              <a:rPr sz="2400" spc="5" dirty="0">
                <a:latin typeface="Franklin Gothic Medium"/>
                <a:cs typeface="Franklin Gothic Medium"/>
              </a:rPr>
              <a:t> </a:t>
            </a:r>
            <a:r>
              <a:rPr sz="2400" spc="-15" dirty="0">
                <a:latin typeface="Franklin Gothic Medium"/>
                <a:cs typeface="Franklin Gothic Medium"/>
              </a:rPr>
              <a:t>have</a:t>
            </a:r>
            <a:r>
              <a:rPr sz="2400" dirty="0">
                <a:latin typeface="Franklin Gothic Medium"/>
                <a:cs typeface="Franklin Gothic Medium"/>
              </a:rPr>
              <a:t> </a:t>
            </a:r>
            <a:r>
              <a:rPr sz="2400" spc="-5" dirty="0">
                <a:latin typeface="Franklin Gothic Medium"/>
                <a:cs typeface="Franklin Gothic Medium"/>
              </a:rPr>
              <a:t>the</a:t>
            </a:r>
            <a:r>
              <a:rPr sz="2400" spc="5" dirty="0">
                <a:latin typeface="Franklin Gothic Medium"/>
                <a:cs typeface="Franklin Gothic Medium"/>
              </a:rPr>
              <a:t> </a:t>
            </a:r>
            <a:r>
              <a:rPr sz="2400" spc="-5" dirty="0">
                <a:latin typeface="Franklin Gothic Medium"/>
                <a:cs typeface="Franklin Gothic Medium"/>
              </a:rPr>
              <a:t>prefix</a:t>
            </a:r>
            <a:r>
              <a:rPr sz="2400" dirty="0">
                <a:latin typeface="Franklin Gothic Medium"/>
                <a:cs typeface="Franklin Gothic Medium"/>
              </a:rPr>
              <a:t> </a:t>
            </a:r>
            <a:r>
              <a:rPr sz="2400" spc="-5" dirty="0">
                <a:latin typeface="Franklin Gothic Medium"/>
                <a:cs typeface="Franklin Gothic Medium"/>
              </a:rPr>
              <a:t>0X</a:t>
            </a:r>
            <a:r>
              <a:rPr sz="2400" dirty="0">
                <a:latin typeface="Franklin Gothic Medium"/>
                <a:cs typeface="Franklin Gothic Medium"/>
              </a:rPr>
              <a:t> / </a:t>
            </a:r>
            <a:r>
              <a:rPr sz="2400" spc="-5" dirty="0">
                <a:latin typeface="Franklin Gothic Medium"/>
                <a:cs typeface="Franklin Gothic Medium"/>
              </a:rPr>
              <a:t>0x</a:t>
            </a:r>
            <a:endParaRPr sz="2400">
              <a:latin typeface="Franklin Gothic Medium"/>
              <a:cs typeface="Franklin Gothic Medium"/>
            </a:endParaRPr>
          </a:p>
        </p:txBody>
      </p:sp>
      <p:sp>
        <p:nvSpPr>
          <p:cNvPr id="43" name="object 43"/>
          <p:cNvSpPr txBox="1"/>
          <p:nvPr/>
        </p:nvSpPr>
        <p:spPr>
          <a:xfrm>
            <a:off x="5453253" y="3669029"/>
            <a:ext cx="3324225" cy="2058670"/>
          </a:xfrm>
          <a:prstGeom prst="rect">
            <a:avLst/>
          </a:prstGeom>
        </p:spPr>
        <p:txBody>
          <a:bodyPr vert="horz" wrap="square" lIns="0" tIns="53340" rIns="0" bIns="0" rtlCol="0">
            <a:spAutoFit/>
          </a:bodyPr>
          <a:lstStyle/>
          <a:p>
            <a:pPr marL="12700">
              <a:lnSpc>
                <a:spcPct val="100000"/>
              </a:lnSpc>
              <a:spcBef>
                <a:spcPts val="420"/>
              </a:spcBef>
            </a:pPr>
            <a:r>
              <a:rPr sz="2400" spc="-10" dirty="0">
                <a:solidFill>
                  <a:srgbClr val="000099"/>
                </a:solidFill>
                <a:latin typeface="Franklin Gothic Medium"/>
                <a:cs typeface="Franklin Gothic Medium"/>
              </a:rPr>
              <a:t>Valid</a:t>
            </a:r>
            <a:r>
              <a:rPr sz="2400" spc="-6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endParaRPr sz="2400">
              <a:latin typeface="Franklin Gothic Medium"/>
              <a:cs typeface="Franklin Gothic Medium"/>
            </a:endParaRPr>
          </a:p>
          <a:p>
            <a:pPr marL="12700">
              <a:lnSpc>
                <a:spcPct val="100000"/>
              </a:lnSpc>
              <a:spcBef>
                <a:spcPts val="325"/>
              </a:spcBef>
              <a:tabLst>
                <a:tab pos="1383665" algn="l"/>
              </a:tabLst>
            </a:pPr>
            <a:r>
              <a:rPr sz="2400" spc="-45" dirty="0">
                <a:latin typeface="Franklin Gothic Medium"/>
                <a:cs typeface="Franklin Gothic Medium"/>
              </a:rPr>
              <a:t>0X917	</a:t>
            </a:r>
            <a:r>
              <a:rPr sz="2400" dirty="0">
                <a:latin typeface="Franklin Gothic Medium"/>
                <a:cs typeface="Franklin Gothic Medium"/>
              </a:rPr>
              <a:t>-0x1AF0x304a</a:t>
            </a:r>
            <a:endParaRPr sz="2400">
              <a:latin typeface="Franklin Gothic Medium"/>
              <a:cs typeface="Franklin Gothic Medium"/>
            </a:endParaRPr>
          </a:p>
          <a:p>
            <a:pPr>
              <a:lnSpc>
                <a:spcPct val="100000"/>
              </a:lnSpc>
              <a:spcBef>
                <a:spcPts val="5"/>
              </a:spcBef>
            </a:pPr>
            <a:endParaRPr sz="3100">
              <a:latin typeface="Franklin Gothic Medium"/>
              <a:cs typeface="Franklin Gothic Medium"/>
            </a:endParaRPr>
          </a:p>
          <a:p>
            <a:pPr marL="12700">
              <a:lnSpc>
                <a:spcPct val="100000"/>
              </a:lnSpc>
            </a:pPr>
            <a:r>
              <a:rPr sz="2400" spc="-10" dirty="0">
                <a:solidFill>
                  <a:srgbClr val="000099"/>
                </a:solidFill>
                <a:latin typeface="Franklin Gothic Medium"/>
                <a:cs typeface="Franklin Gothic Medium"/>
              </a:rPr>
              <a:t>Invalid</a:t>
            </a:r>
            <a:r>
              <a:rPr sz="2400" spc="-50" dirty="0">
                <a:solidFill>
                  <a:srgbClr val="000099"/>
                </a:solidFill>
                <a:latin typeface="Franklin Gothic Medium"/>
                <a:cs typeface="Franklin Gothic Medium"/>
              </a:rPr>
              <a:t> </a:t>
            </a:r>
            <a:r>
              <a:rPr sz="2400" spc="-5" dirty="0">
                <a:solidFill>
                  <a:srgbClr val="000099"/>
                </a:solidFill>
                <a:latin typeface="Franklin Gothic Medium"/>
                <a:cs typeface="Franklin Gothic Medium"/>
              </a:rPr>
              <a:t>example</a:t>
            </a:r>
            <a:r>
              <a:rPr sz="2400" spc="-45" dirty="0">
                <a:solidFill>
                  <a:srgbClr val="000099"/>
                </a:solidFill>
                <a:latin typeface="Franklin Gothic Medium"/>
                <a:cs typeface="Franklin Gothic Medium"/>
              </a:rPr>
              <a:t> </a:t>
            </a:r>
            <a:r>
              <a:rPr sz="2400" dirty="0">
                <a:solidFill>
                  <a:srgbClr val="000099"/>
                </a:solidFill>
                <a:latin typeface="Franklin Gothic Medium"/>
                <a:cs typeface="Franklin Gothic Medium"/>
              </a:rPr>
              <a:t>:</a:t>
            </a:r>
            <a:endParaRPr sz="2400">
              <a:latin typeface="Franklin Gothic Medium"/>
              <a:cs typeface="Franklin Gothic Medium"/>
            </a:endParaRPr>
          </a:p>
          <a:p>
            <a:pPr marL="12700">
              <a:lnSpc>
                <a:spcPct val="100000"/>
              </a:lnSpc>
              <a:spcBef>
                <a:spcPts val="325"/>
              </a:spcBef>
              <a:tabLst>
                <a:tab pos="1383665" algn="l"/>
              </a:tabLst>
            </a:pPr>
            <a:r>
              <a:rPr sz="2400" spc="5" dirty="0">
                <a:latin typeface="Franklin Gothic Medium"/>
                <a:cs typeface="Franklin Gothic Medium"/>
              </a:rPr>
              <a:t>18C	</a:t>
            </a:r>
            <a:r>
              <a:rPr sz="2400" dirty="0">
                <a:latin typeface="Franklin Gothic Medium"/>
                <a:cs typeface="Franklin Gothic Medium"/>
              </a:rPr>
              <a:t>0X1GA0x4.6E</a:t>
            </a:r>
            <a:endParaRPr sz="2400">
              <a:latin typeface="Franklin Gothic Medium"/>
              <a:cs typeface="Franklin Gothic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313934" y="2033142"/>
            <a:ext cx="229806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solidFill>
                  <a:srgbClr val="C00000"/>
                </a:solidFill>
                <a:latin typeface="Franklin Gothic Medium"/>
                <a:cs typeface="Franklin Gothic Medium"/>
              </a:rPr>
              <a:t>2.	Float</a:t>
            </a:r>
            <a:r>
              <a:rPr sz="2400" spc="-9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constant</a:t>
            </a:r>
            <a:endParaRPr sz="2400">
              <a:latin typeface="Franklin Gothic Medium"/>
              <a:cs typeface="Franklin Gothic Medium"/>
            </a:endParaRPr>
          </a:p>
        </p:txBody>
      </p:sp>
      <p:sp>
        <p:nvSpPr>
          <p:cNvPr id="40" name="object 40"/>
          <p:cNvSpPr txBox="1"/>
          <p:nvPr/>
        </p:nvSpPr>
        <p:spPr>
          <a:xfrm>
            <a:off x="5771134" y="2398222"/>
            <a:ext cx="6160135" cy="1123950"/>
          </a:xfrm>
          <a:prstGeom prst="rect">
            <a:avLst/>
          </a:prstGeom>
        </p:spPr>
        <p:txBody>
          <a:bodyPr vert="horz" wrap="square" lIns="0" tIns="196215" rIns="0" bIns="0" rtlCol="0">
            <a:spAutoFit/>
          </a:bodyPr>
          <a:lstStyle/>
          <a:p>
            <a:pPr marL="469900" indent="-457834">
              <a:lnSpc>
                <a:spcPct val="100000"/>
              </a:lnSpc>
              <a:spcBef>
                <a:spcPts val="1545"/>
              </a:spcBef>
              <a:buFont typeface="Arial MT"/>
              <a:buChar char="•"/>
              <a:tabLst>
                <a:tab pos="469900" algn="l"/>
                <a:tab pos="470534" algn="l"/>
              </a:tabLst>
            </a:pPr>
            <a:r>
              <a:rPr sz="2400" spc="-10" dirty="0">
                <a:latin typeface="Franklin Gothic Medium"/>
                <a:cs typeface="Franklin Gothic Medium"/>
              </a:rPr>
              <a:t>Represents</a:t>
            </a:r>
            <a:r>
              <a:rPr sz="2400" spc="-15" dirty="0">
                <a:latin typeface="Franklin Gothic Medium"/>
                <a:cs typeface="Franklin Gothic Medium"/>
              </a:rPr>
              <a:t> </a:t>
            </a:r>
            <a:r>
              <a:rPr sz="2400" dirty="0">
                <a:latin typeface="Franklin Gothic Medium"/>
                <a:cs typeface="Franklin Gothic Medium"/>
              </a:rPr>
              <a:t>a</a:t>
            </a:r>
            <a:r>
              <a:rPr sz="2400" spc="5" dirty="0">
                <a:latin typeface="Franklin Gothic Medium"/>
                <a:cs typeface="Franklin Gothic Medium"/>
              </a:rPr>
              <a:t> </a:t>
            </a:r>
            <a:r>
              <a:rPr sz="2400" spc="-5" dirty="0">
                <a:latin typeface="Franklin Gothic Medium"/>
                <a:cs typeface="Franklin Gothic Medium"/>
              </a:rPr>
              <a:t>number</a:t>
            </a:r>
            <a:r>
              <a:rPr sz="2400" dirty="0">
                <a:latin typeface="Franklin Gothic Medium"/>
                <a:cs typeface="Franklin Gothic Medium"/>
              </a:rPr>
              <a:t> </a:t>
            </a:r>
            <a:r>
              <a:rPr sz="2400" spc="-10" dirty="0">
                <a:latin typeface="Franklin Gothic Medium"/>
                <a:cs typeface="Franklin Gothic Medium"/>
              </a:rPr>
              <a:t>having</a:t>
            </a:r>
            <a:r>
              <a:rPr sz="2400" spc="-20" dirty="0">
                <a:latin typeface="Franklin Gothic Medium"/>
                <a:cs typeface="Franklin Gothic Medium"/>
              </a:rPr>
              <a:t> </a:t>
            </a:r>
            <a:r>
              <a:rPr sz="2400" spc="-5" dirty="0">
                <a:latin typeface="Franklin Gothic Medium"/>
                <a:cs typeface="Franklin Gothic Medium"/>
              </a:rPr>
              <a:t>fractional</a:t>
            </a:r>
            <a:r>
              <a:rPr sz="2400" spc="15" dirty="0">
                <a:latin typeface="Franklin Gothic Medium"/>
                <a:cs typeface="Franklin Gothic Medium"/>
              </a:rPr>
              <a:t> </a:t>
            </a:r>
            <a:r>
              <a:rPr sz="2400" spc="5" dirty="0">
                <a:latin typeface="Franklin Gothic Medium"/>
                <a:cs typeface="Franklin Gothic Medium"/>
              </a:rPr>
              <a:t>part</a:t>
            </a:r>
            <a:endParaRPr sz="2400">
              <a:latin typeface="Franklin Gothic Medium"/>
              <a:cs typeface="Franklin Gothic Medium"/>
            </a:endParaRPr>
          </a:p>
          <a:p>
            <a:pPr marL="469900" indent="-457834">
              <a:lnSpc>
                <a:spcPct val="100000"/>
              </a:lnSpc>
              <a:spcBef>
                <a:spcPts val="1440"/>
              </a:spcBef>
              <a:buFont typeface="Arial MT"/>
              <a:buChar char="•"/>
              <a:tabLst>
                <a:tab pos="469900" algn="l"/>
                <a:tab pos="470534" algn="l"/>
              </a:tabLst>
            </a:pPr>
            <a:r>
              <a:rPr sz="2400" spc="-15" dirty="0">
                <a:latin typeface="Franklin Gothic Medium"/>
                <a:cs typeface="Franklin Gothic Medium"/>
              </a:rPr>
              <a:t>May</a:t>
            </a:r>
            <a:r>
              <a:rPr sz="2400" spc="-20" dirty="0">
                <a:latin typeface="Franklin Gothic Medium"/>
                <a:cs typeface="Franklin Gothic Medium"/>
              </a:rPr>
              <a:t> </a:t>
            </a:r>
            <a:r>
              <a:rPr sz="2400" dirty="0">
                <a:latin typeface="Franklin Gothic Medium"/>
                <a:cs typeface="Franklin Gothic Medium"/>
              </a:rPr>
              <a:t>be</a:t>
            </a:r>
            <a:r>
              <a:rPr sz="2400" spc="-35" dirty="0">
                <a:latin typeface="Franklin Gothic Medium"/>
                <a:cs typeface="Franklin Gothic Medium"/>
              </a:rPr>
              <a:t> </a:t>
            </a:r>
            <a:r>
              <a:rPr sz="2400" dirty="0">
                <a:latin typeface="Franklin Gothic Medium"/>
                <a:cs typeface="Franklin Gothic Medium"/>
              </a:rPr>
              <a:t>+</a:t>
            </a:r>
            <a:r>
              <a:rPr sz="2400" spc="-10" dirty="0">
                <a:latin typeface="Franklin Gothic Medium"/>
                <a:cs typeface="Franklin Gothic Medium"/>
              </a:rPr>
              <a:t> </a:t>
            </a:r>
            <a:r>
              <a:rPr sz="2400" dirty="0">
                <a:latin typeface="Franklin Gothic Medium"/>
                <a:cs typeface="Franklin Gothic Medium"/>
              </a:rPr>
              <a:t>or</a:t>
            </a:r>
            <a:r>
              <a:rPr sz="2400" spc="-5"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p:txBody>
      </p:sp>
      <p:sp>
        <p:nvSpPr>
          <p:cNvPr id="41" name="object 41"/>
          <p:cNvSpPr txBox="1"/>
          <p:nvPr/>
        </p:nvSpPr>
        <p:spPr>
          <a:xfrm>
            <a:off x="5771134" y="4044269"/>
            <a:ext cx="1294765" cy="1123950"/>
          </a:xfrm>
          <a:prstGeom prst="rect">
            <a:avLst/>
          </a:prstGeom>
        </p:spPr>
        <p:txBody>
          <a:bodyPr vert="horz" wrap="square" lIns="0" tIns="196215" rIns="0" bIns="0" rtlCol="0">
            <a:spAutoFit/>
          </a:bodyPr>
          <a:lstStyle/>
          <a:p>
            <a:pPr marL="12700">
              <a:lnSpc>
                <a:spcPct val="100000"/>
              </a:lnSpc>
              <a:spcBef>
                <a:spcPts val="1545"/>
              </a:spcBef>
            </a:pPr>
            <a:r>
              <a:rPr sz="2400" dirty="0">
                <a:solidFill>
                  <a:srgbClr val="000099"/>
                </a:solidFill>
                <a:latin typeface="Franklin Gothic Medium"/>
                <a:cs typeface="Franklin Gothic Medium"/>
              </a:rPr>
              <a:t>Ex</a:t>
            </a:r>
            <a:r>
              <a:rPr sz="2400" spc="5" dirty="0">
                <a:solidFill>
                  <a:srgbClr val="000099"/>
                </a:solidFill>
                <a:latin typeface="Franklin Gothic Medium"/>
                <a:cs typeface="Franklin Gothic Medium"/>
              </a:rPr>
              <a:t>am</a:t>
            </a:r>
            <a:r>
              <a:rPr sz="2400" dirty="0">
                <a:solidFill>
                  <a:srgbClr val="000099"/>
                </a:solidFill>
                <a:latin typeface="Franklin Gothic Medium"/>
                <a:cs typeface="Franklin Gothic Medium"/>
              </a:rPr>
              <a:t>ples</a:t>
            </a:r>
            <a:endParaRPr sz="2400">
              <a:latin typeface="Franklin Gothic Medium"/>
              <a:cs typeface="Franklin Gothic Medium"/>
            </a:endParaRPr>
          </a:p>
          <a:p>
            <a:pPr marL="12700">
              <a:lnSpc>
                <a:spcPct val="100000"/>
              </a:lnSpc>
              <a:spcBef>
                <a:spcPts val="1445"/>
              </a:spcBef>
            </a:pPr>
            <a:r>
              <a:rPr sz="2400" spc="-5" dirty="0">
                <a:latin typeface="Franklin Gothic Medium"/>
                <a:cs typeface="Franklin Gothic Medium"/>
              </a:rPr>
              <a:t>-221.45</a:t>
            </a:r>
            <a:endParaRPr sz="2400">
              <a:latin typeface="Franklin Gothic Medium"/>
              <a:cs typeface="Franklin Gothic Medium"/>
            </a:endParaRPr>
          </a:p>
        </p:txBody>
      </p:sp>
      <p:sp>
        <p:nvSpPr>
          <p:cNvPr id="42" name="object 42"/>
          <p:cNvSpPr txBox="1"/>
          <p:nvPr/>
        </p:nvSpPr>
        <p:spPr>
          <a:xfrm>
            <a:off x="7600315" y="4776978"/>
            <a:ext cx="3175635" cy="391160"/>
          </a:xfrm>
          <a:prstGeom prst="rect">
            <a:avLst/>
          </a:prstGeom>
        </p:spPr>
        <p:txBody>
          <a:bodyPr vert="horz" wrap="square" lIns="0" tIns="12700" rIns="0" bIns="0" rtlCol="0">
            <a:spAutoFit/>
          </a:bodyPr>
          <a:lstStyle/>
          <a:p>
            <a:pPr marL="12700">
              <a:lnSpc>
                <a:spcPct val="100000"/>
              </a:lnSpc>
              <a:spcBef>
                <a:spcPts val="100"/>
              </a:spcBef>
              <a:tabLst>
                <a:tab pos="1841500" algn="l"/>
              </a:tabLst>
            </a:pPr>
            <a:r>
              <a:rPr sz="2400" spc="-5" dirty="0">
                <a:latin typeface="Franklin Gothic Medium"/>
                <a:cs typeface="Franklin Gothic Medium"/>
              </a:rPr>
              <a:t>44</a:t>
            </a:r>
            <a:r>
              <a:rPr sz="2400" spc="-10" dirty="0">
                <a:latin typeface="Franklin Gothic Medium"/>
                <a:cs typeface="Franklin Gothic Medium"/>
              </a:rPr>
              <a:t>5</a:t>
            </a:r>
            <a:r>
              <a:rPr sz="2400" spc="-5" dirty="0">
                <a:latin typeface="Franklin Gothic Medium"/>
                <a:cs typeface="Franklin Gothic Medium"/>
              </a:rPr>
              <a:t>6</a:t>
            </a:r>
            <a:r>
              <a:rPr sz="2400" spc="-210" dirty="0">
                <a:latin typeface="Franklin Gothic Medium"/>
                <a:cs typeface="Franklin Gothic Medium"/>
              </a:rPr>
              <a:t>7</a:t>
            </a:r>
            <a:r>
              <a:rPr sz="2400" dirty="0">
                <a:latin typeface="Franklin Gothic Medium"/>
                <a:cs typeface="Franklin Gothic Medium"/>
              </a:rPr>
              <a:t>.34	</a:t>
            </a:r>
            <a:r>
              <a:rPr sz="2400" spc="-5" dirty="0">
                <a:latin typeface="Franklin Gothic Medium"/>
                <a:cs typeface="Franklin Gothic Medium"/>
              </a:rPr>
              <a:t>0.000009</a:t>
            </a:r>
            <a:endParaRPr sz="2400">
              <a:latin typeface="Franklin Gothic Medium"/>
              <a:cs typeface="Franklin Gothic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569077" y="378967"/>
            <a:ext cx="291528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solidFill>
                  <a:srgbClr val="C00000"/>
                </a:solidFill>
                <a:latin typeface="Franklin Gothic Medium"/>
                <a:cs typeface="Franklin Gothic Medium"/>
              </a:rPr>
              <a:t>3.	</a:t>
            </a:r>
            <a:r>
              <a:rPr sz="2400" spc="-5" dirty="0">
                <a:solidFill>
                  <a:srgbClr val="C00000"/>
                </a:solidFill>
                <a:latin typeface="Franklin Gothic Medium"/>
                <a:cs typeface="Franklin Gothic Medium"/>
              </a:rPr>
              <a:t>Character</a:t>
            </a:r>
            <a:r>
              <a:rPr sz="2400" spc="-7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constant</a:t>
            </a:r>
            <a:endParaRPr sz="2400">
              <a:latin typeface="Franklin Gothic Medium"/>
              <a:cs typeface="Franklin Gothic Medium"/>
            </a:endParaRPr>
          </a:p>
        </p:txBody>
      </p:sp>
      <p:sp>
        <p:nvSpPr>
          <p:cNvPr id="40" name="object 40"/>
          <p:cNvSpPr txBox="1"/>
          <p:nvPr/>
        </p:nvSpPr>
        <p:spPr>
          <a:xfrm>
            <a:off x="5569077" y="1150457"/>
            <a:ext cx="6059170" cy="1246505"/>
          </a:xfrm>
          <a:prstGeom prst="rect">
            <a:avLst/>
          </a:prstGeom>
        </p:spPr>
        <p:txBody>
          <a:bodyPr vert="horz" wrap="square" lIns="0" tIns="53340" rIns="0" bIns="0" rtlCol="0">
            <a:spAutoFit/>
          </a:bodyPr>
          <a:lstStyle/>
          <a:p>
            <a:pPr marL="469900" indent="-457200">
              <a:lnSpc>
                <a:spcPct val="100000"/>
              </a:lnSpc>
              <a:spcBef>
                <a:spcPts val="420"/>
              </a:spcBef>
              <a:buFont typeface="Arial MT"/>
              <a:buChar char="•"/>
              <a:tabLst>
                <a:tab pos="469265" algn="l"/>
                <a:tab pos="469900" algn="l"/>
              </a:tabLst>
            </a:pPr>
            <a:r>
              <a:rPr sz="2400" spc="-5" dirty="0">
                <a:latin typeface="Franklin Gothic Medium"/>
                <a:cs typeface="Franklin Gothic Medium"/>
              </a:rPr>
              <a:t>Represents</a:t>
            </a:r>
            <a:r>
              <a:rPr sz="2400" spc="-15" dirty="0">
                <a:latin typeface="Franklin Gothic Medium"/>
                <a:cs typeface="Franklin Gothic Medium"/>
              </a:rPr>
              <a:t> </a:t>
            </a:r>
            <a:r>
              <a:rPr sz="2400" dirty="0">
                <a:latin typeface="Franklin Gothic Medium"/>
                <a:cs typeface="Franklin Gothic Medium"/>
              </a:rPr>
              <a:t>a</a:t>
            </a:r>
            <a:r>
              <a:rPr sz="2400" spc="-5" dirty="0">
                <a:latin typeface="Franklin Gothic Medium"/>
                <a:cs typeface="Franklin Gothic Medium"/>
              </a:rPr>
              <a:t> single</a:t>
            </a:r>
            <a:r>
              <a:rPr sz="2400" spc="-10" dirty="0">
                <a:latin typeface="Franklin Gothic Medium"/>
                <a:cs typeface="Franklin Gothic Medium"/>
              </a:rPr>
              <a:t> </a:t>
            </a:r>
            <a:r>
              <a:rPr sz="2400" spc="-5" dirty="0">
                <a:latin typeface="Franklin Gothic Medium"/>
                <a:cs typeface="Franklin Gothic Medium"/>
              </a:rPr>
              <a:t>character</a:t>
            </a:r>
            <a:r>
              <a:rPr sz="2400" spc="25" dirty="0">
                <a:latin typeface="Franklin Gothic Medium"/>
                <a:cs typeface="Franklin Gothic Medium"/>
              </a:rPr>
              <a:t> </a:t>
            </a:r>
            <a:r>
              <a:rPr sz="2400" dirty="0">
                <a:latin typeface="Franklin Gothic Medium"/>
                <a:cs typeface="Franklin Gothic Medium"/>
              </a:rPr>
              <a:t>within a pair</a:t>
            </a:r>
            <a:endParaRPr sz="2400">
              <a:latin typeface="Franklin Gothic Medium"/>
              <a:cs typeface="Franklin Gothic Medium"/>
            </a:endParaRPr>
          </a:p>
          <a:p>
            <a:pPr marL="469900">
              <a:lnSpc>
                <a:spcPct val="100000"/>
              </a:lnSpc>
              <a:spcBef>
                <a:spcPts val="325"/>
              </a:spcBef>
            </a:pPr>
            <a:r>
              <a:rPr sz="2400" dirty="0">
                <a:latin typeface="Franklin Gothic Medium"/>
                <a:cs typeface="Franklin Gothic Medium"/>
              </a:rPr>
              <a:t>of</a:t>
            </a:r>
            <a:r>
              <a:rPr sz="2400" spc="-15" dirty="0">
                <a:latin typeface="Franklin Gothic Medium"/>
                <a:cs typeface="Franklin Gothic Medium"/>
              </a:rPr>
              <a:t> </a:t>
            </a:r>
            <a:r>
              <a:rPr sz="2400" dirty="0">
                <a:latin typeface="Franklin Gothic Medium"/>
                <a:cs typeface="Franklin Gothic Medium"/>
              </a:rPr>
              <a:t>‘</a:t>
            </a:r>
            <a:r>
              <a:rPr sz="2400" spc="-30"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a:p>
            <a:pPr marL="469900" indent="-457200">
              <a:lnSpc>
                <a:spcPct val="100000"/>
              </a:lnSpc>
              <a:spcBef>
                <a:spcPts val="325"/>
              </a:spcBef>
              <a:buFont typeface="Arial MT"/>
              <a:buChar char="•"/>
              <a:tabLst>
                <a:tab pos="469265" algn="l"/>
                <a:tab pos="469900" algn="l"/>
              </a:tabLst>
            </a:pPr>
            <a:r>
              <a:rPr sz="2400" spc="-15" dirty="0">
                <a:latin typeface="Franklin Gothic Medium"/>
                <a:cs typeface="Franklin Gothic Medium"/>
              </a:rPr>
              <a:t>Stored</a:t>
            </a:r>
            <a:r>
              <a:rPr sz="2400" spc="20" dirty="0">
                <a:latin typeface="Franklin Gothic Medium"/>
                <a:cs typeface="Franklin Gothic Medium"/>
              </a:rPr>
              <a:t> </a:t>
            </a:r>
            <a:r>
              <a:rPr sz="2400" dirty="0">
                <a:latin typeface="Franklin Gothic Medium"/>
                <a:cs typeface="Franklin Gothic Medium"/>
              </a:rPr>
              <a:t>as </a:t>
            </a:r>
            <a:r>
              <a:rPr sz="2400" spc="-5" dirty="0">
                <a:latin typeface="Franklin Gothic Medium"/>
                <a:cs typeface="Franklin Gothic Medium"/>
              </a:rPr>
              <a:t>integers</a:t>
            </a:r>
            <a:r>
              <a:rPr sz="2400" spc="10" dirty="0">
                <a:latin typeface="Franklin Gothic Medium"/>
                <a:cs typeface="Franklin Gothic Medium"/>
              </a:rPr>
              <a:t> </a:t>
            </a:r>
            <a:r>
              <a:rPr sz="2400" dirty="0">
                <a:latin typeface="Franklin Gothic Medium"/>
                <a:cs typeface="Franklin Gothic Medium"/>
              </a:rPr>
              <a:t>in </a:t>
            </a:r>
            <a:r>
              <a:rPr sz="2400" spc="-5" dirty="0">
                <a:latin typeface="Franklin Gothic Medium"/>
                <a:cs typeface="Franklin Gothic Medium"/>
              </a:rPr>
              <a:t>computer’s </a:t>
            </a:r>
            <a:r>
              <a:rPr sz="2400" spc="5" dirty="0">
                <a:latin typeface="Franklin Gothic Medium"/>
                <a:cs typeface="Franklin Gothic Medium"/>
              </a:rPr>
              <a:t>memory</a:t>
            </a:r>
            <a:endParaRPr sz="2400">
              <a:latin typeface="Franklin Gothic Medium"/>
              <a:cs typeface="Franklin Gothic Medium"/>
            </a:endParaRPr>
          </a:p>
        </p:txBody>
      </p:sp>
      <p:sp>
        <p:nvSpPr>
          <p:cNvPr id="41" name="object 41"/>
          <p:cNvSpPr txBox="1"/>
          <p:nvPr/>
        </p:nvSpPr>
        <p:spPr>
          <a:xfrm>
            <a:off x="5569077" y="2776092"/>
            <a:ext cx="2239010" cy="2059305"/>
          </a:xfrm>
          <a:prstGeom prst="rect">
            <a:avLst/>
          </a:prstGeom>
        </p:spPr>
        <p:txBody>
          <a:bodyPr vert="horz" wrap="square" lIns="0" tIns="53975" rIns="0" bIns="0" rtlCol="0">
            <a:spAutoFit/>
          </a:bodyPr>
          <a:lstStyle/>
          <a:p>
            <a:pPr marL="12700">
              <a:lnSpc>
                <a:spcPct val="100000"/>
              </a:lnSpc>
              <a:spcBef>
                <a:spcPts val="425"/>
              </a:spcBef>
            </a:pPr>
            <a:r>
              <a:rPr sz="2400" dirty="0">
                <a:solidFill>
                  <a:srgbClr val="000099"/>
                </a:solidFill>
                <a:latin typeface="Franklin Gothic Medium"/>
                <a:cs typeface="Franklin Gothic Medium"/>
              </a:rPr>
              <a:t>Examples:</a:t>
            </a:r>
            <a:endParaRPr sz="2400">
              <a:latin typeface="Franklin Gothic Medium"/>
              <a:cs typeface="Franklin Gothic Medium"/>
            </a:endParaRPr>
          </a:p>
          <a:p>
            <a:pPr marL="12700" marR="5080">
              <a:lnSpc>
                <a:spcPct val="111100"/>
              </a:lnSpc>
              <a:spcBef>
                <a:spcPts val="10"/>
              </a:spcBef>
            </a:pPr>
            <a:r>
              <a:rPr sz="2400" dirty="0">
                <a:latin typeface="Franklin Gothic Medium"/>
                <a:cs typeface="Franklin Gothic Medium"/>
              </a:rPr>
              <a:t>char op = ‘+’; </a:t>
            </a:r>
            <a:r>
              <a:rPr sz="2400" spc="5" dirty="0">
                <a:latin typeface="Franklin Gothic Medium"/>
                <a:cs typeface="Franklin Gothic Medium"/>
              </a:rPr>
              <a:t> </a:t>
            </a:r>
            <a:r>
              <a:rPr sz="2400" dirty="0">
                <a:latin typeface="Franklin Gothic Medium"/>
                <a:cs typeface="Franklin Gothic Medium"/>
              </a:rPr>
              <a:t>char</a:t>
            </a:r>
            <a:r>
              <a:rPr sz="2400" spc="-35" dirty="0">
                <a:latin typeface="Franklin Gothic Medium"/>
                <a:cs typeface="Franklin Gothic Medium"/>
              </a:rPr>
              <a:t> </a:t>
            </a:r>
            <a:r>
              <a:rPr sz="2400" dirty="0">
                <a:latin typeface="Franklin Gothic Medium"/>
                <a:cs typeface="Franklin Gothic Medium"/>
              </a:rPr>
              <a:t>choice</a:t>
            </a:r>
            <a:r>
              <a:rPr sz="2400" spc="-30" dirty="0">
                <a:latin typeface="Franklin Gothic Medium"/>
                <a:cs typeface="Franklin Gothic Medium"/>
              </a:rPr>
              <a:t> </a:t>
            </a:r>
            <a:r>
              <a:rPr sz="2400" dirty="0">
                <a:latin typeface="Franklin Gothic Medium"/>
                <a:cs typeface="Franklin Gothic Medium"/>
              </a:rPr>
              <a:t>=</a:t>
            </a:r>
            <a:r>
              <a:rPr sz="2400" spc="-30" dirty="0">
                <a:latin typeface="Franklin Gothic Medium"/>
                <a:cs typeface="Franklin Gothic Medium"/>
              </a:rPr>
              <a:t> </a:t>
            </a:r>
            <a:r>
              <a:rPr sz="2400" dirty="0">
                <a:latin typeface="Franklin Gothic Medium"/>
                <a:cs typeface="Franklin Gothic Medium"/>
              </a:rPr>
              <a:t>‘Y’; </a:t>
            </a:r>
            <a:r>
              <a:rPr sz="2400" spc="-585" dirty="0">
                <a:latin typeface="Franklin Gothic Medium"/>
                <a:cs typeface="Franklin Gothic Medium"/>
              </a:rPr>
              <a:t> </a:t>
            </a:r>
            <a:r>
              <a:rPr sz="2400" dirty="0">
                <a:latin typeface="Franklin Gothic Medium"/>
                <a:cs typeface="Franklin Gothic Medium"/>
              </a:rPr>
              <a:t>char num = ‘7’; </a:t>
            </a:r>
            <a:r>
              <a:rPr sz="2400" spc="5" dirty="0">
                <a:latin typeface="Franklin Gothic Medium"/>
                <a:cs typeface="Franklin Gothic Medium"/>
              </a:rPr>
              <a:t> </a:t>
            </a:r>
            <a:r>
              <a:rPr sz="2400" spc="-5" dirty="0">
                <a:solidFill>
                  <a:srgbClr val="FF0000"/>
                </a:solidFill>
                <a:latin typeface="Franklin Gothic Medium"/>
                <a:cs typeface="Franklin Gothic Medium"/>
              </a:rPr>
              <a:t>printf(“%c”,op);</a:t>
            </a:r>
            <a:endParaRPr sz="2400">
              <a:latin typeface="Franklin Gothic Medium"/>
              <a:cs typeface="Franklin Gothic Medium"/>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648705" y="1223898"/>
            <a:ext cx="291528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solidFill>
                  <a:srgbClr val="C00000"/>
                </a:solidFill>
                <a:latin typeface="Franklin Gothic Medium"/>
                <a:cs typeface="Franklin Gothic Medium"/>
              </a:rPr>
              <a:t>3.	</a:t>
            </a:r>
            <a:r>
              <a:rPr sz="2400" spc="-5" dirty="0">
                <a:solidFill>
                  <a:srgbClr val="C00000"/>
                </a:solidFill>
                <a:latin typeface="Franklin Gothic Medium"/>
                <a:cs typeface="Franklin Gothic Medium"/>
              </a:rPr>
              <a:t>Character</a:t>
            </a:r>
            <a:r>
              <a:rPr sz="2400" spc="-75" dirty="0">
                <a:solidFill>
                  <a:srgbClr val="C00000"/>
                </a:solidFill>
                <a:latin typeface="Franklin Gothic Medium"/>
                <a:cs typeface="Franklin Gothic Medium"/>
              </a:rPr>
              <a:t> </a:t>
            </a:r>
            <a:r>
              <a:rPr sz="2400" dirty="0">
                <a:solidFill>
                  <a:srgbClr val="C00000"/>
                </a:solidFill>
                <a:latin typeface="Franklin Gothic Medium"/>
                <a:cs typeface="Franklin Gothic Medium"/>
              </a:rPr>
              <a:t>constant</a:t>
            </a:r>
            <a:endParaRPr sz="2400">
              <a:latin typeface="Franklin Gothic Medium"/>
              <a:cs typeface="Franklin Gothic Medium"/>
            </a:endParaRPr>
          </a:p>
        </p:txBody>
      </p:sp>
      <p:sp>
        <p:nvSpPr>
          <p:cNvPr id="40" name="object 40"/>
          <p:cNvSpPr txBox="1"/>
          <p:nvPr/>
        </p:nvSpPr>
        <p:spPr>
          <a:xfrm>
            <a:off x="5648705" y="1984364"/>
            <a:ext cx="6212205" cy="840105"/>
          </a:xfrm>
          <a:prstGeom prst="rect">
            <a:avLst/>
          </a:prstGeom>
        </p:spPr>
        <p:txBody>
          <a:bodyPr vert="horz" wrap="square" lIns="0" tIns="114935" rIns="0" bIns="0" rtlCol="0">
            <a:spAutoFit/>
          </a:bodyPr>
          <a:lstStyle/>
          <a:p>
            <a:pPr marL="12700">
              <a:lnSpc>
                <a:spcPct val="100000"/>
              </a:lnSpc>
              <a:spcBef>
                <a:spcPts val="905"/>
              </a:spcBef>
            </a:pPr>
            <a:r>
              <a:rPr sz="2000" dirty="0">
                <a:solidFill>
                  <a:srgbClr val="000099"/>
                </a:solidFill>
                <a:latin typeface="Franklin Gothic Medium"/>
                <a:cs typeface="Franklin Gothic Medium"/>
              </a:rPr>
              <a:t>Example:</a:t>
            </a:r>
            <a:r>
              <a:rPr sz="2000" spc="-30" dirty="0">
                <a:solidFill>
                  <a:srgbClr val="000099"/>
                </a:solidFill>
                <a:latin typeface="Franklin Gothic Medium"/>
                <a:cs typeface="Franklin Gothic Medium"/>
              </a:rPr>
              <a:t> </a:t>
            </a:r>
            <a:r>
              <a:rPr sz="2000" spc="-10" dirty="0">
                <a:solidFill>
                  <a:srgbClr val="000099"/>
                </a:solidFill>
                <a:latin typeface="Franklin Gothic Medium"/>
                <a:cs typeface="Franklin Gothic Medium"/>
              </a:rPr>
              <a:t>to</a:t>
            </a:r>
            <a:r>
              <a:rPr sz="2000" spc="-20"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find</a:t>
            </a:r>
            <a:r>
              <a:rPr sz="2000" spc="-2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ASCII</a:t>
            </a:r>
            <a:r>
              <a:rPr sz="2000" spc="-30"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equivalent</a:t>
            </a:r>
            <a:r>
              <a:rPr sz="2000" spc="-3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of</a:t>
            </a:r>
            <a:r>
              <a:rPr sz="2000" spc="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a:t>
            </a:r>
            <a:r>
              <a:rPr sz="2000" spc="-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character</a:t>
            </a:r>
            <a:endParaRPr sz="2000">
              <a:latin typeface="Franklin Gothic Medium"/>
              <a:cs typeface="Franklin Gothic Medium"/>
            </a:endParaRPr>
          </a:p>
          <a:p>
            <a:pPr marL="12700">
              <a:lnSpc>
                <a:spcPct val="100000"/>
              </a:lnSpc>
              <a:spcBef>
                <a:spcPts val="810"/>
              </a:spcBef>
            </a:pPr>
            <a:r>
              <a:rPr sz="2000" spc="-5" dirty="0">
                <a:latin typeface="Franklin Gothic Medium"/>
                <a:cs typeface="Franklin Gothic Medium"/>
              </a:rPr>
              <a:t>American</a:t>
            </a:r>
            <a:r>
              <a:rPr sz="2000" spc="120" dirty="0">
                <a:latin typeface="Franklin Gothic Medium"/>
                <a:cs typeface="Franklin Gothic Medium"/>
              </a:rPr>
              <a:t> </a:t>
            </a:r>
            <a:r>
              <a:rPr sz="2000" spc="-5" dirty="0">
                <a:latin typeface="Franklin Gothic Medium"/>
                <a:cs typeface="Franklin Gothic Medium"/>
              </a:rPr>
              <a:t>Standard</a:t>
            </a:r>
            <a:r>
              <a:rPr sz="2000" spc="135" dirty="0">
                <a:latin typeface="Franklin Gothic Medium"/>
                <a:cs typeface="Franklin Gothic Medium"/>
              </a:rPr>
              <a:t> </a:t>
            </a:r>
            <a:r>
              <a:rPr sz="2000" spc="-5" dirty="0">
                <a:latin typeface="Franklin Gothic Medium"/>
                <a:cs typeface="Franklin Gothic Medium"/>
              </a:rPr>
              <a:t>Code</a:t>
            </a:r>
            <a:r>
              <a:rPr sz="2000" spc="130" dirty="0">
                <a:latin typeface="Franklin Gothic Medium"/>
                <a:cs typeface="Franklin Gothic Medium"/>
              </a:rPr>
              <a:t> </a:t>
            </a:r>
            <a:r>
              <a:rPr sz="2000" spc="-10" dirty="0">
                <a:latin typeface="Franklin Gothic Medium"/>
                <a:cs typeface="Franklin Gothic Medium"/>
              </a:rPr>
              <a:t>for</a:t>
            </a:r>
            <a:r>
              <a:rPr sz="2000" spc="120" dirty="0">
                <a:latin typeface="Franklin Gothic Medium"/>
                <a:cs typeface="Franklin Gothic Medium"/>
              </a:rPr>
              <a:t> </a:t>
            </a:r>
            <a:r>
              <a:rPr sz="2000" spc="-5" dirty="0">
                <a:latin typeface="Franklin Gothic Medium"/>
                <a:cs typeface="Franklin Gothic Medium"/>
              </a:rPr>
              <a:t>Information</a:t>
            </a:r>
            <a:r>
              <a:rPr sz="2000" spc="120" dirty="0">
                <a:latin typeface="Franklin Gothic Medium"/>
                <a:cs typeface="Franklin Gothic Medium"/>
              </a:rPr>
              <a:t> </a:t>
            </a:r>
            <a:r>
              <a:rPr sz="2000" dirty="0">
                <a:latin typeface="Franklin Gothic Medium"/>
                <a:cs typeface="Franklin Gothic Medium"/>
              </a:rPr>
              <a:t>Interchange,</a:t>
            </a:r>
            <a:r>
              <a:rPr sz="2000" spc="105" dirty="0">
                <a:latin typeface="Franklin Gothic Medium"/>
                <a:cs typeface="Franklin Gothic Medium"/>
              </a:rPr>
              <a:t> </a:t>
            </a:r>
            <a:r>
              <a:rPr sz="2000" spc="-15" dirty="0">
                <a:latin typeface="Franklin Gothic Medium"/>
                <a:cs typeface="Franklin Gothic Medium"/>
              </a:rPr>
              <a:t>is</a:t>
            </a:r>
            <a:endParaRPr sz="2000">
              <a:latin typeface="Franklin Gothic Medium"/>
              <a:cs typeface="Franklin Gothic Medium"/>
            </a:endParaRPr>
          </a:p>
        </p:txBody>
      </p:sp>
      <p:sp>
        <p:nvSpPr>
          <p:cNvPr id="41" name="object 41"/>
          <p:cNvSpPr txBox="1"/>
          <p:nvPr/>
        </p:nvSpPr>
        <p:spPr>
          <a:xfrm>
            <a:off x="5648705" y="2800578"/>
            <a:ext cx="1792605" cy="836294"/>
          </a:xfrm>
          <a:prstGeom prst="rect">
            <a:avLst/>
          </a:prstGeom>
        </p:spPr>
        <p:txBody>
          <a:bodyPr vert="horz" wrap="square" lIns="0" tIns="12700" rIns="0" bIns="0" rtlCol="0">
            <a:spAutoFit/>
          </a:bodyPr>
          <a:lstStyle/>
          <a:p>
            <a:pPr marL="12700" marR="5080">
              <a:lnSpc>
                <a:spcPct val="133000"/>
              </a:lnSpc>
              <a:spcBef>
                <a:spcPts val="100"/>
              </a:spcBef>
              <a:tabLst>
                <a:tab pos="489584" algn="l"/>
              </a:tabLst>
            </a:pPr>
            <a:r>
              <a:rPr sz="2000" dirty="0">
                <a:latin typeface="Franklin Gothic Medium"/>
                <a:cs typeface="Franklin Gothic Medium"/>
              </a:rPr>
              <a:t>a	</a:t>
            </a:r>
            <a:r>
              <a:rPr sz="2000" spc="-5" dirty="0">
                <a:latin typeface="Franklin Gothic Medium"/>
                <a:cs typeface="Franklin Gothic Medium"/>
              </a:rPr>
              <a:t>character </a:t>
            </a:r>
            <a:r>
              <a:rPr sz="2000" dirty="0">
                <a:latin typeface="Franklin Gothic Medium"/>
                <a:cs typeface="Franklin Gothic Medium"/>
              </a:rPr>
              <a:t> com</a:t>
            </a:r>
            <a:r>
              <a:rPr sz="2000" spc="-10" dirty="0">
                <a:latin typeface="Franklin Gothic Medium"/>
                <a:cs typeface="Franklin Gothic Medium"/>
              </a:rPr>
              <a:t>m</a:t>
            </a:r>
            <a:r>
              <a:rPr sz="2000" dirty="0">
                <a:latin typeface="Franklin Gothic Medium"/>
                <a:cs typeface="Franklin Gothic Medium"/>
              </a:rPr>
              <a:t>u</a:t>
            </a:r>
            <a:r>
              <a:rPr sz="2000" spc="-10" dirty="0">
                <a:latin typeface="Franklin Gothic Medium"/>
                <a:cs typeface="Franklin Gothic Medium"/>
              </a:rPr>
              <a:t>n</a:t>
            </a:r>
            <a:r>
              <a:rPr sz="2000" dirty="0">
                <a:latin typeface="Franklin Gothic Medium"/>
                <a:cs typeface="Franklin Gothic Medium"/>
              </a:rPr>
              <a:t>ication.</a:t>
            </a:r>
            <a:endParaRPr sz="2000">
              <a:latin typeface="Franklin Gothic Medium"/>
              <a:cs typeface="Franklin Gothic Medium"/>
            </a:endParaRPr>
          </a:p>
        </p:txBody>
      </p:sp>
      <p:sp>
        <p:nvSpPr>
          <p:cNvPr id="42" name="object 42"/>
          <p:cNvSpPr txBox="1"/>
          <p:nvPr/>
        </p:nvSpPr>
        <p:spPr>
          <a:xfrm>
            <a:off x="7494523" y="2800578"/>
            <a:ext cx="4367530" cy="836294"/>
          </a:xfrm>
          <a:prstGeom prst="rect">
            <a:avLst/>
          </a:prstGeom>
        </p:spPr>
        <p:txBody>
          <a:bodyPr vert="horz" wrap="square" lIns="0" tIns="12700" rIns="0" bIns="0" rtlCol="0">
            <a:spAutoFit/>
          </a:bodyPr>
          <a:lstStyle/>
          <a:p>
            <a:pPr marL="243840" marR="5080" indent="-231775">
              <a:lnSpc>
                <a:spcPct val="133000"/>
              </a:lnSpc>
              <a:spcBef>
                <a:spcPts val="100"/>
              </a:spcBef>
              <a:tabLst>
                <a:tab pos="1137285" algn="l"/>
                <a:tab pos="1344295" algn="l"/>
                <a:tab pos="2088514" algn="l"/>
                <a:tab pos="2650490" algn="l"/>
                <a:tab pos="3286125" algn="l"/>
                <a:tab pos="3439795" algn="l"/>
                <a:tab pos="4156710" algn="l"/>
              </a:tabLst>
            </a:pPr>
            <a:r>
              <a:rPr sz="2000" spc="-5" dirty="0">
                <a:latin typeface="Franklin Gothic Medium"/>
                <a:cs typeface="Franklin Gothic Medium"/>
              </a:rPr>
              <a:t>encodi</a:t>
            </a:r>
            <a:r>
              <a:rPr sz="2000" spc="-10" dirty="0">
                <a:latin typeface="Franklin Gothic Medium"/>
                <a:cs typeface="Franklin Gothic Medium"/>
              </a:rPr>
              <a:t>n</a:t>
            </a:r>
            <a:r>
              <a:rPr sz="2000" dirty="0">
                <a:latin typeface="Franklin Gothic Medium"/>
                <a:cs typeface="Franklin Gothic Medium"/>
              </a:rPr>
              <a:t>g		</a:t>
            </a:r>
            <a:r>
              <a:rPr sz="2000" spc="-5" dirty="0">
                <a:latin typeface="Franklin Gothic Medium"/>
                <a:cs typeface="Franklin Gothic Medium"/>
              </a:rPr>
              <a:t>stand</a:t>
            </a:r>
            <a:r>
              <a:rPr sz="2000" spc="-15" dirty="0">
                <a:latin typeface="Franklin Gothic Medium"/>
                <a:cs typeface="Franklin Gothic Medium"/>
              </a:rPr>
              <a:t>a</a:t>
            </a:r>
            <a:r>
              <a:rPr sz="2000" dirty="0">
                <a:latin typeface="Franklin Gothic Medium"/>
                <a:cs typeface="Franklin Gothic Medium"/>
              </a:rPr>
              <a:t>rd	</a:t>
            </a:r>
            <a:r>
              <a:rPr sz="2000" spc="-25" dirty="0">
                <a:latin typeface="Franklin Gothic Medium"/>
                <a:cs typeface="Franklin Gothic Medium"/>
              </a:rPr>
              <a:t>f</a:t>
            </a:r>
            <a:r>
              <a:rPr sz="2000" dirty="0">
                <a:latin typeface="Franklin Gothic Medium"/>
                <a:cs typeface="Franklin Gothic Medium"/>
              </a:rPr>
              <a:t>or	</a:t>
            </a:r>
            <a:r>
              <a:rPr sz="2000" spc="-5" dirty="0">
                <a:latin typeface="Franklin Gothic Medium"/>
                <a:cs typeface="Franklin Gothic Medium"/>
              </a:rPr>
              <a:t>elect</a:t>
            </a:r>
            <a:r>
              <a:rPr sz="2000" spc="-15" dirty="0">
                <a:latin typeface="Franklin Gothic Medium"/>
                <a:cs typeface="Franklin Gothic Medium"/>
              </a:rPr>
              <a:t>r</a:t>
            </a:r>
            <a:r>
              <a:rPr sz="2000" dirty="0">
                <a:latin typeface="Franklin Gothic Medium"/>
                <a:cs typeface="Franklin Gothic Medium"/>
              </a:rPr>
              <a:t>o</a:t>
            </a:r>
            <a:r>
              <a:rPr sz="2000" spc="-10" dirty="0">
                <a:latin typeface="Franklin Gothic Medium"/>
                <a:cs typeface="Franklin Gothic Medium"/>
              </a:rPr>
              <a:t>n</a:t>
            </a:r>
            <a:r>
              <a:rPr sz="2000" dirty="0">
                <a:latin typeface="Franklin Gothic Medium"/>
                <a:cs typeface="Franklin Gothic Medium"/>
              </a:rPr>
              <a:t>ic  </a:t>
            </a:r>
            <a:r>
              <a:rPr sz="2000" spc="-5" dirty="0">
                <a:latin typeface="Franklin Gothic Medium"/>
                <a:cs typeface="Franklin Gothic Medium"/>
              </a:rPr>
              <a:t>ASC</a:t>
            </a:r>
            <a:r>
              <a:rPr sz="2000" spc="5" dirty="0">
                <a:latin typeface="Franklin Gothic Medium"/>
                <a:cs typeface="Franklin Gothic Medium"/>
              </a:rPr>
              <a:t>I</a:t>
            </a:r>
            <a:r>
              <a:rPr sz="2000" dirty="0">
                <a:latin typeface="Franklin Gothic Medium"/>
                <a:cs typeface="Franklin Gothic Medium"/>
              </a:rPr>
              <a:t>I	codes	repr</a:t>
            </a:r>
            <a:r>
              <a:rPr sz="2000" spc="-10" dirty="0">
                <a:latin typeface="Franklin Gothic Medium"/>
                <a:cs typeface="Franklin Gothic Medium"/>
              </a:rPr>
              <a:t>e</a:t>
            </a:r>
            <a:r>
              <a:rPr sz="2000" spc="-5" dirty="0">
                <a:latin typeface="Franklin Gothic Medium"/>
                <a:cs typeface="Franklin Gothic Medium"/>
              </a:rPr>
              <a:t>s</a:t>
            </a:r>
            <a:r>
              <a:rPr sz="2000" spc="5" dirty="0">
                <a:latin typeface="Franklin Gothic Medium"/>
                <a:cs typeface="Franklin Gothic Medium"/>
              </a:rPr>
              <a:t>e</a:t>
            </a:r>
            <a:r>
              <a:rPr sz="2000" spc="-5" dirty="0">
                <a:latin typeface="Franklin Gothic Medium"/>
                <a:cs typeface="Franklin Gothic Medium"/>
              </a:rPr>
              <a:t>n</a:t>
            </a:r>
            <a:r>
              <a:rPr sz="2000" dirty="0">
                <a:latin typeface="Franklin Gothic Medium"/>
                <a:cs typeface="Franklin Gothic Medium"/>
              </a:rPr>
              <a:t>t		</a:t>
            </a:r>
            <a:r>
              <a:rPr sz="2000" spc="-25" dirty="0">
                <a:latin typeface="Franklin Gothic Medium"/>
                <a:cs typeface="Franklin Gothic Medium"/>
              </a:rPr>
              <a:t>t</a:t>
            </a:r>
            <a:r>
              <a:rPr sz="2000" spc="-20" dirty="0">
                <a:latin typeface="Franklin Gothic Medium"/>
                <a:cs typeface="Franklin Gothic Medium"/>
              </a:rPr>
              <a:t>e</a:t>
            </a:r>
            <a:r>
              <a:rPr sz="2000" spc="-5" dirty="0">
                <a:latin typeface="Franklin Gothic Medium"/>
                <a:cs typeface="Franklin Gothic Medium"/>
              </a:rPr>
              <a:t>x</a:t>
            </a:r>
            <a:r>
              <a:rPr sz="2000" dirty="0">
                <a:latin typeface="Franklin Gothic Medium"/>
                <a:cs typeface="Franklin Gothic Medium"/>
              </a:rPr>
              <a:t>t	</a:t>
            </a:r>
            <a:r>
              <a:rPr sz="2000" spc="-15" dirty="0">
                <a:latin typeface="Franklin Gothic Medium"/>
                <a:cs typeface="Franklin Gothic Medium"/>
              </a:rPr>
              <a:t>in</a:t>
            </a:r>
            <a:endParaRPr sz="2000">
              <a:latin typeface="Franklin Gothic Medium"/>
              <a:cs typeface="Franklin Gothic Medium"/>
            </a:endParaRPr>
          </a:p>
        </p:txBody>
      </p:sp>
      <p:sp>
        <p:nvSpPr>
          <p:cNvPr id="43" name="object 43"/>
          <p:cNvSpPr txBox="1"/>
          <p:nvPr/>
        </p:nvSpPr>
        <p:spPr>
          <a:xfrm>
            <a:off x="5648705" y="3611727"/>
            <a:ext cx="6214110" cy="839469"/>
          </a:xfrm>
          <a:prstGeom prst="rect">
            <a:avLst/>
          </a:prstGeom>
        </p:spPr>
        <p:txBody>
          <a:bodyPr vert="horz" wrap="square" lIns="0" tIns="12700" rIns="0" bIns="0" rtlCol="0">
            <a:spAutoFit/>
          </a:bodyPr>
          <a:lstStyle/>
          <a:p>
            <a:pPr marL="12700" marR="5080">
              <a:lnSpc>
                <a:spcPct val="133500"/>
              </a:lnSpc>
              <a:spcBef>
                <a:spcPts val="100"/>
              </a:spcBef>
              <a:tabLst>
                <a:tab pos="1364615" algn="l"/>
                <a:tab pos="3719195" algn="l"/>
                <a:tab pos="5629275" algn="l"/>
              </a:tabLst>
            </a:pPr>
            <a:r>
              <a:rPr sz="2000" dirty="0">
                <a:latin typeface="Franklin Gothic Medium"/>
                <a:cs typeface="Franklin Gothic Medium"/>
              </a:rPr>
              <a:t>comp</a:t>
            </a:r>
            <a:r>
              <a:rPr sz="2000" spc="-10" dirty="0">
                <a:latin typeface="Franklin Gothic Medium"/>
                <a:cs typeface="Franklin Gothic Medium"/>
              </a:rPr>
              <a:t>u</a:t>
            </a:r>
            <a:r>
              <a:rPr sz="2000" spc="-25" dirty="0">
                <a:latin typeface="Franklin Gothic Medium"/>
                <a:cs typeface="Franklin Gothic Medium"/>
              </a:rPr>
              <a:t>t</a:t>
            </a:r>
            <a:r>
              <a:rPr sz="2000" spc="-5" dirty="0">
                <a:latin typeface="Franklin Gothic Medium"/>
                <a:cs typeface="Franklin Gothic Medium"/>
              </a:rPr>
              <a:t>e</a:t>
            </a:r>
            <a:r>
              <a:rPr sz="2000" spc="20" dirty="0">
                <a:latin typeface="Franklin Gothic Medium"/>
                <a:cs typeface="Franklin Gothic Medium"/>
              </a:rPr>
              <a:t>r</a:t>
            </a:r>
            <a:r>
              <a:rPr sz="2000" spc="-5" dirty="0">
                <a:latin typeface="Franklin Gothic Medium"/>
                <a:cs typeface="Franklin Gothic Medium"/>
              </a:rPr>
              <a:t>s</a:t>
            </a:r>
            <a:r>
              <a:rPr sz="2000" dirty="0">
                <a:latin typeface="Franklin Gothic Medium"/>
                <a:cs typeface="Franklin Gothic Medium"/>
              </a:rPr>
              <a:t>,	</a:t>
            </a:r>
            <a:r>
              <a:rPr sz="2000" spc="-25" dirty="0">
                <a:latin typeface="Franklin Gothic Medium"/>
                <a:cs typeface="Franklin Gothic Medium"/>
              </a:rPr>
              <a:t>t</a:t>
            </a:r>
            <a:r>
              <a:rPr sz="2000" spc="-5" dirty="0">
                <a:latin typeface="Franklin Gothic Medium"/>
                <a:cs typeface="Franklin Gothic Medium"/>
              </a:rPr>
              <a:t>e</a:t>
            </a:r>
            <a:r>
              <a:rPr sz="2000" dirty="0">
                <a:latin typeface="Franklin Gothic Medium"/>
                <a:cs typeface="Franklin Gothic Medium"/>
              </a:rPr>
              <a:t>l</a:t>
            </a:r>
            <a:r>
              <a:rPr sz="2000" spc="-5" dirty="0">
                <a:latin typeface="Franklin Gothic Medium"/>
                <a:cs typeface="Franklin Gothic Medium"/>
              </a:rPr>
              <a:t>e</a:t>
            </a:r>
            <a:r>
              <a:rPr sz="2000" spc="5" dirty="0">
                <a:latin typeface="Franklin Gothic Medium"/>
                <a:cs typeface="Franklin Gothic Medium"/>
              </a:rPr>
              <a:t>c</a:t>
            </a:r>
            <a:r>
              <a:rPr sz="2000" dirty="0">
                <a:latin typeface="Franklin Gothic Medium"/>
                <a:cs typeface="Franklin Gothic Medium"/>
              </a:rPr>
              <a:t>o</a:t>
            </a:r>
            <a:r>
              <a:rPr sz="2000" spc="-10" dirty="0">
                <a:latin typeface="Franklin Gothic Medium"/>
                <a:cs typeface="Franklin Gothic Medium"/>
              </a:rPr>
              <a:t>m</a:t>
            </a:r>
            <a:r>
              <a:rPr sz="2000" spc="-20" dirty="0">
                <a:latin typeface="Franklin Gothic Medium"/>
                <a:cs typeface="Franklin Gothic Medium"/>
              </a:rPr>
              <a:t>m</a:t>
            </a:r>
            <a:r>
              <a:rPr sz="2000" dirty="0">
                <a:latin typeface="Franklin Gothic Medium"/>
                <a:cs typeface="Franklin Gothic Medium"/>
              </a:rPr>
              <a:t>u</a:t>
            </a:r>
            <a:r>
              <a:rPr sz="2000" spc="-10" dirty="0">
                <a:latin typeface="Franklin Gothic Medium"/>
                <a:cs typeface="Franklin Gothic Medium"/>
              </a:rPr>
              <a:t>n</a:t>
            </a:r>
            <a:r>
              <a:rPr sz="2000" dirty="0">
                <a:latin typeface="Franklin Gothic Medium"/>
                <a:cs typeface="Franklin Gothic Medium"/>
              </a:rPr>
              <a:t>icatio</a:t>
            </a:r>
            <a:r>
              <a:rPr sz="2000" spc="-10" dirty="0">
                <a:latin typeface="Franklin Gothic Medium"/>
                <a:cs typeface="Franklin Gothic Medium"/>
              </a:rPr>
              <a:t>n</a:t>
            </a:r>
            <a:r>
              <a:rPr sz="2000" dirty="0">
                <a:latin typeface="Franklin Gothic Medium"/>
                <a:cs typeface="Franklin Gothic Medium"/>
              </a:rPr>
              <a:t>s	</a:t>
            </a:r>
            <a:r>
              <a:rPr sz="2000" spc="-5" dirty="0">
                <a:latin typeface="Franklin Gothic Medium"/>
                <a:cs typeface="Franklin Gothic Medium"/>
              </a:rPr>
              <a:t>equipmen</a:t>
            </a:r>
            <a:r>
              <a:rPr sz="2000" spc="5" dirty="0">
                <a:latin typeface="Franklin Gothic Medium"/>
                <a:cs typeface="Franklin Gothic Medium"/>
              </a:rPr>
              <a:t>t</a:t>
            </a:r>
            <a:r>
              <a:rPr sz="2000" dirty="0">
                <a:latin typeface="Franklin Gothic Medium"/>
                <a:cs typeface="Franklin Gothic Medium"/>
              </a:rPr>
              <a:t>, </a:t>
            </a:r>
            <a:r>
              <a:rPr sz="2000" spc="-10" dirty="0">
                <a:latin typeface="Franklin Gothic Medium"/>
                <a:cs typeface="Franklin Gothic Medium"/>
              </a:rPr>
              <a:t> </a:t>
            </a:r>
            <a:r>
              <a:rPr sz="2000" dirty="0">
                <a:latin typeface="Franklin Gothic Medium"/>
                <a:cs typeface="Franklin Gothic Medium"/>
              </a:rPr>
              <a:t>a</a:t>
            </a:r>
            <a:r>
              <a:rPr sz="2000" spc="-10" dirty="0">
                <a:latin typeface="Franklin Gothic Medium"/>
                <a:cs typeface="Franklin Gothic Medium"/>
              </a:rPr>
              <a:t>n</a:t>
            </a:r>
            <a:r>
              <a:rPr sz="2000" dirty="0">
                <a:latin typeface="Franklin Gothic Medium"/>
                <a:cs typeface="Franklin Gothic Medium"/>
              </a:rPr>
              <a:t>d	</a:t>
            </a:r>
            <a:r>
              <a:rPr sz="2000" spc="-20" dirty="0">
                <a:latin typeface="Franklin Gothic Medium"/>
                <a:cs typeface="Franklin Gothic Medium"/>
              </a:rPr>
              <a:t>o</a:t>
            </a:r>
            <a:r>
              <a:rPr sz="2000" spc="10" dirty="0">
                <a:latin typeface="Franklin Gothic Medium"/>
                <a:cs typeface="Franklin Gothic Medium"/>
              </a:rPr>
              <a:t>t</a:t>
            </a:r>
            <a:r>
              <a:rPr sz="2000" dirty="0">
                <a:latin typeface="Franklin Gothic Medium"/>
                <a:cs typeface="Franklin Gothic Medium"/>
              </a:rPr>
              <a:t>her  </a:t>
            </a:r>
            <a:r>
              <a:rPr sz="2000" spc="-5" dirty="0">
                <a:latin typeface="Franklin Gothic Medium"/>
                <a:cs typeface="Franklin Gothic Medium"/>
              </a:rPr>
              <a:t>devices.</a:t>
            </a:r>
            <a:endParaRPr sz="2000">
              <a:latin typeface="Franklin Gothic Medium"/>
              <a:cs typeface="Franklin Gothic Medium"/>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54496" y="233172"/>
            <a:ext cx="4817363" cy="5724144"/>
          </a:xfrm>
          <a:prstGeom prst="rect">
            <a:avLst/>
          </a:prstGeom>
        </p:spPr>
      </p:pic>
      <p:pic>
        <p:nvPicPr>
          <p:cNvPr id="3" name="object 3"/>
          <p:cNvPicPr/>
          <p:nvPr/>
        </p:nvPicPr>
        <p:blipFill>
          <a:blip r:embed="rId3" cstate="print"/>
          <a:stretch>
            <a:fillRect/>
          </a:stretch>
        </p:blipFill>
        <p:spPr>
          <a:xfrm>
            <a:off x="490727" y="233172"/>
            <a:ext cx="5334000" cy="5715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C00000"/>
                </a:solidFill>
                <a:latin typeface="Franklin Gothic Medium"/>
                <a:cs typeface="Franklin Gothic Medium"/>
              </a:rPr>
              <a:t>C</a:t>
            </a:r>
            <a:r>
              <a:rPr sz="2800" spc="-70" dirty="0">
                <a:solidFill>
                  <a:srgbClr val="C00000"/>
                </a:solidFill>
                <a:latin typeface="Franklin Gothic Medium"/>
                <a:cs typeface="Franklin Gothic Medium"/>
              </a:rPr>
              <a:t> </a:t>
            </a:r>
            <a:r>
              <a:rPr sz="2800" spc="-30" dirty="0">
                <a:solidFill>
                  <a:srgbClr val="C00000"/>
                </a:solidFill>
                <a:latin typeface="Franklin Gothic Medium"/>
                <a:cs typeface="Franklin Gothic Medium"/>
              </a:rPr>
              <a:t>Tokens</a:t>
            </a:r>
            <a:endParaRPr sz="2800">
              <a:latin typeface="Franklin Gothic Medium"/>
              <a:cs typeface="Franklin Gothic Medium"/>
            </a:endParaRP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637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3.</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5920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4.</a:t>
            </a:r>
            <a:r>
              <a:rPr sz="2400" spc="-60" dirty="0">
                <a:latin typeface="Franklin Gothic Medium"/>
                <a:cs typeface="Franklin Gothic Medium"/>
              </a:rPr>
              <a:t> </a:t>
            </a:r>
            <a:r>
              <a:rPr sz="2400" spc="-10" dirty="0">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a:spLocks noGrp="1"/>
          </p:cNvSpPr>
          <p:nvPr>
            <p:ph type="title"/>
          </p:nvPr>
        </p:nvSpPr>
        <p:spPr>
          <a:xfrm>
            <a:off x="5618734" y="130302"/>
            <a:ext cx="291528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a:t>
            </a:r>
            <a:r>
              <a:rPr sz="2400" spc="-5" dirty="0"/>
              <a:t>Character</a:t>
            </a:r>
            <a:r>
              <a:rPr sz="2400" spc="-75" dirty="0"/>
              <a:t> </a:t>
            </a:r>
            <a:r>
              <a:rPr sz="2400" dirty="0"/>
              <a:t>constant</a:t>
            </a:r>
            <a:endParaRPr sz="2400"/>
          </a:p>
        </p:txBody>
      </p:sp>
      <p:sp>
        <p:nvSpPr>
          <p:cNvPr id="40" name="object 40"/>
          <p:cNvSpPr txBox="1"/>
          <p:nvPr/>
        </p:nvSpPr>
        <p:spPr>
          <a:xfrm>
            <a:off x="5618734" y="993139"/>
            <a:ext cx="5205095"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99"/>
                </a:solidFill>
                <a:latin typeface="Franklin Gothic Medium"/>
                <a:cs typeface="Franklin Gothic Medium"/>
              </a:rPr>
              <a:t>Example:</a:t>
            </a:r>
            <a:r>
              <a:rPr sz="2000" spc="-40" dirty="0">
                <a:solidFill>
                  <a:srgbClr val="000099"/>
                </a:solidFill>
                <a:latin typeface="Franklin Gothic Medium"/>
                <a:cs typeface="Franklin Gothic Medium"/>
              </a:rPr>
              <a:t> </a:t>
            </a:r>
            <a:r>
              <a:rPr sz="2000" spc="-15" dirty="0">
                <a:solidFill>
                  <a:srgbClr val="000099"/>
                </a:solidFill>
                <a:latin typeface="Franklin Gothic Medium"/>
                <a:cs typeface="Franklin Gothic Medium"/>
              </a:rPr>
              <a:t>to </a:t>
            </a:r>
            <a:r>
              <a:rPr sz="2000" dirty="0">
                <a:solidFill>
                  <a:srgbClr val="000099"/>
                </a:solidFill>
                <a:latin typeface="Franklin Gothic Medium"/>
                <a:cs typeface="Franklin Gothic Medium"/>
              </a:rPr>
              <a:t>find</a:t>
            </a:r>
            <a:r>
              <a:rPr sz="2000" spc="-3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ASCII</a:t>
            </a:r>
            <a:r>
              <a:rPr sz="2000" spc="-3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equivalent</a:t>
            </a:r>
            <a:r>
              <a:rPr sz="2000" spc="-3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of</a:t>
            </a:r>
            <a:r>
              <a:rPr sz="2000" spc="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a:t>
            </a:r>
            <a:r>
              <a:rPr sz="2000" spc="-1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character</a:t>
            </a:r>
            <a:endParaRPr sz="2000">
              <a:latin typeface="Franklin Gothic Medium"/>
              <a:cs typeface="Franklin Gothic Medium"/>
            </a:endParaRPr>
          </a:p>
        </p:txBody>
      </p:sp>
      <p:sp>
        <p:nvSpPr>
          <p:cNvPr id="41" name="object 41"/>
          <p:cNvSpPr txBox="1"/>
          <p:nvPr/>
        </p:nvSpPr>
        <p:spPr>
          <a:xfrm>
            <a:off x="5618734" y="1711283"/>
            <a:ext cx="3792854" cy="2463800"/>
          </a:xfrm>
          <a:prstGeom prst="rect">
            <a:avLst/>
          </a:prstGeom>
        </p:spPr>
        <p:txBody>
          <a:bodyPr vert="horz" wrap="square" lIns="0" tIns="83185" rIns="0" bIns="0" rtlCol="0">
            <a:spAutoFit/>
          </a:bodyPr>
          <a:lstStyle/>
          <a:p>
            <a:pPr marL="12700">
              <a:lnSpc>
                <a:spcPct val="100000"/>
              </a:lnSpc>
              <a:spcBef>
                <a:spcPts val="655"/>
              </a:spcBef>
            </a:pPr>
            <a:r>
              <a:rPr sz="2200" spc="-5" dirty="0">
                <a:latin typeface="Franklin Gothic Medium"/>
                <a:cs typeface="Franklin Gothic Medium"/>
              </a:rPr>
              <a:t>#include&lt;stdio.h&gt;</a:t>
            </a:r>
            <a:endParaRPr sz="2200">
              <a:latin typeface="Franklin Gothic Medium"/>
              <a:cs typeface="Franklin Gothic Medium"/>
            </a:endParaRPr>
          </a:p>
          <a:p>
            <a:pPr marL="12700">
              <a:lnSpc>
                <a:spcPct val="100000"/>
              </a:lnSpc>
              <a:spcBef>
                <a:spcPts val="555"/>
              </a:spcBef>
            </a:pPr>
            <a:r>
              <a:rPr sz="2200" spc="-10" dirty="0">
                <a:latin typeface="Franklin Gothic Medium"/>
                <a:cs typeface="Franklin Gothic Medium"/>
              </a:rPr>
              <a:t>void</a:t>
            </a:r>
            <a:r>
              <a:rPr sz="2200" spc="-30" dirty="0">
                <a:latin typeface="Franklin Gothic Medium"/>
                <a:cs typeface="Franklin Gothic Medium"/>
              </a:rPr>
              <a:t> </a:t>
            </a:r>
            <a:r>
              <a:rPr sz="2200" spc="-10" dirty="0">
                <a:latin typeface="Franklin Gothic Medium"/>
                <a:cs typeface="Franklin Gothic Medium"/>
              </a:rPr>
              <a:t>main()</a:t>
            </a:r>
            <a:endParaRPr sz="2200">
              <a:latin typeface="Franklin Gothic Medium"/>
              <a:cs typeface="Franklin Gothic Medium"/>
            </a:endParaRPr>
          </a:p>
          <a:p>
            <a:pPr marL="12700">
              <a:lnSpc>
                <a:spcPct val="100000"/>
              </a:lnSpc>
              <a:spcBef>
                <a:spcPts val="565"/>
              </a:spcBef>
            </a:pPr>
            <a:r>
              <a:rPr sz="2200" spc="-5" dirty="0">
                <a:latin typeface="Franklin Gothic Medium"/>
                <a:cs typeface="Franklin Gothic Medium"/>
              </a:rPr>
              <a:t>{</a:t>
            </a:r>
            <a:endParaRPr sz="2200">
              <a:latin typeface="Franklin Gothic Medium"/>
              <a:cs typeface="Franklin Gothic Medium"/>
            </a:endParaRPr>
          </a:p>
          <a:p>
            <a:pPr marL="469900">
              <a:lnSpc>
                <a:spcPct val="100000"/>
              </a:lnSpc>
              <a:spcBef>
                <a:spcPts val="565"/>
              </a:spcBef>
            </a:pPr>
            <a:r>
              <a:rPr sz="2200" dirty="0">
                <a:solidFill>
                  <a:srgbClr val="FF0000"/>
                </a:solidFill>
                <a:latin typeface="Franklin Gothic Medium"/>
                <a:cs typeface="Franklin Gothic Medium"/>
              </a:rPr>
              <a:t>char</a:t>
            </a:r>
            <a:r>
              <a:rPr sz="2200" spc="-65" dirty="0">
                <a:solidFill>
                  <a:srgbClr val="FF0000"/>
                </a:solidFill>
                <a:latin typeface="Franklin Gothic Medium"/>
                <a:cs typeface="Franklin Gothic Medium"/>
              </a:rPr>
              <a:t> </a:t>
            </a:r>
            <a:r>
              <a:rPr sz="2200" spc="-10" dirty="0">
                <a:latin typeface="Franklin Gothic Medium"/>
                <a:cs typeface="Franklin Gothic Medium"/>
              </a:rPr>
              <a:t>x='A';</a:t>
            </a:r>
            <a:endParaRPr sz="2200">
              <a:latin typeface="Franklin Gothic Medium"/>
              <a:cs typeface="Franklin Gothic Medium"/>
            </a:endParaRPr>
          </a:p>
          <a:p>
            <a:pPr marL="469900">
              <a:lnSpc>
                <a:spcPct val="100000"/>
              </a:lnSpc>
              <a:spcBef>
                <a:spcPts val="550"/>
              </a:spcBef>
            </a:pPr>
            <a:r>
              <a:rPr sz="2200" spc="-5" dirty="0">
                <a:latin typeface="Franklin Gothic Medium"/>
                <a:cs typeface="Franklin Gothic Medium"/>
              </a:rPr>
              <a:t>printf("Char</a:t>
            </a:r>
            <a:r>
              <a:rPr sz="2200" spc="-2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i="1" spc="-5" dirty="0">
                <a:solidFill>
                  <a:srgbClr val="FF0000"/>
                </a:solidFill>
                <a:latin typeface="Franklin Gothic Medium"/>
                <a:cs typeface="Franklin Gothic Medium"/>
              </a:rPr>
              <a:t>%c</a:t>
            </a:r>
            <a:r>
              <a:rPr sz="2200" spc="-5" dirty="0">
                <a:latin typeface="Franklin Gothic Medium"/>
                <a:cs typeface="Franklin Gothic Medium"/>
              </a:rPr>
              <a:t>\n",x);</a:t>
            </a:r>
            <a:endParaRPr sz="2200">
              <a:latin typeface="Franklin Gothic Medium"/>
              <a:cs typeface="Franklin Gothic Medium"/>
            </a:endParaRPr>
          </a:p>
          <a:p>
            <a:pPr marL="469900">
              <a:lnSpc>
                <a:spcPct val="100000"/>
              </a:lnSpc>
              <a:spcBef>
                <a:spcPts val="565"/>
              </a:spcBef>
            </a:pPr>
            <a:r>
              <a:rPr sz="2200" spc="-5" dirty="0">
                <a:latin typeface="Franklin Gothic Medium"/>
                <a:cs typeface="Franklin Gothic Medium"/>
              </a:rPr>
              <a:t>printf("Eq.</a:t>
            </a:r>
            <a:r>
              <a:rPr sz="2200" spc="-10" dirty="0">
                <a:latin typeface="Franklin Gothic Medium"/>
                <a:cs typeface="Franklin Gothic Medium"/>
              </a:rPr>
              <a:t> ASCII</a:t>
            </a:r>
            <a:r>
              <a:rPr sz="2200" spc="10"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5" dirty="0">
                <a:solidFill>
                  <a:srgbClr val="FF0000"/>
                </a:solidFill>
                <a:latin typeface="Franklin Gothic Medium"/>
                <a:cs typeface="Franklin Gothic Medium"/>
              </a:rPr>
              <a:t>%d</a:t>
            </a:r>
            <a:r>
              <a:rPr sz="2200" spc="-5" dirty="0">
                <a:latin typeface="Franklin Gothic Medium"/>
                <a:cs typeface="Franklin Gothic Medium"/>
              </a:rPr>
              <a:t>\n",x);</a:t>
            </a:r>
            <a:endParaRPr sz="2200">
              <a:latin typeface="Franklin Gothic Medium"/>
              <a:cs typeface="Franklin Gothic Medium"/>
            </a:endParaRPr>
          </a:p>
        </p:txBody>
      </p:sp>
      <p:sp>
        <p:nvSpPr>
          <p:cNvPr id="42" name="object 42"/>
          <p:cNvSpPr txBox="1"/>
          <p:nvPr/>
        </p:nvSpPr>
        <p:spPr>
          <a:xfrm>
            <a:off x="6076315" y="4555136"/>
            <a:ext cx="2945130" cy="1246505"/>
          </a:xfrm>
          <a:prstGeom prst="rect">
            <a:avLst/>
          </a:prstGeom>
        </p:spPr>
        <p:txBody>
          <a:bodyPr vert="horz" wrap="square" lIns="0" tIns="83820" rIns="0" bIns="0" rtlCol="0">
            <a:spAutoFit/>
          </a:bodyPr>
          <a:lstStyle/>
          <a:p>
            <a:pPr marL="12700">
              <a:lnSpc>
                <a:spcPct val="100000"/>
              </a:lnSpc>
              <a:spcBef>
                <a:spcPts val="660"/>
              </a:spcBef>
            </a:pPr>
            <a:r>
              <a:rPr sz="2200" dirty="0">
                <a:solidFill>
                  <a:srgbClr val="000099"/>
                </a:solidFill>
                <a:latin typeface="Franklin Gothic Medium"/>
                <a:cs typeface="Franklin Gothic Medium"/>
              </a:rPr>
              <a:t>int</a:t>
            </a:r>
            <a:r>
              <a:rPr sz="2200" spc="-60" dirty="0">
                <a:solidFill>
                  <a:srgbClr val="000099"/>
                </a:solidFill>
                <a:latin typeface="Franklin Gothic Medium"/>
                <a:cs typeface="Franklin Gothic Medium"/>
              </a:rPr>
              <a:t> </a:t>
            </a:r>
            <a:r>
              <a:rPr sz="2200" spc="-20" dirty="0">
                <a:latin typeface="Franklin Gothic Medium"/>
                <a:cs typeface="Franklin Gothic Medium"/>
              </a:rPr>
              <a:t>y=97;</a:t>
            </a:r>
            <a:endParaRPr sz="2200">
              <a:latin typeface="Franklin Gothic Medium"/>
              <a:cs typeface="Franklin Gothic Medium"/>
            </a:endParaRPr>
          </a:p>
          <a:p>
            <a:pPr marL="12700">
              <a:lnSpc>
                <a:spcPct val="100000"/>
              </a:lnSpc>
              <a:spcBef>
                <a:spcPts val="565"/>
              </a:spcBef>
            </a:pPr>
            <a:r>
              <a:rPr sz="2200" spc="-5" dirty="0">
                <a:latin typeface="Franklin Gothic Medium"/>
                <a:cs typeface="Franklin Gothic Medium"/>
              </a:rPr>
              <a:t>printf("Int</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dirty="0">
                <a:solidFill>
                  <a:srgbClr val="000099"/>
                </a:solidFill>
                <a:latin typeface="Franklin Gothic Medium"/>
                <a:cs typeface="Franklin Gothic Medium"/>
              </a:rPr>
              <a:t>%d</a:t>
            </a:r>
            <a:r>
              <a:rPr sz="2200" dirty="0">
                <a:latin typeface="Franklin Gothic Medium"/>
                <a:cs typeface="Franklin Gothic Medium"/>
              </a:rPr>
              <a:t>\n",y);</a:t>
            </a:r>
            <a:endParaRPr sz="2200">
              <a:latin typeface="Franklin Gothic Medium"/>
              <a:cs typeface="Franklin Gothic Medium"/>
            </a:endParaRPr>
          </a:p>
          <a:p>
            <a:pPr marL="12700">
              <a:lnSpc>
                <a:spcPct val="100000"/>
              </a:lnSpc>
              <a:spcBef>
                <a:spcPts val="565"/>
              </a:spcBef>
            </a:pPr>
            <a:r>
              <a:rPr sz="2200" spc="-5" dirty="0">
                <a:latin typeface="Franklin Gothic Medium"/>
                <a:cs typeface="Franklin Gothic Medium"/>
              </a:rPr>
              <a:t>printf("Eq.</a:t>
            </a:r>
            <a:r>
              <a:rPr sz="2200" spc="-15" dirty="0">
                <a:latin typeface="Franklin Gothic Medium"/>
                <a:cs typeface="Franklin Gothic Medium"/>
              </a:rPr>
              <a:t> </a:t>
            </a:r>
            <a:r>
              <a:rPr sz="2200" spc="-10" dirty="0">
                <a:latin typeface="Franklin Gothic Medium"/>
                <a:cs typeface="Franklin Gothic Medium"/>
              </a:rPr>
              <a:t>Char</a:t>
            </a:r>
            <a:r>
              <a:rPr sz="2200" spc="-15"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5" dirty="0">
                <a:solidFill>
                  <a:srgbClr val="000099"/>
                </a:solidFill>
                <a:latin typeface="Franklin Gothic Medium"/>
                <a:cs typeface="Franklin Gothic Medium"/>
              </a:rPr>
              <a:t>%c</a:t>
            </a:r>
            <a:r>
              <a:rPr sz="2200" spc="-5" dirty="0">
                <a:latin typeface="Franklin Gothic Medium"/>
                <a:cs typeface="Franklin Gothic Medium"/>
              </a:rPr>
              <a:t>",y);</a:t>
            </a:r>
            <a:endParaRPr sz="2200">
              <a:latin typeface="Franklin Gothic Medium"/>
              <a:cs typeface="Franklin Gothic Medium"/>
            </a:endParaRPr>
          </a:p>
        </p:txBody>
      </p:sp>
      <p:sp>
        <p:nvSpPr>
          <p:cNvPr id="43" name="object 43"/>
          <p:cNvSpPr txBox="1"/>
          <p:nvPr/>
        </p:nvSpPr>
        <p:spPr>
          <a:xfrm>
            <a:off x="5618734" y="5846470"/>
            <a:ext cx="107314"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a:t>
            </a:r>
            <a:endParaRPr sz="2200">
              <a:latin typeface="Franklin Gothic Medium"/>
              <a:cs typeface="Franklin Gothic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4398" y="1558734"/>
            <a:ext cx="4632325" cy="615315"/>
            <a:chOff x="394398" y="1558734"/>
            <a:chExt cx="4632325" cy="615315"/>
          </a:xfrm>
        </p:grpSpPr>
        <p:sp>
          <p:nvSpPr>
            <p:cNvPr id="3" name="object 3"/>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4" name="object 4"/>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5" name="object 5"/>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7" name="object 7"/>
          <p:cNvGrpSpPr/>
          <p:nvPr/>
        </p:nvGrpSpPr>
        <p:grpSpPr>
          <a:xfrm>
            <a:off x="394398" y="2238438"/>
            <a:ext cx="4632325" cy="616585"/>
            <a:chOff x="394398" y="2238438"/>
            <a:chExt cx="4632325" cy="616585"/>
          </a:xfrm>
        </p:grpSpPr>
        <p:sp>
          <p:nvSpPr>
            <p:cNvPr id="8" name="object 8"/>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9" name="object 9"/>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0" name="object 10"/>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1" name="object 11"/>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grpSp>
        <p:nvGrpSpPr>
          <p:cNvPr id="12" name="object 12"/>
          <p:cNvGrpSpPr/>
          <p:nvPr/>
        </p:nvGrpSpPr>
        <p:grpSpPr>
          <a:xfrm>
            <a:off x="394398" y="2919666"/>
            <a:ext cx="4632325" cy="615315"/>
            <a:chOff x="394398" y="2919666"/>
            <a:chExt cx="4632325" cy="615315"/>
          </a:xfrm>
        </p:grpSpPr>
        <p:sp>
          <p:nvSpPr>
            <p:cNvPr id="13" name="object 13"/>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4" name="object 14"/>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5" name="object 15"/>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C00000"/>
            </a:solidFill>
          </p:spPr>
          <p:txBody>
            <a:bodyPr wrap="square" lIns="0" tIns="0" rIns="0" bIns="0" rtlCol="0"/>
            <a:lstStyle/>
            <a:p>
              <a:endParaRPr/>
            </a:p>
          </p:txBody>
        </p:sp>
        <p:sp>
          <p:nvSpPr>
            <p:cNvPr id="16" name="object 16"/>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grpSp>
        <p:nvGrpSpPr>
          <p:cNvPr id="17" name="object 17"/>
          <p:cNvGrpSpPr/>
          <p:nvPr/>
        </p:nvGrpSpPr>
        <p:grpSpPr>
          <a:xfrm>
            <a:off x="394398" y="3599370"/>
            <a:ext cx="4632325" cy="616585"/>
            <a:chOff x="394398" y="3599370"/>
            <a:chExt cx="4632325" cy="616585"/>
          </a:xfrm>
        </p:grpSpPr>
        <p:sp>
          <p:nvSpPr>
            <p:cNvPr id="18" name="object 18"/>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9" name="object 19"/>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0" name="object 20"/>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21" name="object 21"/>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grpSp>
        <p:nvGrpSpPr>
          <p:cNvPr id="22" name="object 22"/>
          <p:cNvGrpSpPr/>
          <p:nvPr/>
        </p:nvGrpSpPr>
        <p:grpSpPr>
          <a:xfrm>
            <a:off x="394398" y="4280598"/>
            <a:ext cx="4632325" cy="615315"/>
            <a:chOff x="394398" y="4280598"/>
            <a:chExt cx="4632325" cy="615315"/>
          </a:xfrm>
        </p:grpSpPr>
        <p:sp>
          <p:nvSpPr>
            <p:cNvPr id="23" name="object 23"/>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4" name="object 24"/>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5" name="object 25"/>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26" name="object 26"/>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grpSp>
        <p:nvGrpSpPr>
          <p:cNvPr id="27" name="object 27"/>
          <p:cNvGrpSpPr/>
          <p:nvPr/>
        </p:nvGrpSpPr>
        <p:grpSpPr>
          <a:xfrm>
            <a:off x="394398" y="4960302"/>
            <a:ext cx="4632325" cy="616585"/>
            <a:chOff x="394398" y="4960302"/>
            <a:chExt cx="4632325" cy="616585"/>
          </a:xfrm>
        </p:grpSpPr>
        <p:sp>
          <p:nvSpPr>
            <p:cNvPr id="28" name="object 28"/>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1" name="object 31"/>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61848"/>
            <a:ext cx="2642235" cy="4893310"/>
          </a:xfrm>
          <a:prstGeom prst="rect">
            <a:avLst/>
          </a:prstGeom>
        </p:spPr>
        <p:txBody>
          <a:bodyPr vert="horz" wrap="square" lIns="0" tIns="12065" rIns="0" bIns="0" rtlCol="0">
            <a:spAutoFit/>
          </a:bodyPr>
          <a:lstStyle/>
          <a:p>
            <a:pPr marL="1263015">
              <a:lnSpc>
                <a:spcPct val="100000"/>
              </a:lnSpc>
              <a:spcBef>
                <a:spcPts val="95"/>
              </a:spcBef>
            </a:pPr>
            <a:r>
              <a:rPr sz="2800" spc="-5" dirty="0">
                <a:solidFill>
                  <a:srgbClr val="C00000"/>
                </a:solidFill>
                <a:latin typeface="Franklin Gothic Medium"/>
                <a:cs typeface="Franklin Gothic Medium"/>
              </a:rPr>
              <a:t>C</a:t>
            </a:r>
            <a:r>
              <a:rPr sz="2800" spc="-70" dirty="0">
                <a:solidFill>
                  <a:srgbClr val="C00000"/>
                </a:solidFill>
                <a:latin typeface="Franklin Gothic Medium"/>
                <a:cs typeface="Franklin Gothic Medium"/>
              </a:rPr>
              <a:t> </a:t>
            </a:r>
            <a:r>
              <a:rPr sz="2800" spc="-30" dirty="0">
                <a:solidFill>
                  <a:srgbClr val="C00000"/>
                </a:solidFill>
                <a:latin typeface="Franklin Gothic Medium"/>
                <a:cs typeface="Franklin Gothic Medium"/>
              </a:rPr>
              <a:t>Tokens</a:t>
            </a:r>
            <a:endParaRPr sz="2800">
              <a:latin typeface="Franklin Gothic Medium"/>
              <a:cs typeface="Franklin Gothic Medium"/>
            </a:endParaRPr>
          </a:p>
          <a:p>
            <a:pPr>
              <a:lnSpc>
                <a:spcPct val="100000"/>
              </a:lnSpc>
            </a:pPr>
            <a:endParaRPr sz="3100">
              <a:latin typeface="Franklin Gothic Medium"/>
              <a:cs typeface="Franklin Gothic Medium"/>
            </a:endParaRPr>
          </a:p>
          <a:p>
            <a:pPr marL="347980" indent="-335915">
              <a:lnSpc>
                <a:spcPct val="100000"/>
              </a:lnSpc>
              <a:spcBef>
                <a:spcPts val="1780"/>
              </a:spcBef>
              <a:buAutoNum type="arabicPeriod"/>
              <a:tabLst>
                <a:tab pos="348615" algn="l"/>
              </a:tabLst>
            </a:pPr>
            <a:r>
              <a:rPr sz="2400" spc="-20" dirty="0">
                <a:latin typeface="Franklin Gothic Medium"/>
                <a:cs typeface="Franklin Gothic Medium"/>
              </a:rPr>
              <a:t>Keywords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spcBef>
                <a:spcPts val="5"/>
              </a:spcBef>
              <a:buAutoNum type="arabicPeriod"/>
              <a:tabLst>
                <a:tab pos="340995" algn="l"/>
              </a:tabLst>
            </a:pPr>
            <a:r>
              <a:rPr sz="2400" spc="-5" dirty="0">
                <a:latin typeface="Franklin Gothic Medium"/>
                <a:cs typeface="Franklin Gothic Medium"/>
              </a:rPr>
              <a:t>Identifiers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995" indent="-328930">
              <a:lnSpc>
                <a:spcPct val="100000"/>
              </a:lnSpc>
              <a:buAutoNum type="arabicPeriod"/>
              <a:tabLst>
                <a:tab pos="341630" algn="l"/>
              </a:tabLst>
            </a:pPr>
            <a:r>
              <a:rPr sz="2400" dirty="0">
                <a:solidFill>
                  <a:srgbClr val="FFFFFF"/>
                </a:solidFill>
                <a:latin typeface="Franklin Gothic Medium"/>
                <a:cs typeface="Franklin Gothic Medium"/>
              </a:rPr>
              <a:t>Constants</a:t>
            </a:r>
            <a:endParaRPr sz="2400">
              <a:latin typeface="Franklin Gothic Medium"/>
              <a:cs typeface="Franklin Gothic Medium"/>
            </a:endParaRPr>
          </a:p>
          <a:p>
            <a:pPr>
              <a:lnSpc>
                <a:spcPct val="100000"/>
              </a:lnSpc>
              <a:spcBef>
                <a:spcPts val="35"/>
              </a:spcBef>
              <a:buAutoNum type="arabicPeriod"/>
            </a:pPr>
            <a:endParaRPr sz="2150">
              <a:latin typeface="Franklin Gothic Medium"/>
              <a:cs typeface="Franklin Gothic Medium"/>
            </a:endParaRPr>
          </a:p>
          <a:p>
            <a:pPr marL="340360" indent="-328295">
              <a:lnSpc>
                <a:spcPct val="100000"/>
              </a:lnSpc>
              <a:spcBef>
                <a:spcPts val="5"/>
              </a:spcBef>
              <a:buAutoNum type="arabicPeriod"/>
              <a:tabLst>
                <a:tab pos="340995" algn="l"/>
              </a:tabLst>
            </a:pPr>
            <a:r>
              <a:rPr sz="2400" spc="-10" dirty="0">
                <a:latin typeface="Franklin Gothic Medium"/>
                <a:cs typeface="Franklin Gothic Medium"/>
              </a:rPr>
              <a:t>Strings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a:p>
            <a:pPr>
              <a:lnSpc>
                <a:spcPct val="100000"/>
              </a:lnSpc>
              <a:spcBef>
                <a:spcPts val="40"/>
              </a:spcBef>
              <a:buAutoNum type="arabicPeriod"/>
            </a:pPr>
            <a:endParaRPr sz="2150">
              <a:latin typeface="Franklin Gothic Medium"/>
              <a:cs typeface="Franklin Gothic Medium"/>
            </a:endParaRPr>
          </a:p>
          <a:p>
            <a:pPr marL="340360" indent="-328295">
              <a:lnSpc>
                <a:spcPct val="100000"/>
              </a:lnSpc>
              <a:buAutoNum type="arabicPeriod"/>
              <a:tabLst>
                <a:tab pos="340995" algn="l"/>
              </a:tabLst>
            </a:pPr>
            <a:r>
              <a:rPr sz="2400" spc="-5" dirty="0">
                <a:latin typeface="Franklin Gothic Medium"/>
                <a:cs typeface="Franklin Gothic Medium"/>
              </a:rPr>
              <a:t>Operators</a:t>
            </a:r>
            <a:endParaRPr sz="2400">
              <a:latin typeface="Franklin Gothic Medium"/>
              <a:cs typeface="Franklin Gothic Medium"/>
            </a:endParaRPr>
          </a:p>
        </p:txBody>
      </p:sp>
      <p:sp>
        <p:nvSpPr>
          <p:cNvPr id="33" name="object 33"/>
          <p:cNvSpPr txBox="1">
            <a:spLocks noGrp="1"/>
          </p:cNvSpPr>
          <p:nvPr>
            <p:ph type="title"/>
          </p:nvPr>
        </p:nvSpPr>
        <p:spPr>
          <a:xfrm>
            <a:off x="5618734" y="130302"/>
            <a:ext cx="291528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a:t>
            </a:r>
            <a:r>
              <a:rPr sz="2400" spc="-5" dirty="0"/>
              <a:t>Character</a:t>
            </a:r>
            <a:r>
              <a:rPr sz="2400" spc="-75" dirty="0"/>
              <a:t> </a:t>
            </a:r>
            <a:r>
              <a:rPr sz="2400" dirty="0"/>
              <a:t>constant</a:t>
            </a:r>
            <a:endParaRPr sz="2400"/>
          </a:p>
        </p:txBody>
      </p:sp>
      <p:graphicFrame>
        <p:nvGraphicFramePr>
          <p:cNvPr id="34" name="object 34"/>
          <p:cNvGraphicFramePr>
            <a:graphicFrameLocks noGrp="1"/>
          </p:cNvGraphicFramePr>
          <p:nvPr/>
        </p:nvGraphicFramePr>
        <p:xfrm>
          <a:off x="6574663" y="2016379"/>
          <a:ext cx="4159885" cy="2799839"/>
        </p:xfrm>
        <a:graphic>
          <a:graphicData uri="http://schemas.openxmlformats.org/drawingml/2006/table">
            <a:tbl>
              <a:tblPr firstRow="1" bandRow="1">
                <a:tableStyleId>{2D5ABB26-0587-4C30-8999-92F81FD0307C}</a:tableStyleId>
              </a:tblPr>
              <a:tblGrid>
                <a:gridCol w="2141855">
                  <a:extLst>
                    <a:ext uri="{9D8B030D-6E8A-4147-A177-3AD203B41FA5}">
                      <a16:colId xmlns:a16="http://schemas.microsoft.com/office/drawing/2014/main" val="20000"/>
                    </a:ext>
                  </a:extLst>
                </a:gridCol>
                <a:gridCol w="2018030">
                  <a:extLst>
                    <a:ext uri="{9D8B030D-6E8A-4147-A177-3AD203B41FA5}">
                      <a16:colId xmlns:a16="http://schemas.microsoft.com/office/drawing/2014/main" val="20001"/>
                    </a:ext>
                  </a:extLst>
                </a:gridCol>
              </a:tblGrid>
              <a:tr h="523875">
                <a:tc>
                  <a:txBody>
                    <a:bodyPr/>
                    <a:lstStyle/>
                    <a:p>
                      <a:pPr marR="78105" algn="ctr">
                        <a:lnSpc>
                          <a:spcPct val="100000"/>
                        </a:lnSpc>
                        <a:spcBef>
                          <a:spcPts val="80"/>
                        </a:spcBef>
                      </a:pPr>
                      <a:r>
                        <a:rPr sz="2000" spc="5" dirty="0">
                          <a:solidFill>
                            <a:srgbClr val="FFFFFF"/>
                          </a:solidFill>
                          <a:latin typeface="Franklin Gothic Medium"/>
                          <a:cs typeface="Franklin Gothic Medium"/>
                        </a:rPr>
                        <a:t>Char</a:t>
                      </a:r>
                      <a:r>
                        <a:rPr sz="2000" spc="-75"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constant</a:t>
                      </a:r>
                      <a:endParaRPr sz="2000">
                        <a:latin typeface="Franklin Gothic Medium"/>
                        <a:cs typeface="Franklin Gothic Medium"/>
                      </a:endParaRPr>
                    </a:p>
                  </a:txBody>
                  <a:tcPr marL="0" marR="0" marT="10160" marB="0">
                    <a:lnT w="28575">
                      <a:solidFill>
                        <a:srgbClr val="000000"/>
                      </a:solidFill>
                      <a:prstDash val="solid"/>
                    </a:lnT>
                    <a:lnB w="28575">
                      <a:solidFill>
                        <a:srgbClr val="000000"/>
                      </a:solidFill>
                      <a:prstDash val="solid"/>
                    </a:lnB>
                    <a:solidFill>
                      <a:srgbClr val="00AFEF"/>
                    </a:solidFill>
                  </a:tcPr>
                </a:tc>
                <a:tc>
                  <a:txBody>
                    <a:bodyPr/>
                    <a:lstStyle/>
                    <a:p>
                      <a:pPr marR="75565" algn="ctr">
                        <a:lnSpc>
                          <a:spcPct val="100000"/>
                        </a:lnSpc>
                        <a:spcBef>
                          <a:spcPts val="80"/>
                        </a:spcBef>
                      </a:pPr>
                      <a:r>
                        <a:rPr sz="2000" dirty="0">
                          <a:solidFill>
                            <a:srgbClr val="FFFFFF"/>
                          </a:solidFill>
                          <a:latin typeface="Franklin Gothic Medium"/>
                          <a:cs typeface="Franklin Gothic Medium"/>
                        </a:rPr>
                        <a:t>ASCII</a:t>
                      </a:r>
                      <a:r>
                        <a:rPr sz="2000" spc="-60" dirty="0">
                          <a:solidFill>
                            <a:srgbClr val="FFFFFF"/>
                          </a:solidFill>
                          <a:latin typeface="Franklin Gothic Medium"/>
                          <a:cs typeface="Franklin Gothic Medium"/>
                        </a:rPr>
                        <a:t> </a:t>
                      </a:r>
                      <a:r>
                        <a:rPr sz="2000" dirty="0">
                          <a:solidFill>
                            <a:srgbClr val="FFFFFF"/>
                          </a:solidFill>
                          <a:latin typeface="Franklin Gothic Medium"/>
                          <a:cs typeface="Franklin Gothic Medium"/>
                        </a:rPr>
                        <a:t>value</a:t>
                      </a:r>
                      <a:endParaRPr sz="2000">
                        <a:latin typeface="Franklin Gothic Medium"/>
                        <a:cs typeface="Franklin Gothic Medium"/>
                      </a:endParaRPr>
                    </a:p>
                  </a:txBody>
                  <a:tcPr marL="0" marR="0" marT="10160" marB="0">
                    <a:lnT w="28575">
                      <a:solidFill>
                        <a:srgbClr val="000000"/>
                      </a:solidFill>
                      <a:prstDash val="solid"/>
                    </a:lnT>
                    <a:lnB w="28575">
                      <a:solidFill>
                        <a:srgbClr val="000000"/>
                      </a:solidFill>
                      <a:prstDash val="solid"/>
                    </a:lnB>
                    <a:solidFill>
                      <a:srgbClr val="00AFEF"/>
                    </a:solidFill>
                  </a:tcPr>
                </a:tc>
                <a:extLst>
                  <a:ext uri="{0D108BD9-81ED-4DB2-BD59-A6C34878D82A}">
                    <a16:rowId xmlns:a16="http://schemas.microsoft.com/office/drawing/2014/main" val="10000"/>
                  </a:ext>
                </a:extLst>
              </a:tr>
              <a:tr h="379349">
                <a:tc>
                  <a:txBody>
                    <a:bodyPr/>
                    <a:lstStyle/>
                    <a:p>
                      <a:pPr marR="75565" algn="ctr">
                        <a:lnSpc>
                          <a:spcPct val="100000"/>
                        </a:lnSpc>
                        <a:spcBef>
                          <a:spcPts val="80"/>
                        </a:spcBef>
                      </a:pPr>
                      <a:r>
                        <a:rPr sz="2000" spc="-35" dirty="0">
                          <a:latin typeface="Franklin Gothic Medium"/>
                          <a:cs typeface="Franklin Gothic Medium"/>
                        </a:rPr>
                        <a:t>‘A’</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tc>
                  <a:txBody>
                    <a:bodyPr/>
                    <a:lstStyle/>
                    <a:p>
                      <a:pPr marR="74295" algn="ctr">
                        <a:lnSpc>
                          <a:spcPct val="100000"/>
                        </a:lnSpc>
                        <a:spcBef>
                          <a:spcPts val="80"/>
                        </a:spcBef>
                      </a:pPr>
                      <a:r>
                        <a:rPr sz="2000" dirty="0">
                          <a:latin typeface="Franklin Gothic Medium"/>
                          <a:cs typeface="Franklin Gothic Medium"/>
                        </a:rPr>
                        <a:t>65</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extLst>
                  <a:ext uri="{0D108BD9-81ED-4DB2-BD59-A6C34878D82A}">
                    <a16:rowId xmlns:a16="http://schemas.microsoft.com/office/drawing/2014/main" val="10001"/>
                  </a:ext>
                </a:extLst>
              </a:tr>
              <a:tr h="379247">
                <a:tc>
                  <a:txBody>
                    <a:bodyPr/>
                    <a:lstStyle/>
                    <a:p>
                      <a:pPr marR="74930" algn="ctr">
                        <a:lnSpc>
                          <a:spcPct val="100000"/>
                        </a:lnSpc>
                        <a:spcBef>
                          <a:spcPts val="80"/>
                        </a:spcBef>
                      </a:pPr>
                      <a:r>
                        <a:rPr sz="2000" spc="-5" dirty="0">
                          <a:latin typeface="Franklin Gothic Medium"/>
                          <a:cs typeface="Franklin Gothic Medium"/>
                        </a:rPr>
                        <a:t>‘B’</a:t>
                      </a:r>
                      <a:endParaRPr sz="2000">
                        <a:latin typeface="Franklin Gothic Medium"/>
                        <a:cs typeface="Franklin Gothic Medium"/>
                      </a:endParaRPr>
                    </a:p>
                  </a:txBody>
                  <a:tcPr marL="0" marR="0" marT="10160" marB="0"/>
                </a:tc>
                <a:tc>
                  <a:txBody>
                    <a:bodyPr/>
                    <a:lstStyle/>
                    <a:p>
                      <a:pPr marR="74295" algn="ctr">
                        <a:lnSpc>
                          <a:spcPct val="100000"/>
                        </a:lnSpc>
                        <a:spcBef>
                          <a:spcPts val="80"/>
                        </a:spcBef>
                      </a:pPr>
                      <a:r>
                        <a:rPr sz="2000" spc="-5" dirty="0">
                          <a:latin typeface="Franklin Gothic Medium"/>
                          <a:cs typeface="Franklin Gothic Medium"/>
                        </a:rPr>
                        <a:t>66</a:t>
                      </a:r>
                      <a:endParaRPr sz="2000">
                        <a:latin typeface="Franklin Gothic Medium"/>
                        <a:cs typeface="Franklin Gothic Medium"/>
                      </a:endParaRPr>
                    </a:p>
                  </a:txBody>
                  <a:tcPr marL="0" marR="0" marT="10160" marB="0"/>
                </a:tc>
                <a:extLst>
                  <a:ext uri="{0D108BD9-81ED-4DB2-BD59-A6C34878D82A}">
                    <a16:rowId xmlns:a16="http://schemas.microsoft.com/office/drawing/2014/main" val="10002"/>
                  </a:ext>
                </a:extLst>
              </a:tr>
              <a:tr h="379323">
                <a:tc>
                  <a:txBody>
                    <a:bodyPr/>
                    <a:lstStyle/>
                    <a:p>
                      <a:pPr marR="76835" algn="ctr">
                        <a:lnSpc>
                          <a:spcPct val="100000"/>
                        </a:lnSpc>
                        <a:spcBef>
                          <a:spcPts val="80"/>
                        </a:spcBef>
                      </a:pPr>
                      <a:r>
                        <a:rPr sz="2000" spc="-5" dirty="0">
                          <a:latin typeface="Franklin Gothic Medium"/>
                          <a:cs typeface="Franklin Gothic Medium"/>
                        </a:rPr>
                        <a:t>‘a’</a:t>
                      </a:r>
                      <a:endParaRPr sz="2000">
                        <a:latin typeface="Franklin Gothic Medium"/>
                        <a:cs typeface="Franklin Gothic Medium"/>
                      </a:endParaRPr>
                    </a:p>
                  </a:txBody>
                  <a:tcPr marL="0" marR="0" marT="10160" marB="0">
                    <a:solidFill>
                      <a:srgbClr val="E7E7E7"/>
                    </a:solidFill>
                  </a:tcPr>
                </a:tc>
                <a:tc>
                  <a:txBody>
                    <a:bodyPr/>
                    <a:lstStyle/>
                    <a:p>
                      <a:pPr marR="74295" algn="ctr">
                        <a:lnSpc>
                          <a:spcPct val="100000"/>
                        </a:lnSpc>
                        <a:spcBef>
                          <a:spcPts val="80"/>
                        </a:spcBef>
                      </a:pPr>
                      <a:r>
                        <a:rPr sz="2000" spc="-40" dirty="0">
                          <a:latin typeface="Franklin Gothic Medium"/>
                          <a:cs typeface="Franklin Gothic Medium"/>
                        </a:rPr>
                        <a:t>97</a:t>
                      </a:r>
                      <a:endParaRPr sz="2000">
                        <a:latin typeface="Franklin Gothic Medium"/>
                        <a:cs typeface="Franklin Gothic Medium"/>
                      </a:endParaRPr>
                    </a:p>
                  </a:txBody>
                  <a:tcPr marL="0" marR="0" marT="10160" marB="0">
                    <a:solidFill>
                      <a:srgbClr val="E7E7E7"/>
                    </a:solidFill>
                  </a:tcPr>
                </a:tc>
                <a:extLst>
                  <a:ext uri="{0D108BD9-81ED-4DB2-BD59-A6C34878D82A}">
                    <a16:rowId xmlns:a16="http://schemas.microsoft.com/office/drawing/2014/main" val="10003"/>
                  </a:ext>
                </a:extLst>
              </a:tr>
              <a:tr h="379374">
                <a:tc>
                  <a:txBody>
                    <a:bodyPr/>
                    <a:lstStyle/>
                    <a:p>
                      <a:pPr marR="76200" algn="ctr">
                        <a:lnSpc>
                          <a:spcPct val="100000"/>
                        </a:lnSpc>
                        <a:spcBef>
                          <a:spcPts val="80"/>
                        </a:spcBef>
                      </a:pPr>
                      <a:r>
                        <a:rPr sz="2000" dirty="0">
                          <a:latin typeface="Franklin Gothic Medium"/>
                          <a:cs typeface="Franklin Gothic Medium"/>
                        </a:rPr>
                        <a:t>‘b’</a:t>
                      </a:r>
                      <a:endParaRPr sz="2000">
                        <a:latin typeface="Franklin Gothic Medium"/>
                        <a:cs typeface="Franklin Gothic Medium"/>
                      </a:endParaRPr>
                    </a:p>
                  </a:txBody>
                  <a:tcPr marL="0" marR="0" marT="10160" marB="0"/>
                </a:tc>
                <a:tc>
                  <a:txBody>
                    <a:bodyPr/>
                    <a:lstStyle/>
                    <a:p>
                      <a:pPr marR="74295" algn="ctr">
                        <a:lnSpc>
                          <a:spcPct val="100000"/>
                        </a:lnSpc>
                        <a:spcBef>
                          <a:spcPts val="80"/>
                        </a:spcBef>
                      </a:pPr>
                      <a:r>
                        <a:rPr sz="2000" dirty="0">
                          <a:latin typeface="Franklin Gothic Medium"/>
                          <a:cs typeface="Franklin Gothic Medium"/>
                        </a:rPr>
                        <a:t>98</a:t>
                      </a:r>
                      <a:endParaRPr sz="2000">
                        <a:latin typeface="Franklin Gothic Medium"/>
                        <a:cs typeface="Franklin Gothic Medium"/>
                      </a:endParaRPr>
                    </a:p>
                  </a:txBody>
                  <a:tcPr marL="0" marR="0" marT="10160" marB="0"/>
                </a:tc>
                <a:extLst>
                  <a:ext uri="{0D108BD9-81ED-4DB2-BD59-A6C34878D82A}">
                    <a16:rowId xmlns:a16="http://schemas.microsoft.com/office/drawing/2014/main" val="10004"/>
                  </a:ext>
                </a:extLst>
              </a:tr>
              <a:tr h="379323">
                <a:tc>
                  <a:txBody>
                    <a:bodyPr/>
                    <a:lstStyle/>
                    <a:p>
                      <a:pPr marR="76200" algn="ctr">
                        <a:lnSpc>
                          <a:spcPct val="100000"/>
                        </a:lnSpc>
                        <a:spcBef>
                          <a:spcPts val="80"/>
                        </a:spcBef>
                      </a:pPr>
                      <a:r>
                        <a:rPr sz="2000" dirty="0">
                          <a:latin typeface="Franklin Gothic Medium"/>
                          <a:cs typeface="Franklin Gothic Medium"/>
                        </a:rPr>
                        <a:t>‘0’</a:t>
                      </a:r>
                      <a:endParaRPr sz="2000">
                        <a:latin typeface="Franklin Gothic Medium"/>
                        <a:cs typeface="Franklin Gothic Medium"/>
                      </a:endParaRPr>
                    </a:p>
                  </a:txBody>
                  <a:tcPr marL="0" marR="0" marT="10160" marB="0">
                    <a:solidFill>
                      <a:srgbClr val="E7E7E7"/>
                    </a:solidFill>
                  </a:tcPr>
                </a:tc>
                <a:tc>
                  <a:txBody>
                    <a:bodyPr/>
                    <a:lstStyle/>
                    <a:p>
                      <a:pPr marR="74295" algn="ctr">
                        <a:lnSpc>
                          <a:spcPct val="100000"/>
                        </a:lnSpc>
                        <a:spcBef>
                          <a:spcPts val="80"/>
                        </a:spcBef>
                      </a:pPr>
                      <a:r>
                        <a:rPr sz="2000" dirty="0">
                          <a:latin typeface="Franklin Gothic Medium"/>
                          <a:cs typeface="Franklin Gothic Medium"/>
                        </a:rPr>
                        <a:t>48</a:t>
                      </a:r>
                      <a:endParaRPr sz="2000">
                        <a:latin typeface="Franklin Gothic Medium"/>
                        <a:cs typeface="Franklin Gothic Medium"/>
                      </a:endParaRPr>
                    </a:p>
                  </a:txBody>
                  <a:tcPr marL="0" marR="0" marT="10160" marB="0">
                    <a:solidFill>
                      <a:srgbClr val="E7E7E7"/>
                    </a:solidFill>
                  </a:tcPr>
                </a:tc>
                <a:extLst>
                  <a:ext uri="{0D108BD9-81ED-4DB2-BD59-A6C34878D82A}">
                    <a16:rowId xmlns:a16="http://schemas.microsoft.com/office/drawing/2014/main" val="10005"/>
                  </a:ext>
                </a:extLst>
              </a:tr>
              <a:tr h="379348">
                <a:tc>
                  <a:txBody>
                    <a:bodyPr/>
                    <a:lstStyle/>
                    <a:p>
                      <a:pPr marR="76200" algn="ctr">
                        <a:lnSpc>
                          <a:spcPct val="100000"/>
                        </a:lnSpc>
                        <a:spcBef>
                          <a:spcPts val="80"/>
                        </a:spcBef>
                      </a:pPr>
                      <a:r>
                        <a:rPr sz="2000" dirty="0">
                          <a:latin typeface="Franklin Gothic Medium"/>
                          <a:cs typeface="Franklin Gothic Medium"/>
                        </a:rPr>
                        <a:t>‘1’</a:t>
                      </a:r>
                      <a:endParaRPr sz="2000">
                        <a:latin typeface="Franklin Gothic Medium"/>
                        <a:cs typeface="Franklin Gothic Medium"/>
                      </a:endParaRPr>
                    </a:p>
                  </a:txBody>
                  <a:tcPr marL="0" marR="0" marT="10160" marB="0">
                    <a:lnB w="28575">
                      <a:solidFill>
                        <a:srgbClr val="000000"/>
                      </a:solidFill>
                      <a:prstDash val="solid"/>
                    </a:lnB>
                  </a:tcPr>
                </a:tc>
                <a:tc>
                  <a:txBody>
                    <a:bodyPr/>
                    <a:lstStyle/>
                    <a:p>
                      <a:pPr marR="74295" algn="ctr">
                        <a:lnSpc>
                          <a:spcPct val="100000"/>
                        </a:lnSpc>
                        <a:spcBef>
                          <a:spcPts val="80"/>
                        </a:spcBef>
                      </a:pPr>
                      <a:r>
                        <a:rPr sz="2000" spc="-5" dirty="0">
                          <a:latin typeface="Franklin Gothic Medium"/>
                          <a:cs typeface="Franklin Gothic Medium"/>
                        </a:rPr>
                        <a:t>49</a:t>
                      </a:r>
                      <a:endParaRPr sz="2000">
                        <a:latin typeface="Franklin Gothic Medium"/>
                        <a:cs typeface="Franklin Gothic Medium"/>
                      </a:endParaRPr>
                    </a:p>
                  </a:txBody>
                  <a:tcPr marL="0" marR="0" marT="10160" marB="0">
                    <a:lnB w="28575">
                      <a:solidFill>
                        <a:srgbClr val="000000"/>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4854" y="461848"/>
            <a:ext cx="1391285" cy="452120"/>
          </a:xfrm>
          <a:prstGeom prst="rect">
            <a:avLst/>
          </a:prstGeom>
        </p:spPr>
        <p:txBody>
          <a:bodyPr vert="horz" wrap="square" lIns="0" tIns="12065" rIns="0" bIns="0" rtlCol="0">
            <a:spAutoFit/>
          </a:bodyPr>
          <a:lstStyle/>
          <a:p>
            <a:pPr marL="12700">
              <a:lnSpc>
                <a:spcPct val="100000"/>
              </a:lnSpc>
              <a:spcBef>
                <a:spcPts val="95"/>
              </a:spcBef>
            </a:pPr>
            <a:r>
              <a:rPr spc="-5" dirty="0"/>
              <a:t>C</a:t>
            </a:r>
            <a:r>
              <a:rPr spc="-70" dirty="0"/>
              <a:t> </a:t>
            </a:r>
            <a:r>
              <a:rPr spc="-30" dirty="0"/>
              <a:t>Tokens</a:t>
            </a:r>
          </a:p>
        </p:txBody>
      </p:sp>
      <p:grpSp>
        <p:nvGrpSpPr>
          <p:cNvPr id="3" name="object 3"/>
          <p:cNvGrpSpPr/>
          <p:nvPr/>
        </p:nvGrpSpPr>
        <p:grpSpPr>
          <a:xfrm>
            <a:off x="394398" y="1558734"/>
            <a:ext cx="4632325" cy="615315"/>
            <a:chOff x="394398" y="1558734"/>
            <a:chExt cx="4632325" cy="615315"/>
          </a:xfrm>
        </p:grpSpPr>
        <p:sp>
          <p:nvSpPr>
            <p:cNvPr id="4" name="object 4"/>
            <p:cNvSpPr/>
            <p:nvPr/>
          </p:nvSpPr>
          <p:spPr>
            <a:xfrm>
              <a:off x="402336" y="178765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5" name="object 5"/>
            <p:cNvSpPr/>
            <p:nvPr/>
          </p:nvSpPr>
          <p:spPr>
            <a:xfrm>
              <a:off x="402336" y="178765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6" name="object 6"/>
            <p:cNvSpPr/>
            <p:nvPr/>
          </p:nvSpPr>
          <p:spPr>
            <a:xfrm>
              <a:off x="632460" y="1566672"/>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69"/>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89"/>
                  </a:lnTo>
                  <a:lnTo>
                    <a:pt x="3187398" y="5794"/>
                  </a:lnTo>
                  <a:lnTo>
                    <a:pt x="3158743" y="0"/>
                  </a:lnTo>
                  <a:close/>
                </a:path>
              </a:pathLst>
            </a:custGeom>
            <a:solidFill>
              <a:srgbClr val="FFFFFF"/>
            </a:solidFill>
          </p:spPr>
          <p:txBody>
            <a:bodyPr wrap="square" lIns="0" tIns="0" rIns="0" bIns="0" rtlCol="0"/>
            <a:lstStyle/>
            <a:p>
              <a:endParaRPr/>
            </a:p>
          </p:txBody>
        </p:sp>
        <p:sp>
          <p:nvSpPr>
            <p:cNvPr id="7" name="object 7"/>
            <p:cNvSpPr/>
            <p:nvPr/>
          </p:nvSpPr>
          <p:spPr>
            <a:xfrm>
              <a:off x="632460" y="1566672"/>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89"/>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69"/>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8" name="object 8"/>
          <p:cNvSpPr txBox="1"/>
          <p:nvPr/>
        </p:nvSpPr>
        <p:spPr>
          <a:xfrm>
            <a:off x="763930" y="1560703"/>
            <a:ext cx="160528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Franklin Gothic Medium"/>
                <a:cs typeface="Franklin Gothic Medium"/>
              </a:rPr>
              <a:t>1.</a:t>
            </a:r>
            <a:r>
              <a:rPr sz="2400" spc="-55" dirty="0">
                <a:latin typeface="Franklin Gothic Medium"/>
                <a:cs typeface="Franklin Gothic Medium"/>
              </a:rPr>
              <a:t> </a:t>
            </a:r>
            <a:r>
              <a:rPr sz="2400" spc="-20" dirty="0">
                <a:latin typeface="Franklin Gothic Medium"/>
                <a:cs typeface="Franklin Gothic Medium"/>
              </a:rPr>
              <a:t>Keywords</a:t>
            </a:r>
            <a:endParaRPr sz="2400">
              <a:latin typeface="Franklin Gothic Medium"/>
              <a:cs typeface="Franklin Gothic Medium"/>
            </a:endParaRPr>
          </a:p>
        </p:txBody>
      </p:sp>
      <p:grpSp>
        <p:nvGrpSpPr>
          <p:cNvPr id="9" name="object 9"/>
          <p:cNvGrpSpPr/>
          <p:nvPr/>
        </p:nvGrpSpPr>
        <p:grpSpPr>
          <a:xfrm>
            <a:off x="394398" y="2238438"/>
            <a:ext cx="4632325" cy="616585"/>
            <a:chOff x="394398" y="2238438"/>
            <a:chExt cx="4632325" cy="616585"/>
          </a:xfrm>
        </p:grpSpPr>
        <p:sp>
          <p:nvSpPr>
            <p:cNvPr id="10" name="object 10"/>
            <p:cNvSpPr/>
            <p:nvPr/>
          </p:nvSpPr>
          <p:spPr>
            <a:xfrm>
              <a:off x="402336" y="2468880"/>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1" name="object 11"/>
            <p:cNvSpPr/>
            <p:nvPr/>
          </p:nvSpPr>
          <p:spPr>
            <a:xfrm>
              <a:off x="402336" y="2468880"/>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2" name="object 12"/>
            <p:cNvSpPr/>
            <p:nvPr/>
          </p:nvSpPr>
          <p:spPr>
            <a:xfrm>
              <a:off x="632460" y="2246376"/>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3"/>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3"/>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13" name="object 13"/>
            <p:cNvSpPr/>
            <p:nvPr/>
          </p:nvSpPr>
          <p:spPr>
            <a:xfrm>
              <a:off x="632460" y="2246376"/>
              <a:ext cx="3232785" cy="443865"/>
            </a:xfrm>
            <a:custGeom>
              <a:avLst/>
              <a:gdLst/>
              <a:ahLst/>
              <a:cxnLst/>
              <a:rect l="l" t="t" r="r" b="b"/>
              <a:pathLst>
                <a:path w="3232785" h="443864">
                  <a:moveTo>
                    <a:pt x="0" y="73913"/>
                  </a:moveTo>
                  <a:lnTo>
                    <a:pt x="5809" y="45166"/>
                  </a:lnTo>
                  <a:lnTo>
                    <a:pt x="21650" y="21669"/>
                  </a:lnTo>
                  <a:lnTo>
                    <a:pt x="45144" y="5816"/>
                  </a:lnTo>
                  <a:lnTo>
                    <a:pt x="73914" y="0"/>
                  </a:lnTo>
                  <a:lnTo>
                    <a:pt x="3158490" y="0"/>
                  </a:lnTo>
                  <a:lnTo>
                    <a:pt x="3187237" y="5816"/>
                  </a:lnTo>
                  <a:lnTo>
                    <a:pt x="3210734" y="21669"/>
                  </a:lnTo>
                  <a:lnTo>
                    <a:pt x="3226587" y="45166"/>
                  </a:lnTo>
                  <a:lnTo>
                    <a:pt x="3232404" y="73913"/>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3"/>
                  </a:lnTo>
                  <a:close/>
                </a:path>
              </a:pathLst>
            </a:custGeom>
            <a:ln w="15875">
              <a:solidFill>
                <a:srgbClr val="AD0000"/>
              </a:solidFill>
            </a:ln>
          </p:spPr>
          <p:txBody>
            <a:bodyPr wrap="square" lIns="0" tIns="0" rIns="0" bIns="0" rtlCol="0"/>
            <a:lstStyle/>
            <a:p>
              <a:endParaRPr/>
            </a:p>
          </p:txBody>
        </p:sp>
      </p:grpSp>
      <p:sp>
        <p:nvSpPr>
          <p:cNvPr id="14" name="object 14"/>
          <p:cNvSpPr txBox="1"/>
          <p:nvPr/>
        </p:nvSpPr>
        <p:spPr>
          <a:xfrm>
            <a:off x="763930" y="2241296"/>
            <a:ext cx="166687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2.</a:t>
            </a:r>
            <a:r>
              <a:rPr sz="2400" spc="-50" dirty="0">
                <a:latin typeface="Franklin Gothic Medium"/>
                <a:cs typeface="Franklin Gothic Medium"/>
              </a:rPr>
              <a:t> </a:t>
            </a:r>
            <a:r>
              <a:rPr sz="2400" spc="-5" dirty="0">
                <a:latin typeface="Franklin Gothic Medium"/>
                <a:cs typeface="Franklin Gothic Medium"/>
              </a:rPr>
              <a:t>Identifiers</a:t>
            </a:r>
            <a:endParaRPr sz="2400">
              <a:latin typeface="Franklin Gothic Medium"/>
              <a:cs typeface="Franklin Gothic Medium"/>
            </a:endParaRPr>
          </a:p>
        </p:txBody>
      </p:sp>
      <p:grpSp>
        <p:nvGrpSpPr>
          <p:cNvPr id="15" name="object 15"/>
          <p:cNvGrpSpPr/>
          <p:nvPr/>
        </p:nvGrpSpPr>
        <p:grpSpPr>
          <a:xfrm>
            <a:off x="394398" y="2919666"/>
            <a:ext cx="4632325" cy="615315"/>
            <a:chOff x="394398" y="2919666"/>
            <a:chExt cx="4632325" cy="615315"/>
          </a:xfrm>
        </p:grpSpPr>
        <p:sp>
          <p:nvSpPr>
            <p:cNvPr id="16" name="object 16"/>
            <p:cNvSpPr/>
            <p:nvPr/>
          </p:nvSpPr>
          <p:spPr>
            <a:xfrm>
              <a:off x="402336" y="3148584"/>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17" name="object 17"/>
            <p:cNvSpPr/>
            <p:nvPr/>
          </p:nvSpPr>
          <p:spPr>
            <a:xfrm>
              <a:off x="402336" y="3148584"/>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18" name="object 18"/>
            <p:cNvSpPr/>
            <p:nvPr/>
          </p:nvSpPr>
          <p:spPr>
            <a:xfrm>
              <a:off x="632460" y="2927604"/>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60"/>
                  </a:lnTo>
                  <a:lnTo>
                    <a:pt x="0" y="368300"/>
                  </a:lnTo>
                  <a:lnTo>
                    <a:pt x="5789" y="396954"/>
                  </a:lnTo>
                  <a:lnTo>
                    <a:pt x="21575" y="420370"/>
                  </a:lnTo>
                  <a:lnTo>
                    <a:pt x="44989" y="436165"/>
                  </a:lnTo>
                  <a:lnTo>
                    <a:pt x="73660" y="441960"/>
                  </a:lnTo>
                  <a:lnTo>
                    <a:pt x="3158743" y="441960"/>
                  </a:lnTo>
                  <a:lnTo>
                    <a:pt x="3187398" y="436165"/>
                  </a:lnTo>
                  <a:lnTo>
                    <a:pt x="3210814" y="420370"/>
                  </a:lnTo>
                  <a:lnTo>
                    <a:pt x="3226609" y="396954"/>
                  </a:lnTo>
                  <a:lnTo>
                    <a:pt x="3232404" y="368300"/>
                  </a:lnTo>
                  <a:lnTo>
                    <a:pt x="3232404" y="73660"/>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19" name="object 19"/>
            <p:cNvSpPr/>
            <p:nvPr/>
          </p:nvSpPr>
          <p:spPr>
            <a:xfrm>
              <a:off x="632460" y="2927604"/>
              <a:ext cx="3232785" cy="441959"/>
            </a:xfrm>
            <a:custGeom>
              <a:avLst/>
              <a:gdLst/>
              <a:ahLst/>
              <a:cxnLst/>
              <a:rect l="l" t="t" r="r" b="b"/>
              <a:pathLst>
                <a:path w="3232785" h="441960">
                  <a:moveTo>
                    <a:pt x="0" y="73660"/>
                  </a:moveTo>
                  <a:lnTo>
                    <a:pt x="5789" y="45005"/>
                  </a:lnTo>
                  <a:lnTo>
                    <a:pt x="21575" y="21589"/>
                  </a:lnTo>
                  <a:lnTo>
                    <a:pt x="44989" y="5794"/>
                  </a:lnTo>
                  <a:lnTo>
                    <a:pt x="73660" y="0"/>
                  </a:lnTo>
                  <a:lnTo>
                    <a:pt x="3158743" y="0"/>
                  </a:lnTo>
                  <a:lnTo>
                    <a:pt x="3187398" y="5794"/>
                  </a:lnTo>
                  <a:lnTo>
                    <a:pt x="3210814" y="21590"/>
                  </a:lnTo>
                  <a:lnTo>
                    <a:pt x="3226609" y="45005"/>
                  </a:lnTo>
                  <a:lnTo>
                    <a:pt x="3232404" y="73660"/>
                  </a:lnTo>
                  <a:lnTo>
                    <a:pt x="3232404" y="368300"/>
                  </a:lnTo>
                  <a:lnTo>
                    <a:pt x="3226609" y="396954"/>
                  </a:lnTo>
                  <a:lnTo>
                    <a:pt x="3210814" y="420370"/>
                  </a:lnTo>
                  <a:lnTo>
                    <a:pt x="3187398" y="436165"/>
                  </a:lnTo>
                  <a:lnTo>
                    <a:pt x="3158743" y="441960"/>
                  </a:lnTo>
                  <a:lnTo>
                    <a:pt x="73660" y="441960"/>
                  </a:lnTo>
                  <a:lnTo>
                    <a:pt x="44989" y="436165"/>
                  </a:lnTo>
                  <a:lnTo>
                    <a:pt x="21575" y="420370"/>
                  </a:lnTo>
                  <a:lnTo>
                    <a:pt x="5789" y="396954"/>
                  </a:lnTo>
                  <a:lnTo>
                    <a:pt x="0" y="368300"/>
                  </a:lnTo>
                  <a:lnTo>
                    <a:pt x="0" y="73660"/>
                  </a:lnTo>
                  <a:close/>
                </a:path>
              </a:pathLst>
            </a:custGeom>
            <a:ln w="15875">
              <a:solidFill>
                <a:srgbClr val="AD0000"/>
              </a:solidFill>
            </a:ln>
          </p:spPr>
          <p:txBody>
            <a:bodyPr wrap="square" lIns="0" tIns="0" rIns="0" bIns="0" rtlCol="0"/>
            <a:lstStyle/>
            <a:p>
              <a:endParaRPr/>
            </a:p>
          </p:txBody>
        </p:sp>
      </p:grpSp>
      <p:sp>
        <p:nvSpPr>
          <p:cNvPr id="20" name="object 20"/>
          <p:cNvSpPr txBox="1"/>
          <p:nvPr/>
        </p:nvSpPr>
        <p:spPr>
          <a:xfrm>
            <a:off x="763930" y="2921889"/>
            <a:ext cx="16573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3.</a:t>
            </a:r>
            <a:r>
              <a:rPr sz="2400" spc="-85" dirty="0">
                <a:latin typeface="Franklin Gothic Medium"/>
                <a:cs typeface="Franklin Gothic Medium"/>
              </a:rPr>
              <a:t> </a:t>
            </a:r>
            <a:r>
              <a:rPr sz="2400" spc="-5" dirty="0">
                <a:latin typeface="Franklin Gothic Medium"/>
                <a:cs typeface="Franklin Gothic Medium"/>
              </a:rPr>
              <a:t>Constants</a:t>
            </a:r>
            <a:endParaRPr sz="2400">
              <a:latin typeface="Franklin Gothic Medium"/>
              <a:cs typeface="Franklin Gothic Medium"/>
            </a:endParaRPr>
          </a:p>
        </p:txBody>
      </p:sp>
      <p:grpSp>
        <p:nvGrpSpPr>
          <p:cNvPr id="21" name="object 21"/>
          <p:cNvGrpSpPr/>
          <p:nvPr/>
        </p:nvGrpSpPr>
        <p:grpSpPr>
          <a:xfrm>
            <a:off x="394398" y="3599370"/>
            <a:ext cx="4632325" cy="616585"/>
            <a:chOff x="394398" y="3599370"/>
            <a:chExt cx="4632325" cy="616585"/>
          </a:xfrm>
        </p:grpSpPr>
        <p:sp>
          <p:nvSpPr>
            <p:cNvPr id="22" name="object 22"/>
            <p:cNvSpPr/>
            <p:nvPr/>
          </p:nvSpPr>
          <p:spPr>
            <a:xfrm>
              <a:off x="402336" y="3829812"/>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3" name="object 23"/>
            <p:cNvSpPr/>
            <p:nvPr/>
          </p:nvSpPr>
          <p:spPr>
            <a:xfrm>
              <a:off x="402336" y="3829812"/>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24" name="object 24"/>
            <p:cNvSpPr/>
            <p:nvPr/>
          </p:nvSpPr>
          <p:spPr>
            <a:xfrm>
              <a:off x="632460" y="3607308"/>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C00000"/>
            </a:solidFill>
          </p:spPr>
          <p:txBody>
            <a:bodyPr wrap="square" lIns="0" tIns="0" rIns="0" bIns="0" rtlCol="0"/>
            <a:lstStyle/>
            <a:p>
              <a:endParaRPr/>
            </a:p>
          </p:txBody>
        </p:sp>
        <p:sp>
          <p:nvSpPr>
            <p:cNvPr id="25" name="object 25"/>
            <p:cNvSpPr/>
            <p:nvPr/>
          </p:nvSpPr>
          <p:spPr>
            <a:xfrm>
              <a:off x="632460" y="3607308"/>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26" name="object 26"/>
          <p:cNvSpPr txBox="1"/>
          <p:nvPr/>
        </p:nvSpPr>
        <p:spPr>
          <a:xfrm>
            <a:off x="763930" y="3602228"/>
            <a:ext cx="12661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Franklin Gothic Medium"/>
                <a:cs typeface="Franklin Gothic Medium"/>
              </a:rPr>
              <a:t>4.</a:t>
            </a:r>
            <a:r>
              <a:rPr sz="2400" spc="-80" dirty="0">
                <a:solidFill>
                  <a:srgbClr val="FFFFFF"/>
                </a:solidFill>
                <a:latin typeface="Franklin Gothic Medium"/>
                <a:cs typeface="Franklin Gothic Medium"/>
              </a:rPr>
              <a:t> </a:t>
            </a:r>
            <a:r>
              <a:rPr sz="2400" dirty="0">
                <a:solidFill>
                  <a:srgbClr val="FFFFFF"/>
                </a:solidFill>
                <a:latin typeface="Franklin Gothic Medium"/>
                <a:cs typeface="Franklin Gothic Medium"/>
              </a:rPr>
              <a:t>Strings</a:t>
            </a:r>
            <a:endParaRPr sz="2400">
              <a:latin typeface="Franklin Gothic Medium"/>
              <a:cs typeface="Franklin Gothic Medium"/>
            </a:endParaRPr>
          </a:p>
        </p:txBody>
      </p:sp>
      <p:grpSp>
        <p:nvGrpSpPr>
          <p:cNvPr id="27" name="object 27"/>
          <p:cNvGrpSpPr/>
          <p:nvPr/>
        </p:nvGrpSpPr>
        <p:grpSpPr>
          <a:xfrm>
            <a:off x="394398" y="4280598"/>
            <a:ext cx="4632325" cy="615315"/>
            <a:chOff x="394398" y="4280598"/>
            <a:chExt cx="4632325" cy="615315"/>
          </a:xfrm>
        </p:grpSpPr>
        <p:sp>
          <p:nvSpPr>
            <p:cNvPr id="28" name="object 28"/>
            <p:cNvSpPr/>
            <p:nvPr/>
          </p:nvSpPr>
          <p:spPr>
            <a:xfrm>
              <a:off x="402336" y="4509515"/>
              <a:ext cx="4616450" cy="378460"/>
            </a:xfrm>
            <a:custGeom>
              <a:avLst/>
              <a:gdLst/>
              <a:ahLst/>
              <a:cxnLst/>
              <a:rect l="l" t="t" r="r" b="b"/>
              <a:pathLst>
                <a:path w="4616450" h="378460">
                  <a:moveTo>
                    <a:pt x="4616196" y="0"/>
                  </a:moveTo>
                  <a:lnTo>
                    <a:pt x="0" y="0"/>
                  </a:lnTo>
                  <a:lnTo>
                    <a:pt x="0" y="377951"/>
                  </a:lnTo>
                  <a:lnTo>
                    <a:pt x="4616196" y="377951"/>
                  </a:lnTo>
                  <a:lnTo>
                    <a:pt x="4616196" y="0"/>
                  </a:lnTo>
                  <a:close/>
                </a:path>
              </a:pathLst>
            </a:custGeom>
            <a:solidFill>
              <a:srgbClr val="E8CACA">
                <a:alpha val="90194"/>
              </a:srgbClr>
            </a:solidFill>
          </p:spPr>
          <p:txBody>
            <a:bodyPr wrap="square" lIns="0" tIns="0" rIns="0" bIns="0" rtlCol="0"/>
            <a:lstStyle/>
            <a:p>
              <a:endParaRPr/>
            </a:p>
          </p:txBody>
        </p:sp>
        <p:sp>
          <p:nvSpPr>
            <p:cNvPr id="29" name="object 29"/>
            <p:cNvSpPr/>
            <p:nvPr/>
          </p:nvSpPr>
          <p:spPr>
            <a:xfrm>
              <a:off x="402336" y="4509515"/>
              <a:ext cx="4616450" cy="378460"/>
            </a:xfrm>
            <a:custGeom>
              <a:avLst/>
              <a:gdLst/>
              <a:ahLst/>
              <a:cxnLst/>
              <a:rect l="l" t="t" r="r" b="b"/>
              <a:pathLst>
                <a:path w="4616450" h="378460">
                  <a:moveTo>
                    <a:pt x="0" y="377951"/>
                  </a:moveTo>
                  <a:lnTo>
                    <a:pt x="4616196" y="377951"/>
                  </a:lnTo>
                  <a:lnTo>
                    <a:pt x="4616196" y="0"/>
                  </a:lnTo>
                  <a:lnTo>
                    <a:pt x="0" y="0"/>
                  </a:lnTo>
                  <a:lnTo>
                    <a:pt x="0" y="377951"/>
                  </a:lnTo>
                  <a:close/>
                </a:path>
              </a:pathLst>
            </a:custGeom>
            <a:ln w="15875">
              <a:solidFill>
                <a:srgbClr val="C00000"/>
              </a:solidFill>
            </a:ln>
          </p:spPr>
          <p:txBody>
            <a:bodyPr wrap="square" lIns="0" tIns="0" rIns="0" bIns="0" rtlCol="0"/>
            <a:lstStyle/>
            <a:p>
              <a:endParaRPr/>
            </a:p>
          </p:txBody>
        </p:sp>
        <p:sp>
          <p:nvSpPr>
            <p:cNvPr id="30" name="object 30"/>
            <p:cNvSpPr/>
            <p:nvPr/>
          </p:nvSpPr>
          <p:spPr>
            <a:xfrm>
              <a:off x="632460" y="4288535"/>
              <a:ext cx="3232785" cy="441959"/>
            </a:xfrm>
            <a:custGeom>
              <a:avLst/>
              <a:gdLst/>
              <a:ahLst/>
              <a:cxnLst/>
              <a:rect l="l" t="t" r="r" b="b"/>
              <a:pathLst>
                <a:path w="3232785" h="441960">
                  <a:moveTo>
                    <a:pt x="3158743" y="0"/>
                  </a:moveTo>
                  <a:lnTo>
                    <a:pt x="73660" y="0"/>
                  </a:lnTo>
                  <a:lnTo>
                    <a:pt x="44989" y="5794"/>
                  </a:lnTo>
                  <a:lnTo>
                    <a:pt x="21575" y="21589"/>
                  </a:lnTo>
                  <a:lnTo>
                    <a:pt x="5789" y="45005"/>
                  </a:lnTo>
                  <a:lnTo>
                    <a:pt x="0" y="73659"/>
                  </a:lnTo>
                  <a:lnTo>
                    <a:pt x="0" y="368300"/>
                  </a:lnTo>
                  <a:lnTo>
                    <a:pt x="5789" y="396954"/>
                  </a:lnTo>
                  <a:lnTo>
                    <a:pt x="21575" y="420369"/>
                  </a:lnTo>
                  <a:lnTo>
                    <a:pt x="44989" y="436165"/>
                  </a:lnTo>
                  <a:lnTo>
                    <a:pt x="73660" y="441959"/>
                  </a:lnTo>
                  <a:lnTo>
                    <a:pt x="3158743" y="441959"/>
                  </a:lnTo>
                  <a:lnTo>
                    <a:pt x="3187398" y="436165"/>
                  </a:lnTo>
                  <a:lnTo>
                    <a:pt x="3210814" y="420369"/>
                  </a:lnTo>
                  <a:lnTo>
                    <a:pt x="3226609" y="396954"/>
                  </a:lnTo>
                  <a:lnTo>
                    <a:pt x="3232404" y="368300"/>
                  </a:lnTo>
                  <a:lnTo>
                    <a:pt x="3232404" y="73659"/>
                  </a:lnTo>
                  <a:lnTo>
                    <a:pt x="3226609" y="45005"/>
                  </a:lnTo>
                  <a:lnTo>
                    <a:pt x="3210814" y="21590"/>
                  </a:lnTo>
                  <a:lnTo>
                    <a:pt x="3187398" y="5794"/>
                  </a:lnTo>
                  <a:lnTo>
                    <a:pt x="3158743" y="0"/>
                  </a:lnTo>
                  <a:close/>
                </a:path>
              </a:pathLst>
            </a:custGeom>
            <a:solidFill>
              <a:srgbClr val="FFFFFF"/>
            </a:solidFill>
          </p:spPr>
          <p:txBody>
            <a:bodyPr wrap="square" lIns="0" tIns="0" rIns="0" bIns="0" rtlCol="0"/>
            <a:lstStyle/>
            <a:p>
              <a:endParaRPr/>
            </a:p>
          </p:txBody>
        </p:sp>
        <p:sp>
          <p:nvSpPr>
            <p:cNvPr id="31" name="object 31"/>
            <p:cNvSpPr/>
            <p:nvPr/>
          </p:nvSpPr>
          <p:spPr>
            <a:xfrm>
              <a:off x="632460" y="4288535"/>
              <a:ext cx="3232785" cy="441959"/>
            </a:xfrm>
            <a:custGeom>
              <a:avLst/>
              <a:gdLst/>
              <a:ahLst/>
              <a:cxnLst/>
              <a:rect l="l" t="t" r="r" b="b"/>
              <a:pathLst>
                <a:path w="3232785" h="441960">
                  <a:moveTo>
                    <a:pt x="0" y="73659"/>
                  </a:moveTo>
                  <a:lnTo>
                    <a:pt x="5789" y="45005"/>
                  </a:lnTo>
                  <a:lnTo>
                    <a:pt x="21575" y="21589"/>
                  </a:lnTo>
                  <a:lnTo>
                    <a:pt x="44989" y="5794"/>
                  </a:lnTo>
                  <a:lnTo>
                    <a:pt x="73660" y="0"/>
                  </a:lnTo>
                  <a:lnTo>
                    <a:pt x="3158743" y="0"/>
                  </a:lnTo>
                  <a:lnTo>
                    <a:pt x="3187398" y="5794"/>
                  </a:lnTo>
                  <a:lnTo>
                    <a:pt x="3210814" y="21590"/>
                  </a:lnTo>
                  <a:lnTo>
                    <a:pt x="3226609" y="45005"/>
                  </a:lnTo>
                  <a:lnTo>
                    <a:pt x="3232404" y="73659"/>
                  </a:lnTo>
                  <a:lnTo>
                    <a:pt x="3232404" y="368300"/>
                  </a:lnTo>
                  <a:lnTo>
                    <a:pt x="3226609" y="396954"/>
                  </a:lnTo>
                  <a:lnTo>
                    <a:pt x="3210814" y="420369"/>
                  </a:lnTo>
                  <a:lnTo>
                    <a:pt x="3187398" y="436165"/>
                  </a:lnTo>
                  <a:lnTo>
                    <a:pt x="3158743" y="441959"/>
                  </a:lnTo>
                  <a:lnTo>
                    <a:pt x="73660" y="441959"/>
                  </a:lnTo>
                  <a:lnTo>
                    <a:pt x="44989" y="436165"/>
                  </a:lnTo>
                  <a:lnTo>
                    <a:pt x="21575" y="420369"/>
                  </a:lnTo>
                  <a:lnTo>
                    <a:pt x="5789" y="396954"/>
                  </a:lnTo>
                  <a:lnTo>
                    <a:pt x="0" y="368300"/>
                  </a:lnTo>
                  <a:lnTo>
                    <a:pt x="0" y="73659"/>
                  </a:lnTo>
                  <a:close/>
                </a:path>
              </a:pathLst>
            </a:custGeom>
            <a:ln w="15875">
              <a:solidFill>
                <a:srgbClr val="AD0000"/>
              </a:solidFill>
            </a:ln>
          </p:spPr>
          <p:txBody>
            <a:bodyPr wrap="square" lIns="0" tIns="0" rIns="0" bIns="0" rtlCol="0"/>
            <a:lstStyle/>
            <a:p>
              <a:endParaRPr/>
            </a:p>
          </p:txBody>
        </p:sp>
      </p:grpSp>
      <p:sp>
        <p:nvSpPr>
          <p:cNvPr id="32" name="object 32"/>
          <p:cNvSpPr txBox="1"/>
          <p:nvPr/>
        </p:nvSpPr>
        <p:spPr>
          <a:xfrm>
            <a:off x="763930" y="4282820"/>
            <a:ext cx="249491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5.</a:t>
            </a:r>
            <a:r>
              <a:rPr sz="2400" spc="-25" dirty="0">
                <a:latin typeface="Franklin Gothic Medium"/>
                <a:cs typeface="Franklin Gothic Medium"/>
              </a:rPr>
              <a:t> </a:t>
            </a:r>
            <a:r>
              <a:rPr sz="2400" spc="-5" dirty="0">
                <a:latin typeface="Franklin Gothic Medium"/>
                <a:cs typeface="Franklin Gothic Medium"/>
              </a:rPr>
              <a:t>Special</a:t>
            </a:r>
            <a:r>
              <a:rPr sz="2400" spc="-20" dirty="0">
                <a:latin typeface="Franklin Gothic Medium"/>
                <a:cs typeface="Franklin Gothic Medium"/>
              </a:rPr>
              <a:t> </a:t>
            </a:r>
            <a:r>
              <a:rPr sz="2400" spc="-10" dirty="0">
                <a:latin typeface="Franklin Gothic Medium"/>
                <a:cs typeface="Franklin Gothic Medium"/>
              </a:rPr>
              <a:t>Symbols</a:t>
            </a:r>
            <a:endParaRPr sz="2400">
              <a:latin typeface="Franklin Gothic Medium"/>
              <a:cs typeface="Franklin Gothic Medium"/>
            </a:endParaRPr>
          </a:p>
        </p:txBody>
      </p:sp>
      <p:grpSp>
        <p:nvGrpSpPr>
          <p:cNvPr id="33" name="object 33"/>
          <p:cNvGrpSpPr/>
          <p:nvPr/>
        </p:nvGrpSpPr>
        <p:grpSpPr>
          <a:xfrm>
            <a:off x="394398" y="4960302"/>
            <a:ext cx="4632325" cy="616585"/>
            <a:chOff x="394398" y="4960302"/>
            <a:chExt cx="4632325" cy="616585"/>
          </a:xfrm>
        </p:grpSpPr>
        <p:sp>
          <p:nvSpPr>
            <p:cNvPr id="34" name="object 34"/>
            <p:cNvSpPr/>
            <p:nvPr/>
          </p:nvSpPr>
          <p:spPr>
            <a:xfrm>
              <a:off x="402336" y="5189220"/>
              <a:ext cx="4616450" cy="379730"/>
            </a:xfrm>
            <a:custGeom>
              <a:avLst/>
              <a:gdLst/>
              <a:ahLst/>
              <a:cxnLst/>
              <a:rect l="l" t="t" r="r" b="b"/>
              <a:pathLst>
                <a:path w="4616450" h="379729">
                  <a:moveTo>
                    <a:pt x="4616196" y="0"/>
                  </a:moveTo>
                  <a:lnTo>
                    <a:pt x="0" y="0"/>
                  </a:lnTo>
                  <a:lnTo>
                    <a:pt x="0" y="379475"/>
                  </a:lnTo>
                  <a:lnTo>
                    <a:pt x="4616196" y="379475"/>
                  </a:lnTo>
                  <a:lnTo>
                    <a:pt x="4616196" y="0"/>
                  </a:lnTo>
                  <a:close/>
                </a:path>
              </a:pathLst>
            </a:custGeom>
            <a:solidFill>
              <a:srgbClr val="E8CACA">
                <a:alpha val="90194"/>
              </a:srgbClr>
            </a:solidFill>
          </p:spPr>
          <p:txBody>
            <a:bodyPr wrap="square" lIns="0" tIns="0" rIns="0" bIns="0" rtlCol="0"/>
            <a:lstStyle/>
            <a:p>
              <a:endParaRPr/>
            </a:p>
          </p:txBody>
        </p:sp>
        <p:sp>
          <p:nvSpPr>
            <p:cNvPr id="35" name="object 35"/>
            <p:cNvSpPr/>
            <p:nvPr/>
          </p:nvSpPr>
          <p:spPr>
            <a:xfrm>
              <a:off x="402336" y="5189220"/>
              <a:ext cx="4616450" cy="379730"/>
            </a:xfrm>
            <a:custGeom>
              <a:avLst/>
              <a:gdLst/>
              <a:ahLst/>
              <a:cxnLst/>
              <a:rect l="l" t="t" r="r" b="b"/>
              <a:pathLst>
                <a:path w="4616450" h="379729">
                  <a:moveTo>
                    <a:pt x="0" y="379475"/>
                  </a:moveTo>
                  <a:lnTo>
                    <a:pt x="4616196" y="379475"/>
                  </a:lnTo>
                  <a:lnTo>
                    <a:pt x="4616196" y="0"/>
                  </a:lnTo>
                  <a:lnTo>
                    <a:pt x="0" y="0"/>
                  </a:lnTo>
                  <a:lnTo>
                    <a:pt x="0" y="379475"/>
                  </a:lnTo>
                  <a:close/>
                </a:path>
              </a:pathLst>
            </a:custGeom>
            <a:ln w="15875">
              <a:solidFill>
                <a:srgbClr val="C00000"/>
              </a:solidFill>
            </a:ln>
          </p:spPr>
          <p:txBody>
            <a:bodyPr wrap="square" lIns="0" tIns="0" rIns="0" bIns="0" rtlCol="0"/>
            <a:lstStyle/>
            <a:p>
              <a:endParaRPr/>
            </a:p>
          </p:txBody>
        </p:sp>
        <p:sp>
          <p:nvSpPr>
            <p:cNvPr id="36" name="object 36"/>
            <p:cNvSpPr/>
            <p:nvPr/>
          </p:nvSpPr>
          <p:spPr>
            <a:xfrm>
              <a:off x="632460" y="4968240"/>
              <a:ext cx="3232785" cy="443865"/>
            </a:xfrm>
            <a:custGeom>
              <a:avLst/>
              <a:gdLst/>
              <a:ahLst/>
              <a:cxnLst/>
              <a:rect l="l" t="t" r="r" b="b"/>
              <a:pathLst>
                <a:path w="3232785" h="443864">
                  <a:moveTo>
                    <a:pt x="3158490" y="0"/>
                  </a:moveTo>
                  <a:lnTo>
                    <a:pt x="73914" y="0"/>
                  </a:lnTo>
                  <a:lnTo>
                    <a:pt x="45144" y="5816"/>
                  </a:lnTo>
                  <a:lnTo>
                    <a:pt x="21650" y="21669"/>
                  </a:lnTo>
                  <a:lnTo>
                    <a:pt x="5809" y="45166"/>
                  </a:lnTo>
                  <a:lnTo>
                    <a:pt x="0" y="73914"/>
                  </a:lnTo>
                  <a:lnTo>
                    <a:pt x="0" y="369570"/>
                  </a:lnTo>
                  <a:lnTo>
                    <a:pt x="5809" y="398317"/>
                  </a:lnTo>
                  <a:lnTo>
                    <a:pt x="21650" y="421814"/>
                  </a:lnTo>
                  <a:lnTo>
                    <a:pt x="45144" y="437667"/>
                  </a:lnTo>
                  <a:lnTo>
                    <a:pt x="73914" y="443484"/>
                  </a:lnTo>
                  <a:lnTo>
                    <a:pt x="3158490" y="443484"/>
                  </a:lnTo>
                  <a:lnTo>
                    <a:pt x="3187237" y="437667"/>
                  </a:lnTo>
                  <a:lnTo>
                    <a:pt x="3210734" y="421814"/>
                  </a:lnTo>
                  <a:lnTo>
                    <a:pt x="3226587" y="398317"/>
                  </a:lnTo>
                  <a:lnTo>
                    <a:pt x="3232404" y="369570"/>
                  </a:lnTo>
                  <a:lnTo>
                    <a:pt x="3232404" y="73914"/>
                  </a:lnTo>
                  <a:lnTo>
                    <a:pt x="3226587" y="45166"/>
                  </a:lnTo>
                  <a:lnTo>
                    <a:pt x="3210734" y="21669"/>
                  </a:lnTo>
                  <a:lnTo>
                    <a:pt x="3187237" y="5816"/>
                  </a:lnTo>
                  <a:lnTo>
                    <a:pt x="3158490" y="0"/>
                  </a:lnTo>
                  <a:close/>
                </a:path>
              </a:pathLst>
            </a:custGeom>
            <a:solidFill>
              <a:srgbClr val="FFFFFF"/>
            </a:solidFill>
          </p:spPr>
          <p:txBody>
            <a:bodyPr wrap="square" lIns="0" tIns="0" rIns="0" bIns="0" rtlCol="0"/>
            <a:lstStyle/>
            <a:p>
              <a:endParaRPr/>
            </a:p>
          </p:txBody>
        </p:sp>
        <p:sp>
          <p:nvSpPr>
            <p:cNvPr id="37" name="object 37"/>
            <p:cNvSpPr/>
            <p:nvPr/>
          </p:nvSpPr>
          <p:spPr>
            <a:xfrm>
              <a:off x="632460" y="4968240"/>
              <a:ext cx="3232785" cy="443865"/>
            </a:xfrm>
            <a:custGeom>
              <a:avLst/>
              <a:gdLst/>
              <a:ahLst/>
              <a:cxnLst/>
              <a:rect l="l" t="t" r="r" b="b"/>
              <a:pathLst>
                <a:path w="3232785" h="443864">
                  <a:moveTo>
                    <a:pt x="0" y="73914"/>
                  </a:moveTo>
                  <a:lnTo>
                    <a:pt x="5809" y="45166"/>
                  </a:lnTo>
                  <a:lnTo>
                    <a:pt x="21650" y="21669"/>
                  </a:lnTo>
                  <a:lnTo>
                    <a:pt x="45144" y="5816"/>
                  </a:lnTo>
                  <a:lnTo>
                    <a:pt x="73914" y="0"/>
                  </a:lnTo>
                  <a:lnTo>
                    <a:pt x="3158490" y="0"/>
                  </a:lnTo>
                  <a:lnTo>
                    <a:pt x="3187237" y="5816"/>
                  </a:lnTo>
                  <a:lnTo>
                    <a:pt x="3210734" y="21669"/>
                  </a:lnTo>
                  <a:lnTo>
                    <a:pt x="3226587" y="45166"/>
                  </a:lnTo>
                  <a:lnTo>
                    <a:pt x="3232404" y="73914"/>
                  </a:lnTo>
                  <a:lnTo>
                    <a:pt x="3232404" y="369570"/>
                  </a:lnTo>
                  <a:lnTo>
                    <a:pt x="3226587" y="398317"/>
                  </a:lnTo>
                  <a:lnTo>
                    <a:pt x="3210734" y="421814"/>
                  </a:lnTo>
                  <a:lnTo>
                    <a:pt x="3187237" y="437667"/>
                  </a:lnTo>
                  <a:lnTo>
                    <a:pt x="3158490" y="443484"/>
                  </a:lnTo>
                  <a:lnTo>
                    <a:pt x="73914" y="443484"/>
                  </a:lnTo>
                  <a:lnTo>
                    <a:pt x="45144" y="437667"/>
                  </a:lnTo>
                  <a:lnTo>
                    <a:pt x="21650" y="421814"/>
                  </a:lnTo>
                  <a:lnTo>
                    <a:pt x="5809" y="398317"/>
                  </a:lnTo>
                  <a:lnTo>
                    <a:pt x="0" y="369570"/>
                  </a:lnTo>
                  <a:lnTo>
                    <a:pt x="0" y="73914"/>
                  </a:lnTo>
                  <a:close/>
                </a:path>
              </a:pathLst>
            </a:custGeom>
            <a:ln w="15875">
              <a:solidFill>
                <a:srgbClr val="AD0000"/>
              </a:solidFill>
            </a:ln>
          </p:spPr>
          <p:txBody>
            <a:bodyPr wrap="square" lIns="0" tIns="0" rIns="0" bIns="0" rtlCol="0"/>
            <a:lstStyle/>
            <a:p>
              <a:endParaRPr/>
            </a:p>
          </p:txBody>
        </p:sp>
      </p:grpSp>
      <p:sp>
        <p:nvSpPr>
          <p:cNvPr id="38" name="object 38"/>
          <p:cNvSpPr txBox="1"/>
          <p:nvPr/>
        </p:nvSpPr>
        <p:spPr>
          <a:xfrm>
            <a:off x="763930" y="4963414"/>
            <a:ext cx="1634489"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Franklin Gothic Medium"/>
                <a:cs typeface="Franklin Gothic Medium"/>
              </a:rPr>
              <a:t>6.</a:t>
            </a:r>
            <a:r>
              <a:rPr sz="2400" spc="-85" dirty="0">
                <a:latin typeface="Franklin Gothic Medium"/>
                <a:cs typeface="Franklin Gothic Medium"/>
              </a:rPr>
              <a:t> </a:t>
            </a:r>
            <a:r>
              <a:rPr sz="2400" spc="-5" dirty="0">
                <a:latin typeface="Franklin Gothic Medium"/>
                <a:cs typeface="Franklin Gothic Medium"/>
              </a:rPr>
              <a:t>Operators</a:t>
            </a:r>
            <a:endParaRPr sz="2400">
              <a:latin typeface="Franklin Gothic Medium"/>
              <a:cs typeface="Franklin Gothic Medium"/>
            </a:endParaRPr>
          </a:p>
        </p:txBody>
      </p:sp>
      <p:sp>
        <p:nvSpPr>
          <p:cNvPr id="39" name="object 39"/>
          <p:cNvSpPr txBox="1"/>
          <p:nvPr/>
        </p:nvSpPr>
        <p:spPr>
          <a:xfrm>
            <a:off x="5499608" y="1350010"/>
            <a:ext cx="5970270" cy="1122680"/>
          </a:xfrm>
          <a:prstGeom prst="rect">
            <a:avLst/>
          </a:prstGeom>
        </p:spPr>
        <p:txBody>
          <a:bodyPr vert="horz" wrap="square" lIns="0" tIns="195580" rIns="0" bIns="0" rtlCol="0">
            <a:spAutoFit/>
          </a:bodyPr>
          <a:lstStyle/>
          <a:p>
            <a:pPr marL="12700">
              <a:lnSpc>
                <a:spcPct val="100000"/>
              </a:lnSpc>
              <a:spcBef>
                <a:spcPts val="1540"/>
              </a:spcBef>
            </a:pPr>
            <a:r>
              <a:rPr sz="2400" spc="-10" dirty="0">
                <a:latin typeface="Franklin Gothic Medium"/>
                <a:cs typeface="Franklin Gothic Medium"/>
              </a:rPr>
              <a:t>Represents</a:t>
            </a:r>
            <a:r>
              <a:rPr sz="2400" spc="-20" dirty="0">
                <a:latin typeface="Franklin Gothic Medium"/>
                <a:cs typeface="Franklin Gothic Medium"/>
              </a:rPr>
              <a:t> </a:t>
            </a:r>
            <a:r>
              <a:rPr sz="2400" dirty="0">
                <a:latin typeface="Franklin Gothic Medium"/>
                <a:cs typeface="Franklin Gothic Medium"/>
              </a:rPr>
              <a:t>a </a:t>
            </a:r>
            <a:r>
              <a:rPr sz="2400" spc="-5" dirty="0">
                <a:latin typeface="Franklin Gothic Medium"/>
                <a:cs typeface="Franklin Gothic Medium"/>
              </a:rPr>
              <a:t>sequence</a:t>
            </a:r>
            <a:r>
              <a:rPr sz="2400" dirty="0">
                <a:latin typeface="Franklin Gothic Medium"/>
                <a:cs typeface="Franklin Gothic Medium"/>
              </a:rPr>
              <a:t> of</a:t>
            </a:r>
            <a:r>
              <a:rPr sz="2400" spc="5" dirty="0">
                <a:latin typeface="Franklin Gothic Medium"/>
                <a:cs typeface="Franklin Gothic Medium"/>
              </a:rPr>
              <a:t> </a:t>
            </a:r>
            <a:r>
              <a:rPr sz="2400" spc="-5" dirty="0">
                <a:latin typeface="Franklin Gothic Medium"/>
                <a:cs typeface="Franklin Gothic Medium"/>
              </a:rPr>
              <a:t>characters</a:t>
            </a:r>
            <a:r>
              <a:rPr sz="2400" spc="20" dirty="0">
                <a:latin typeface="Franklin Gothic Medium"/>
                <a:cs typeface="Franklin Gothic Medium"/>
              </a:rPr>
              <a:t> </a:t>
            </a:r>
            <a:r>
              <a:rPr sz="2400" spc="-5" dirty="0">
                <a:latin typeface="Franklin Gothic Medium"/>
                <a:cs typeface="Franklin Gothic Medium"/>
              </a:rPr>
              <a:t>within</a:t>
            </a:r>
            <a:r>
              <a:rPr sz="2400" spc="5" dirty="0">
                <a:latin typeface="Franklin Gothic Medium"/>
                <a:cs typeface="Franklin Gothic Medium"/>
              </a:rPr>
              <a:t> </a:t>
            </a:r>
            <a:r>
              <a:rPr sz="2400" dirty="0">
                <a:latin typeface="Franklin Gothic Medium"/>
                <a:cs typeface="Franklin Gothic Medium"/>
              </a:rPr>
              <a:t>a</a:t>
            </a:r>
            <a:endParaRPr sz="2400">
              <a:latin typeface="Franklin Gothic Medium"/>
              <a:cs typeface="Franklin Gothic Medium"/>
            </a:endParaRPr>
          </a:p>
          <a:p>
            <a:pPr marL="12700">
              <a:lnSpc>
                <a:spcPct val="100000"/>
              </a:lnSpc>
              <a:spcBef>
                <a:spcPts val="1440"/>
              </a:spcBef>
            </a:pPr>
            <a:r>
              <a:rPr sz="2400" dirty="0">
                <a:latin typeface="Franklin Gothic Medium"/>
                <a:cs typeface="Franklin Gothic Medium"/>
              </a:rPr>
              <a:t>pair</a:t>
            </a:r>
            <a:r>
              <a:rPr sz="2400" spc="-25" dirty="0">
                <a:latin typeface="Franklin Gothic Medium"/>
                <a:cs typeface="Franklin Gothic Medium"/>
              </a:rPr>
              <a:t> </a:t>
            </a:r>
            <a:r>
              <a:rPr sz="2400" dirty="0">
                <a:latin typeface="Franklin Gothic Medium"/>
                <a:cs typeface="Franklin Gothic Medium"/>
              </a:rPr>
              <a:t>of</a:t>
            </a:r>
            <a:r>
              <a:rPr sz="2400" spc="-20" dirty="0">
                <a:latin typeface="Franklin Gothic Medium"/>
                <a:cs typeface="Franklin Gothic Medium"/>
              </a:rPr>
              <a:t> </a:t>
            </a:r>
            <a:r>
              <a:rPr sz="2400" dirty="0">
                <a:latin typeface="Franklin Gothic Medium"/>
                <a:cs typeface="Franklin Gothic Medium"/>
              </a:rPr>
              <a:t>“</a:t>
            </a:r>
            <a:r>
              <a:rPr sz="2400" spc="-25" dirty="0">
                <a:latin typeface="Franklin Gothic Medium"/>
                <a:cs typeface="Franklin Gothic Medium"/>
              </a:rPr>
              <a:t> </a:t>
            </a:r>
            <a:r>
              <a:rPr sz="2400" dirty="0">
                <a:latin typeface="Franklin Gothic Medium"/>
                <a:cs typeface="Franklin Gothic Medium"/>
              </a:rPr>
              <a:t>“</a:t>
            </a:r>
            <a:endParaRPr sz="2400">
              <a:latin typeface="Franklin Gothic Medium"/>
              <a:cs typeface="Franklin Gothic Medium"/>
            </a:endParaRPr>
          </a:p>
        </p:txBody>
      </p:sp>
      <p:sp>
        <p:nvSpPr>
          <p:cNvPr id="40" name="object 40"/>
          <p:cNvSpPr txBox="1"/>
          <p:nvPr/>
        </p:nvSpPr>
        <p:spPr>
          <a:xfrm>
            <a:off x="5499608" y="2996310"/>
            <a:ext cx="2078989" cy="2220595"/>
          </a:xfrm>
          <a:prstGeom prst="rect">
            <a:avLst/>
          </a:prstGeom>
        </p:spPr>
        <p:txBody>
          <a:bodyPr vert="horz" wrap="square" lIns="0" tIns="12700" rIns="0" bIns="0" rtlCol="0">
            <a:spAutoFit/>
          </a:bodyPr>
          <a:lstStyle/>
          <a:p>
            <a:pPr marL="12700" marR="5080">
              <a:lnSpc>
                <a:spcPct val="150000"/>
              </a:lnSpc>
              <a:spcBef>
                <a:spcPts val="100"/>
              </a:spcBef>
            </a:pPr>
            <a:r>
              <a:rPr sz="2400" dirty="0">
                <a:solidFill>
                  <a:srgbClr val="000099"/>
                </a:solidFill>
                <a:latin typeface="Franklin Gothic Medium"/>
                <a:cs typeface="Franklin Gothic Medium"/>
              </a:rPr>
              <a:t>Examples: </a:t>
            </a:r>
            <a:r>
              <a:rPr sz="2400" spc="5" dirty="0">
                <a:solidFill>
                  <a:srgbClr val="000099"/>
                </a:solidFill>
                <a:latin typeface="Franklin Gothic Medium"/>
                <a:cs typeface="Franklin Gothic Medium"/>
              </a:rPr>
              <a:t> </a:t>
            </a:r>
            <a:r>
              <a:rPr sz="2400" spc="-5" dirty="0">
                <a:latin typeface="Franklin Gothic Medium"/>
                <a:cs typeface="Franklin Gothic Medium"/>
              </a:rPr>
              <a:t>“Good</a:t>
            </a:r>
            <a:r>
              <a:rPr sz="2400" spc="-80" dirty="0">
                <a:latin typeface="Franklin Gothic Medium"/>
                <a:cs typeface="Franklin Gothic Medium"/>
              </a:rPr>
              <a:t> </a:t>
            </a:r>
            <a:r>
              <a:rPr sz="2400" spc="-5" dirty="0">
                <a:latin typeface="Franklin Gothic Medium"/>
                <a:cs typeface="Franklin Gothic Medium"/>
              </a:rPr>
              <a:t>Morning” </a:t>
            </a:r>
            <a:r>
              <a:rPr sz="2400" spc="-585" dirty="0">
                <a:latin typeface="Franklin Gothic Medium"/>
                <a:cs typeface="Franklin Gothic Medium"/>
              </a:rPr>
              <a:t> </a:t>
            </a:r>
            <a:r>
              <a:rPr sz="2400" spc="-15" dirty="0">
                <a:latin typeface="Franklin Gothic Medium"/>
                <a:cs typeface="Franklin Gothic Medium"/>
              </a:rPr>
              <a:t>“10</a:t>
            </a:r>
            <a:r>
              <a:rPr sz="2400" spc="-5" dirty="0">
                <a:latin typeface="Franklin Gothic Medium"/>
                <a:cs typeface="Franklin Gothic Medium"/>
              </a:rPr>
              <a:t> </a:t>
            </a:r>
            <a:r>
              <a:rPr sz="2400" dirty="0">
                <a:latin typeface="Franklin Gothic Medium"/>
                <a:cs typeface="Franklin Gothic Medium"/>
              </a:rPr>
              <a:t>+ </a:t>
            </a:r>
            <a:r>
              <a:rPr sz="2400" spc="-5" dirty="0">
                <a:latin typeface="Franklin Gothic Medium"/>
                <a:cs typeface="Franklin Gothic Medium"/>
              </a:rPr>
              <a:t>40” </a:t>
            </a:r>
            <a:r>
              <a:rPr sz="2400" dirty="0">
                <a:latin typeface="Franklin Gothic Medium"/>
                <a:cs typeface="Franklin Gothic Medium"/>
              </a:rPr>
              <a:t> “G.A.T”</a:t>
            </a:r>
            <a:endParaRPr sz="2400">
              <a:latin typeface="Franklin Gothic Medium"/>
              <a:cs typeface="Franklin Gothic Medium"/>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7201" y="3054800"/>
            <a:ext cx="2349754" cy="566181"/>
          </a:xfrm>
          <a:prstGeom prst="rect">
            <a:avLst/>
          </a:prstGeom>
        </p:spPr>
        <p:txBody>
          <a:bodyPr vert="horz" wrap="square" lIns="0" tIns="12065" rIns="0" bIns="0" rtlCol="0">
            <a:spAutoFit/>
          </a:bodyPr>
          <a:lstStyle/>
          <a:p>
            <a:pPr marL="12700">
              <a:lnSpc>
                <a:spcPct val="100000"/>
              </a:lnSpc>
              <a:spcBef>
                <a:spcPts val="95"/>
              </a:spcBef>
            </a:pPr>
            <a:r>
              <a:rPr spc="-15" dirty="0"/>
              <a:t>Variable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4190" y="289052"/>
            <a:ext cx="2535810" cy="452120"/>
          </a:xfrm>
          <a:prstGeom prst="rect">
            <a:avLst/>
          </a:prstGeom>
        </p:spPr>
        <p:txBody>
          <a:bodyPr vert="horz" wrap="square" lIns="0" tIns="12065" rIns="0" bIns="0" rtlCol="0">
            <a:spAutoFit/>
          </a:bodyPr>
          <a:lstStyle/>
          <a:p>
            <a:pPr marL="12700">
              <a:lnSpc>
                <a:spcPct val="100000"/>
              </a:lnSpc>
              <a:spcBef>
                <a:spcPts val="95"/>
              </a:spcBef>
            </a:pPr>
            <a:r>
              <a:rPr spc="-90" dirty="0"/>
              <a:t>V</a:t>
            </a:r>
            <a:r>
              <a:rPr dirty="0"/>
              <a:t>a</a:t>
            </a:r>
            <a:r>
              <a:rPr spc="-5" dirty="0"/>
              <a:t>ri</a:t>
            </a:r>
            <a:r>
              <a:rPr spc="10" dirty="0"/>
              <a:t>a</a:t>
            </a:r>
            <a:r>
              <a:rPr spc="-5" dirty="0"/>
              <a:t>ble</a:t>
            </a:r>
          </a:p>
        </p:txBody>
      </p:sp>
      <p:sp>
        <p:nvSpPr>
          <p:cNvPr id="3" name="object 3"/>
          <p:cNvSpPr txBox="1"/>
          <p:nvPr/>
        </p:nvSpPr>
        <p:spPr>
          <a:xfrm>
            <a:off x="457200" y="1702181"/>
            <a:ext cx="10972699" cy="3286925"/>
          </a:xfrm>
          <a:prstGeom prst="rect">
            <a:avLst/>
          </a:prstGeom>
        </p:spPr>
        <p:txBody>
          <a:bodyPr vert="horz" wrap="square" lIns="0" tIns="179705" rIns="0" bIns="0" rtlCol="0">
            <a:spAutoFit/>
          </a:bodyPr>
          <a:lstStyle/>
          <a:p>
            <a:pPr marL="355600" indent="-343535" algn="just">
              <a:lnSpc>
                <a:spcPct val="100000"/>
              </a:lnSpc>
              <a:spcBef>
                <a:spcPts val="1415"/>
              </a:spcBef>
              <a:buFont typeface="Arial MT"/>
              <a:buChar char="•"/>
              <a:tabLst>
                <a:tab pos="354965" algn="l"/>
                <a:tab pos="356235" algn="l"/>
              </a:tabLst>
            </a:pPr>
            <a:r>
              <a:rPr lang="en-US" sz="2800" spc="-10" dirty="0">
                <a:solidFill>
                  <a:srgbClr val="000099"/>
                </a:solidFill>
                <a:latin typeface="Times New Roman" panose="02020603050405020304" pitchFamily="18" charset="0"/>
                <a:cs typeface="Times New Roman" panose="02020603050405020304" pitchFamily="18" charset="0"/>
              </a:rPr>
              <a:t>Variable</a:t>
            </a:r>
            <a:r>
              <a:rPr lang="en-US" sz="2800" spc="-2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is</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a</a:t>
            </a:r>
            <a:r>
              <a:rPr lang="en-US" sz="280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data</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name </a:t>
            </a:r>
            <a:r>
              <a:rPr lang="en-US" sz="2800" spc="-10" dirty="0">
                <a:solidFill>
                  <a:srgbClr val="000099"/>
                </a:solidFill>
                <a:latin typeface="Times New Roman" panose="02020603050405020304" pitchFamily="18" charset="0"/>
                <a:cs typeface="Times New Roman" panose="02020603050405020304" pitchFamily="18" charset="0"/>
              </a:rPr>
              <a:t>that</a:t>
            </a:r>
            <a:r>
              <a:rPr lang="en-US" sz="2800" spc="20" dirty="0">
                <a:solidFill>
                  <a:srgbClr val="000099"/>
                </a:solidFill>
                <a:latin typeface="Times New Roman" panose="02020603050405020304" pitchFamily="18" charset="0"/>
                <a:cs typeface="Times New Roman" panose="02020603050405020304" pitchFamily="18" charset="0"/>
              </a:rPr>
              <a:t> </a:t>
            </a:r>
            <a:r>
              <a:rPr lang="en-US" sz="2800" spc="-20" dirty="0">
                <a:solidFill>
                  <a:srgbClr val="000099"/>
                </a:solidFill>
                <a:latin typeface="Times New Roman" panose="02020603050405020304" pitchFamily="18" charset="0"/>
                <a:cs typeface="Times New Roman" panose="02020603050405020304" pitchFamily="18" charset="0"/>
              </a:rPr>
              <a:t>may</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dirty="0">
                <a:solidFill>
                  <a:srgbClr val="000099"/>
                </a:solidFill>
                <a:latin typeface="Times New Roman" panose="02020603050405020304" pitchFamily="18" charset="0"/>
                <a:cs typeface="Times New Roman" panose="02020603050405020304" pitchFamily="18" charset="0"/>
              </a:rPr>
              <a:t>be</a:t>
            </a:r>
            <a:r>
              <a:rPr lang="en-US" sz="2800" spc="-5" dirty="0">
                <a:solidFill>
                  <a:srgbClr val="000099"/>
                </a:solidFill>
                <a:latin typeface="Times New Roman" panose="02020603050405020304" pitchFamily="18" charset="0"/>
                <a:cs typeface="Times New Roman" panose="02020603050405020304" pitchFamily="18" charset="0"/>
              </a:rPr>
              <a:t> used</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spc="-25" dirty="0">
                <a:solidFill>
                  <a:srgbClr val="000099"/>
                </a:solidFill>
                <a:latin typeface="Times New Roman" panose="02020603050405020304" pitchFamily="18" charset="0"/>
                <a:cs typeface="Times New Roman" panose="02020603050405020304" pitchFamily="18" charset="0"/>
              </a:rPr>
              <a:t>to</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spc="-15" dirty="0">
                <a:solidFill>
                  <a:srgbClr val="000099"/>
                </a:solidFill>
                <a:latin typeface="Times New Roman" panose="02020603050405020304" pitchFamily="18" charset="0"/>
                <a:cs typeface="Times New Roman" panose="02020603050405020304" pitchFamily="18" charset="0"/>
              </a:rPr>
              <a:t>store</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a</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data</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value.</a:t>
            </a:r>
            <a:endParaRPr lang="en-US" sz="2800" dirty="0">
              <a:latin typeface="Times New Roman" panose="02020603050405020304" pitchFamily="18" charset="0"/>
              <a:cs typeface="Times New Roman" panose="02020603050405020304" pitchFamily="18" charset="0"/>
            </a:endParaRPr>
          </a:p>
          <a:p>
            <a:pPr marL="355600" indent="-343535" algn="just">
              <a:lnSpc>
                <a:spcPct val="100000"/>
              </a:lnSpc>
              <a:spcBef>
                <a:spcPts val="1320"/>
              </a:spcBef>
              <a:buFont typeface="Arial MT"/>
              <a:buChar char="•"/>
              <a:tabLst>
                <a:tab pos="354965" algn="l"/>
                <a:tab pos="356235" algn="l"/>
                <a:tab pos="1237615" algn="l"/>
                <a:tab pos="2539365" algn="l"/>
                <a:tab pos="3159760" algn="l"/>
                <a:tab pos="4149090" algn="l"/>
                <a:tab pos="5615305" algn="l"/>
                <a:tab pos="6510020" algn="l"/>
                <a:tab pos="7034530" algn="l"/>
                <a:tab pos="8321040" algn="l"/>
                <a:tab pos="8694420" algn="l"/>
                <a:tab pos="8982075" algn="l"/>
                <a:tab pos="10207625" algn="l"/>
              </a:tabLst>
            </a:pPr>
            <a:r>
              <a:rPr lang="en-US" sz="2800" spc="-5" dirty="0">
                <a:solidFill>
                  <a:srgbClr val="000099"/>
                </a:solidFill>
                <a:latin typeface="Times New Roman" panose="02020603050405020304" pitchFamily="18" charset="0"/>
                <a:cs typeface="Times New Roman" panose="02020603050405020304" pitchFamily="18" charset="0"/>
              </a:rPr>
              <a:t>Unli</a:t>
            </a:r>
            <a:r>
              <a:rPr lang="en-US" sz="2800" spc="-30" dirty="0">
                <a:solidFill>
                  <a:srgbClr val="000099"/>
                </a:solidFill>
                <a:latin typeface="Times New Roman" panose="02020603050405020304" pitchFamily="18" charset="0"/>
                <a:cs typeface="Times New Roman" panose="02020603050405020304" pitchFamily="18" charset="0"/>
              </a:rPr>
              <a:t>k</a:t>
            </a:r>
            <a:r>
              <a:rPr lang="en-US" sz="2800" spc="-5" dirty="0">
                <a:solidFill>
                  <a:srgbClr val="000099"/>
                </a:solidFill>
                <a:latin typeface="Times New Roman" panose="02020603050405020304" pitchFamily="18" charset="0"/>
                <a:cs typeface="Times New Roman" panose="02020603050405020304" pitchFamily="18" charset="0"/>
              </a:rPr>
              <a:t>e co</a:t>
            </a:r>
            <a:r>
              <a:rPr lang="en-US" sz="2800" spc="-15" dirty="0">
                <a:solidFill>
                  <a:srgbClr val="000099"/>
                </a:solidFill>
                <a:latin typeface="Times New Roman" panose="02020603050405020304" pitchFamily="18" charset="0"/>
                <a:cs typeface="Times New Roman" panose="02020603050405020304" pitchFamily="18" charset="0"/>
              </a:rPr>
              <a:t>n</a:t>
            </a:r>
            <a:r>
              <a:rPr lang="en-US" sz="2800" spc="-10" dirty="0">
                <a:solidFill>
                  <a:srgbClr val="000099"/>
                </a:solidFill>
                <a:latin typeface="Times New Roman" panose="02020603050405020304" pitchFamily="18" charset="0"/>
                <a:cs typeface="Times New Roman" panose="02020603050405020304" pitchFamily="18" charset="0"/>
              </a:rPr>
              <a:t>s</a:t>
            </a:r>
            <a:r>
              <a:rPr lang="en-US" sz="2800" dirty="0">
                <a:solidFill>
                  <a:srgbClr val="000099"/>
                </a:solidFill>
                <a:latin typeface="Times New Roman" panose="02020603050405020304" pitchFamily="18" charset="0"/>
                <a:cs typeface="Times New Roman" panose="02020603050405020304" pitchFamily="18" charset="0"/>
              </a:rPr>
              <a:t>t</a:t>
            </a:r>
            <a:r>
              <a:rPr lang="en-US" sz="2800" spc="-5" dirty="0">
                <a:solidFill>
                  <a:srgbClr val="000099"/>
                </a:solidFill>
                <a:latin typeface="Times New Roman" panose="02020603050405020304" pitchFamily="18" charset="0"/>
                <a:cs typeface="Times New Roman" panose="02020603050405020304" pitchFamily="18" charset="0"/>
              </a:rPr>
              <a:t>ants </a:t>
            </a:r>
            <a:r>
              <a:rPr lang="en-US" sz="2800" spc="-10" dirty="0">
                <a:solidFill>
                  <a:srgbClr val="000099"/>
                </a:solidFill>
                <a:latin typeface="Times New Roman" panose="02020603050405020304" pitchFamily="18" charset="0"/>
                <a:cs typeface="Times New Roman" panose="02020603050405020304" pitchFamily="18" charset="0"/>
              </a:rPr>
              <a:t>th</a:t>
            </a:r>
            <a:r>
              <a:rPr lang="en-US" sz="2800" spc="-5" dirty="0">
                <a:solidFill>
                  <a:srgbClr val="000099"/>
                </a:solidFill>
                <a:latin typeface="Times New Roman" panose="02020603050405020304" pitchFamily="18" charset="0"/>
                <a:cs typeface="Times New Roman" panose="02020603050405020304" pitchFamily="18" charset="0"/>
              </a:rPr>
              <a:t>at remain unch</a:t>
            </a:r>
            <a:r>
              <a:rPr lang="en-US" sz="2800" dirty="0">
                <a:solidFill>
                  <a:srgbClr val="000099"/>
                </a:solidFill>
                <a:latin typeface="Times New Roman" panose="02020603050405020304" pitchFamily="18" charset="0"/>
                <a:cs typeface="Times New Roman" panose="02020603050405020304" pitchFamily="18" charset="0"/>
              </a:rPr>
              <a:t>a</a:t>
            </a:r>
            <a:r>
              <a:rPr lang="en-US" sz="2800" spc="-5" dirty="0">
                <a:solidFill>
                  <a:srgbClr val="000099"/>
                </a:solidFill>
                <a:latin typeface="Times New Roman" panose="02020603050405020304" pitchFamily="18" charset="0"/>
                <a:cs typeface="Times New Roman" panose="02020603050405020304" pitchFamily="18" charset="0"/>
              </a:rPr>
              <a:t>nged dur</a:t>
            </a:r>
            <a:r>
              <a:rPr lang="en-US" sz="2800" dirty="0">
                <a:solidFill>
                  <a:srgbClr val="000099"/>
                </a:solidFill>
                <a:latin typeface="Times New Roman" panose="02020603050405020304" pitchFamily="18" charset="0"/>
                <a:cs typeface="Times New Roman" panose="02020603050405020304" pitchFamily="18" charset="0"/>
              </a:rPr>
              <a:t>i</a:t>
            </a:r>
            <a:r>
              <a:rPr lang="en-US" sz="2800" spc="-5" dirty="0">
                <a:solidFill>
                  <a:srgbClr val="000099"/>
                </a:solidFill>
                <a:latin typeface="Times New Roman" panose="02020603050405020304" pitchFamily="18" charset="0"/>
                <a:cs typeface="Times New Roman" panose="02020603050405020304" pitchFamily="18" charset="0"/>
              </a:rPr>
              <a:t>ng </a:t>
            </a:r>
            <a:r>
              <a:rPr lang="en-US" sz="2800" spc="-10" dirty="0">
                <a:solidFill>
                  <a:srgbClr val="000099"/>
                </a:solidFill>
                <a:latin typeface="Times New Roman" panose="02020603050405020304" pitchFamily="18" charset="0"/>
                <a:cs typeface="Times New Roman" panose="02020603050405020304" pitchFamily="18" charset="0"/>
              </a:rPr>
              <a:t>th</a:t>
            </a:r>
            <a:r>
              <a:rPr lang="en-US" sz="2800" spc="-5" dirty="0">
                <a:solidFill>
                  <a:srgbClr val="000099"/>
                </a:solidFill>
                <a:latin typeface="Times New Roman" panose="02020603050405020304" pitchFamily="18" charset="0"/>
                <a:cs typeface="Times New Roman" panose="02020603050405020304" pitchFamily="18" charset="0"/>
              </a:rPr>
              <a:t>e </a:t>
            </a:r>
            <a:r>
              <a:rPr lang="en-US" sz="2800" spc="-35" dirty="0">
                <a:solidFill>
                  <a:srgbClr val="000099"/>
                </a:solidFill>
                <a:latin typeface="Times New Roman" panose="02020603050405020304" pitchFamily="18" charset="0"/>
                <a:cs typeface="Times New Roman" panose="02020603050405020304" pitchFamily="18" charset="0"/>
              </a:rPr>
              <a:t>e</a:t>
            </a:r>
            <a:r>
              <a:rPr lang="en-US" sz="2800" spc="-30" dirty="0">
                <a:solidFill>
                  <a:srgbClr val="000099"/>
                </a:solidFill>
                <a:latin typeface="Times New Roman" panose="02020603050405020304" pitchFamily="18" charset="0"/>
                <a:cs typeface="Times New Roman" panose="02020603050405020304" pitchFamily="18" charset="0"/>
              </a:rPr>
              <a:t>x</a:t>
            </a:r>
            <a:r>
              <a:rPr lang="en-US" sz="2800" spc="-10" dirty="0">
                <a:solidFill>
                  <a:srgbClr val="000099"/>
                </a:solidFill>
                <a:latin typeface="Times New Roman" panose="02020603050405020304" pitchFamily="18" charset="0"/>
                <a:cs typeface="Times New Roman" panose="02020603050405020304" pitchFamily="18" charset="0"/>
              </a:rPr>
              <a:t>ecut</a:t>
            </a:r>
            <a:r>
              <a:rPr lang="en-US" sz="2800" dirty="0">
                <a:solidFill>
                  <a:srgbClr val="000099"/>
                </a:solidFill>
                <a:latin typeface="Times New Roman" panose="02020603050405020304" pitchFamily="18" charset="0"/>
                <a:cs typeface="Times New Roman" panose="02020603050405020304" pitchFamily="18" charset="0"/>
              </a:rPr>
              <a:t>i</a:t>
            </a:r>
            <a:r>
              <a:rPr lang="en-US" sz="2800" spc="-5" dirty="0">
                <a:solidFill>
                  <a:srgbClr val="000099"/>
                </a:solidFill>
                <a:latin typeface="Times New Roman" panose="02020603050405020304" pitchFamily="18" charset="0"/>
                <a:cs typeface="Times New Roman" panose="02020603050405020304" pitchFamily="18" charset="0"/>
              </a:rPr>
              <a:t>on of a</a:t>
            </a:r>
            <a:r>
              <a:rPr lang="en-US" sz="280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p</a:t>
            </a:r>
            <a:r>
              <a:rPr lang="en-US" sz="2800" spc="-15" dirty="0">
                <a:solidFill>
                  <a:srgbClr val="000099"/>
                </a:solidFill>
                <a:latin typeface="Times New Roman" panose="02020603050405020304" pitchFamily="18" charset="0"/>
                <a:cs typeface="Times New Roman" panose="02020603050405020304" pitchFamily="18" charset="0"/>
              </a:rPr>
              <a:t>r</a:t>
            </a:r>
            <a:r>
              <a:rPr lang="en-US" sz="2800" spc="-5" dirty="0">
                <a:solidFill>
                  <a:srgbClr val="000099"/>
                </a:solidFill>
                <a:latin typeface="Times New Roman" panose="02020603050405020304" pitchFamily="18" charset="0"/>
                <a:cs typeface="Times New Roman" panose="02020603050405020304" pitchFamily="18" charset="0"/>
              </a:rPr>
              <a:t>ogram, a</a:t>
            </a:r>
            <a:r>
              <a:rPr lang="en-US" sz="2800" dirty="0">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variable</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20" dirty="0">
                <a:solidFill>
                  <a:srgbClr val="000099"/>
                </a:solidFill>
                <a:latin typeface="Times New Roman" panose="02020603050405020304" pitchFamily="18" charset="0"/>
                <a:cs typeface="Times New Roman" panose="02020603050405020304" pitchFamily="18" charset="0"/>
              </a:rPr>
              <a:t>may</a:t>
            </a:r>
            <a:r>
              <a:rPr lang="en-US" sz="2800" spc="15" dirty="0">
                <a:solidFill>
                  <a:srgbClr val="000099"/>
                </a:solidFill>
                <a:latin typeface="Times New Roman" panose="02020603050405020304" pitchFamily="18" charset="0"/>
                <a:cs typeface="Times New Roman" panose="02020603050405020304" pitchFamily="18" charset="0"/>
              </a:rPr>
              <a:t> </a:t>
            </a:r>
            <a:r>
              <a:rPr lang="en-US" sz="2800" spc="-15" dirty="0">
                <a:solidFill>
                  <a:srgbClr val="000099"/>
                </a:solidFill>
                <a:latin typeface="Times New Roman" panose="02020603050405020304" pitchFamily="18" charset="0"/>
                <a:cs typeface="Times New Roman" panose="02020603050405020304" pitchFamily="18" charset="0"/>
              </a:rPr>
              <a:t>take</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different</a:t>
            </a:r>
            <a:r>
              <a:rPr lang="en-US" sz="2800" spc="20"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values</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at</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different</a:t>
            </a:r>
            <a:r>
              <a:rPr lang="en-US" sz="2800" spc="20"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times</a:t>
            </a:r>
            <a:r>
              <a:rPr lang="en-US" sz="2800" spc="2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during</a:t>
            </a:r>
            <a:r>
              <a:rPr lang="en-US" sz="2800" spc="5"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execution.</a:t>
            </a:r>
            <a:endParaRPr lang="en-US" sz="2800" dirty="0">
              <a:latin typeface="Times New Roman" panose="02020603050405020304" pitchFamily="18" charset="0"/>
              <a:cs typeface="Times New Roman" panose="02020603050405020304" pitchFamily="18" charset="0"/>
            </a:endParaRPr>
          </a:p>
          <a:p>
            <a:pPr marL="355600" marR="9525" indent="-343535" algn="just">
              <a:lnSpc>
                <a:spcPct val="150000"/>
              </a:lnSpc>
              <a:buFont typeface="Arial MT"/>
              <a:buChar char="•"/>
              <a:tabLst>
                <a:tab pos="354965" algn="l"/>
                <a:tab pos="356235" algn="l"/>
              </a:tabLst>
            </a:pPr>
            <a:r>
              <a:rPr lang="en-US" sz="2800" spc="-5" dirty="0">
                <a:solidFill>
                  <a:srgbClr val="000099"/>
                </a:solidFill>
                <a:latin typeface="Times New Roman" panose="02020603050405020304" pitchFamily="18" charset="0"/>
                <a:cs typeface="Times New Roman" panose="02020603050405020304" pitchFamily="18" charset="0"/>
              </a:rPr>
              <a:t>A</a:t>
            </a:r>
            <a:r>
              <a:rPr lang="en-US" sz="2800" spc="22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variable</a:t>
            </a:r>
            <a:r>
              <a:rPr lang="en-US" sz="2800" spc="225"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name</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can</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dirty="0">
                <a:solidFill>
                  <a:srgbClr val="000099"/>
                </a:solidFill>
                <a:latin typeface="Times New Roman" panose="02020603050405020304" pitchFamily="18" charset="0"/>
                <a:cs typeface="Times New Roman" panose="02020603050405020304" pitchFamily="18" charset="0"/>
              </a:rPr>
              <a:t>be</a:t>
            </a:r>
            <a:r>
              <a:rPr lang="en-US" sz="2800" spc="22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chosen</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spc="-15" dirty="0">
                <a:solidFill>
                  <a:srgbClr val="000099"/>
                </a:solidFill>
                <a:latin typeface="Times New Roman" panose="02020603050405020304" pitchFamily="18" charset="0"/>
                <a:cs typeface="Times New Roman" panose="02020603050405020304" pitchFamily="18" charset="0"/>
              </a:rPr>
              <a:t>by</a:t>
            </a:r>
            <a:r>
              <a:rPr lang="en-US" sz="2800" spc="235"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the</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programmer</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in</a:t>
            </a:r>
            <a:r>
              <a:rPr lang="en-US" sz="2800" spc="22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a</a:t>
            </a:r>
            <a:r>
              <a:rPr lang="en-US" sz="2800" spc="23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meaningful</a:t>
            </a:r>
            <a:r>
              <a:rPr lang="en-US" sz="2800" spc="229" dirty="0">
                <a:solidFill>
                  <a:srgbClr val="000099"/>
                </a:solidFill>
                <a:latin typeface="Times New Roman" panose="02020603050405020304" pitchFamily="18" charset="0"/>
                <a:cs typeface="Times New Roman" panose="02020603050405020304" pitchFamily="18" charset="0"/>
              </a:rPr>
              <a:t> </a:t>
            </a:r>
            <a:r>
              <a:rPr lang="en-US" sz="2800" spc="-25" dirty="0">
                <a:solidFill>
                  <a:srgbClr val="000099"/>
                </a:solidFill>
                <a:latin typeface="Times New Roman" panose="02020603050405020304" pitchFamily="18" charset="0"/>
                <a:cs typeface="Times New Roman" panose="02020603050405020304" pitchFamily="18" charset="0"/>
              </a:rPr>
              <a:t>way</a:t>
            </a:r>
            <a:r>
              <a:rPr lang="en-US" sz="2800" spc="22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so</a:t>
            </a:r>
            <a:r>
              <a:rPr lang="en-US" sz="2800" spc="23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as</a:t>
            </a:r>
            <a:r>
              <a:rPr lang="en-US" sz="2800" spc="235" dirty="0">
                <a:solidFill>
                  <a:srgbClr val="000099"/>
                </a:solidFill>
                <a:latin typeface="Times New Roman" panose="02020603050405020304" pitchFamily="18" charset="0"/>
                <a:cs typeface="Times New Roman" panose="02020603050405020304" pitchFamily="18" charset="0"/>
              </a:rPr>
              <a:t> </a:t>
            </a:r>
            <a:r>
              <a:rPr lang="en-US" sz="2800" spc="-45" dirty="0">
                <a:solidFill>
                  <a:srgbClr val="000099"/>
                </a:solidFill>
                <a:latin typeface="Times New Roman" panose="02020603050405020304" pitchFamily="18" charset="0"/>
                <a:cs typeface="Times New Roman" panose="02020603050405020304" pitchFamily="18" charset="0"/>
              </a:rPr>
              <a:t>to </a:t>
            </a:r>
            <a:r>
              <a:rPr lang="en-US" sz="2800" spc="-53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reflect</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its</a:t>
            </a:r>
            <a:r>
              <a:rPr lang="en-US" sz="280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function</a:t>
            </a:r>
            <a:r>
              <a:rPr lang="en-US" sz="2800" spc="15"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or nature</a:t>
            </a:r>
            <a:r>
              <a:rPr lang="en-US" sz="2800" spc="-1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in</a:t>
            </a:r>
            <a:r>
              <a:rPr lang="en-US" sz="2800" dirty="0">
                <a:solidFill>
                  <a:srgbClr val="000099"/>
                </a:solidFill>
                <a:latin typeface="Times New Roman" panose="02020603050405020304" pitchFamily="18" charset="0"/>
                <a:cs typeface="Times New Roman" panose="02020603050405020304" pitchFamily="18" charset="0"/>
              </a:rPr>
              <a:t> </a:t>
            </a:r>
            <a:r>
              <a:rPr lang="en-US" sz="2800" spc="-10" dirty="0">
                <a:solidFill>
                  <a:srgbClr val="000099"/>
                </a:solidFill>
                <a:latin typeface="Times New Roman" panose="02020603050405020304" pitchFamily="18" charset="0"/>
                <a:cs typeface="Times New Roman" panose="02020603050405020304" pitchFamily="18" charset="0"/>
              </a:rPr>
              <a:t>the</a:t>
            </a:r>
            <a:r>
              <a:rPr lang="en-US" sz="2800" dirty="0">
                <a:solidFill>
                  <a:srgbClr val="000099"/>
                </a:solidFill>
                <a:latin typeface="Times New Roman" panose="02020603050405020304" pitchFamily="18" charset="0"/>
                <a:cs typeface="Times New Roman" panose="02020603050405020304" pitchFamily="18" charset="0"/>
              </a:rPr>
              <a:t> </a:t>
            </a:r>
            <a:r>
              <a:rPr lang="en-US" sz="2800" spc="-5" dirty="0">
                <a:solidFill>
                  <a:srgbClr val="000099"/>
                </a:solidFill>
                <a:latin typeface="Times New Roman" panose="02020603050405020304" pitchFamily="18" charset="0"/>
                <a:cs typeface="Times New Roman" panose="02020603050405020304" pitchFamily="18" charset="0"/>
              </a:rPr>
              <a:t>program.</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4190" y="309880"/>
            <a:ext cx="2002410" cy="452120"/>
          </a:xfrm>
          <a:prstGeom prst="rect">
            <a:avLst/>
          </a:prstGeom>
        </p:spPr>
        <p:txBody>
          <a:bodyPr vert="horz" wrap="square" lIns="0" tIns="12065" rIns="0" bIns="0" rtlCol="0">
            <a:spAutoFit/>
          </a:bodyPr>
          <a:lstStyle/>
          <a:p>
            <a:pPr marL="12700">
              <a:lnSpc>
                <a:spcPct val="100000"/>
              </a:lnSpc>
              <a:spcBef>
                <a:spcPts val="95"/>
              </a:spcBef>
            </a:pPr>
            <a:r>
              <a:rPr spc="-90" dirty="0"/>
              <a:t>V</a:t>
            </a:r>
            <a:r>
              <a:rPr dirty="0"/>
              <a:t>a</a:t>
            </a:r>
            <a:r>
              <a:rPr spc="-5" dirty="0"/>
              <a:t>ri</a:t>
            </a:r>
            <a:r>
              <a:rPr spc="10" dirty="0"/>
              <a:t>a</a:t>
            </a:r>
            <a:r>
              <a:rPr spc="-5" dirty="0"/>
              <a:t>ble</a:t>
            </a:r>
          </a:p>
        </p:txBody>
      </p:sp>
      <p:sp>
        <p:nvSpPr>
          <p:cNvPr id="3" name="object 3"/>
          <p:cNvSpPr txBox="1"/>
          <p:nvPr/>
        </p:nvSpPr>
        <p:spPr>
          <a:xfrm>
            <a:off x="613054" y="1018438"/>
            <a:ext cx="10757535" cy="4049395"/>
          </a:xfrm>
          <a:prstGeom prst="rect">
            <a:avLst/>
          </a:prstGeom>
        </p:spPr>
        <p:txBody>
          <a:bodyPr vert="horz" wrap="square" lIns="0" tIns="12700" rIns="0" bIns="0" rtlCol="0">
            <a:spAutoFit/>
          </a:bodyPr>
          <a:lstStyle/>
          <a:p>
            <a:pPr marL="12700" marR="9525">
              <a:lnSpc>
                <a:spcPct val="150000"/>
              </a:lnSpc>
              <a:spcBef>
                <a:spcPts val="100"/>
              </a:spcBef>
            </a:pPr>
            <a:r>
              <a:rPr sz="2200" spc="-15" dirty="0">
                <a:solidFill>
                  <a:srgbClr val="000099"/>
                </a:solidFill>
                <a:latin typeface="Franklin Gothic Medium"/>
                <a:cs typeface="Franklin Gothic Medium"/>
              </a:rPr>
              <a:t>Variable</a:t>
            </a:r>
            <a:r>
              <a:rPr sz="2200" spc="1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names</a:t>
            </a:r>
            <a:r>
              <a:rPr sz="2200" spc="135" dirty="0">
                <a:solidFill>
                  <a:srgbClr val="000099"/>
                </a:solidFill>
                <a:latin typeface="Franklin Gothic Medium"/>
                <a:cs typeface="Franklin Gothic Medium"/>
              </a:rPr>
              <a:t> </a:t>
            </a:r>
            <a:r>
              <a:rPr sz="2200" spc="-20" dirty="0">
                <a:solidFill>
                  <a:srgbClr val="000099"/>
                </a:solidFill>
                <a:latin typeface="Franklin Gothic Medium"/>
                <a:cs typeface="Franklin Gothic Medium"/>
              </a:rPr>
              <a:t>may</a:t>
            </a:r>
            <a:r>
              <a:rPr sz="2200" spc="15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consist</a:t>
            </a:r>
            <a:r>
              <a:rPr sz="2200" spc="14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of</a:t>
            </a:r>
            <a:r>
              <a:rPr sz="2200" spc="16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letters,</a:t>
            </a:r>
            <a:r>
              <a:rPr sz="2200" spc="1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digits,</a:t>
            </a:r>
            <a:r>
              <a:rPr sz="2200" spc="14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and</a:t>
            </a:r>
            <a:r>
              <a:rPr sz="2200" spc="14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the</a:t>
            </a:r>
            <a:r>
              <a:rPr sz="2200" spc="14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underscore(_)</a:t>
            </a:r>
            <a:r>
              <a:rPr sz="2200" spc="160" dirty="0">
                <a:solidFill>
                  <a:srgbClr val="000099"/>
                </a:solidFill>
                <a:latin typeface="Franklin Gothic Medium"/>
                <a:cs typeface="Franklin Gothic Medium"/>
              </a:rPr>
              <a:t> </a:t>
            </a:r>
            <a:r>
              <a:rPr sz="2200" spc="-20" dirty="0">
                <a:solidFill>
                  <a:srgbClr val="000099"/>
                </a:solidFill>
                <a:latin typeface="Franklin Gothic Medium"/>
                <a:cs typeface="Franklin Gothic Medium"/>
              </a:rPr>
              <a:t>character,</a:t>
            </a:r>
            <a:r>
              <a:rPr sz="2200" spc="1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subject</a:t>
            </a:r>
            <a:r>
              <a:rPr sz="2200" spc="165" dirty="0">
                <a:solidFill>
                  <a:srgbClr val="000099"/>
                </a:solidFill>
                <a:latin typeface="Franklin Gothic Medium"/>
                <a:cs typeface="Franklin Gothic Medium"/>
              </a:rPr>
              <a:t> </a:t>
            </a:r>
            <a:r>
              <a:rPr sz="2200" spc="-40" dirty="0">
                <a:solidFill>
                  <a:srgbClr val="000099"/>
                </a:solidFill>
                <a:latin typeface="Franklin Gothic Medium"/>
                <a:cs typeface="Franklin Gothic Medium"/>
              </a:rPr>
              <a:t>to </a:t>
            </a:r>
            <a:r>
              <a:rPr sz="2200" spc="-53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the</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following</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conditions:</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20" dirty="0">
                <a:solidFill>
                  <a:srgbClr val="000099"/>
                </a:solidFill>
                <a:latin typeface="Franklin Gothic Medium"/>
                <a:cs typeface="Franklin Gothic Medium"/>
              </a:rPr>
              <a:t>They</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must</a:t>
            </a:r>
            <a:r>
              <a:rPr sz="2200" spc="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begin with</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10" dirty="0">
                <a:solidFill>
                  <a:srgbClr val="000099"/>
                </a:solidFill>
                <a:latin typeface="Franklin Gothic Medium"/>
                <a:cs typeface="Franklin Gothic Medium"/>
              </a:rPr>
              <a:t> </a:t>
            </a:r>
            <a:r>
              <a:rPr sz="2200" spc="-25" dirty="0">
                <a:solidFill>
                  <a:srgbClr val="000099"/>
                </a:solidFill>
                <a:latin typeface="Franklin Gothic Medium"/>
                <a:cs typeface="Franklin Gothic Medium"/>
              </a:rPr>
              <a:t>letter.</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Some</a:t>
            </a:r>
            <a:r>
              <a:rPr sz="2200" spc="1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systems</a:t>
            </a:r>
            <a:r>
              <a:rPr sz="2200" spc="3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permit</a:t>
            </a:r>
            <a:r>
              <a:rPr sz="2200" spc="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underscore</a:t>
            </a:r>
            <a:r>
              <a:rPr sz="220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as</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the</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first</a:t>
            </a:r>
            <a:r>
              <a:rPr sz="2200" spc="1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character.</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10" dirty="0">
                <a:solidFill>
                  <a:srgbClr val="000099"/>
                </a:solidFill>
                <a:latin typeface="Franklin Gothic Medium"/>
                <a:cs typeface="Franklin Gothic Medium"/>
              </a:rPr>
              <a:t>ANSI</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standard</a:t>
            </a:r>
            <a:r>
              <a:rPr sz="2200" spc="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recognizes</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length</a:t>
            </a:r>
            <a:r>
              <a:rPr sz="2200" spc="-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of</a:t>
            </a:r>
            <a:r>
              <a:rPr sz="2200" spc="5" dirty="0">
                <a:solidFill>
                  <a:srgbClr val="000099"/>
                </a:solidFill>
                <a:latin typeface="Franklin Gothic Medium"/>
                <a:cs typeface="Franklin Gothic Medium"/>
              </a:rPr>
              <a:t> </a:t>
            </a:r>
            <a:r>
              <a:rPr sz="2200" spc="-35" dirty="0">
                <a:solidFill>
                  <a:srgbClr val="000099"/>
                </a:solidFill>
                <a:latin typeface="Franklin Gothic Medium"/>
                <a:cs typeface="Franklin Gothic Medium"/>
              </a:rPr>
              <a:t>31</a:t>
            </a:r>
            <a:r>
              <a:rPr sz="2200" spc="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characters.</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5" dirty="0">
                <a:solidFill>
                  <a:srgbClr val="000099"/>
                </a:solidFill>
                <a:latin typeface="Franklin Gothic Medium"/>
                <a:cs typeface="Franklin Gothic Medium"/>
              </a:rPr>
              <a:t>Uppercase</a:t>
            </a:r>
            <a:r>
              <a:rPr sz="2200" spc="114"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and</a:t>
            </a:r>
            <a:r>
              <a:rPr sz="2200" spc="1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lowercase</a:t>
            </a:r>
            <a:r>
              <a:rPr sz="2200" spc="114"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are</a:t>
            </a:r>
            <a:r>
              <a:rPr sz="2200" spc="114"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significant.</a:t>
            </a:r>
            <a:r>
              <a:rPr sz="2200" spc="114"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That</a:t>
            </a:r>
            <a:r>
              <a:rPr sz="2200" spc="1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is,</a:t>
            </a:r>
            <a:r>
              <a:rPr sz="2200" spc="12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the</a:t>
            </a:r>
            <a:r>
              <a:rPr sz="2200" spc="114"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variable</a:t>
            </a:r>
            <a:r>
              <a:rPr sz="2200" spc="110" dirty="0">
                <a:solidFill>
                  <a:srgbClr val="000099"/>
                </a:solidFill>
                <a:latin typeface="Franklin Gothic Medium"/>
                <a:cs typeface="Franklin Gothic Medium"/>
              </a:rPr>
              <a:t> </a:t>
            </a:r>
            <a:r>
              <a:rPr sz="2200" spc="-30" dirty="0">
                <a:solidFill>
                  <a:srgbClr val="000099"/>
                </a:solidFill>
                <a:latin typeface="Franklin Gothic Medium"/>
                <a:cs typeface="Franklin Gothic Medium"/>
              </a:rPr>
              <a:t>Total</a:t>
            </a:r>
            <a:r>
              <a:rPr sz="2200" spc="1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is</a:t>
            </a:r>
            <a:r>
              <a:rPr sz="2200" spc="114"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not</a:t>
            </a:r>
            <a:r>
              <a:rPr sz="2200" spc="114"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the</a:t>
            </a:r>
            <a:r>
              <a:rPr sz="2200" spc="11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same</a:t>
            </a:r>
            <a:r>
              <a:rPr sz="2200" spc="114"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as</a:t>
            </a:r>
            <a:endParaRPr sz="2200">
              <a:latin typeface="Franklin Gothic Medium"/>
              <a:cs typeface="Franklin Gothic Medium"/>
            </a:endParaRPr>
          </a:p>
          <a:p>
            <a:pPr marL="355600">
              <a:lnSpc>
                <a:spcPct val="100000"/>
              </a:lnSpc>
              <a:spcBef>
                <a:spcPts val="1320"/>
              </a:spcBef>
            </a:pPr>
            <a:r>
              <a:rPr sz="2200" spc="-5" dirty="0">
                <a:solidFill>
                  <a:srgbClr val="000099"/>
                </a:solidFill>
                <a:latin typeface="Franklin Gothic Medium"/>
                <a:cs typeface="Franklin Gothic Medium"/>
              </a:rPr>
              <a:t>total</a:t>
            </a:r>
            <a:r>
              <a:rPr sz="2200" spc="-6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or</a:t>
            </a:r>
            <a:r>
              <a:rPr sz="2200" spc="-30" dirty="0">
                <a:solidFill>
                  <a:srgbClr val="000099"/>
                </a:solidFill>
                <a:latin typeface="Franklin Gothic Medium"/>
                <a:cs typeface="Franklin Gothic Medium"/>
              </a:rPr>
              <a:t> </a:t>
            </a:r>
            <a:r>
              <a:rPr sz="2200" spc="-25" dirty="0">
                <a:solidFill>
                  <a:srgbClr val="000099"/>
                </a:solidFill>
                <a:latin typeface="Franklin Gothic Medium"/>
                <a:cs typeface="Franklin Gothic Medium"/>
              </a:rPr>
              <a:t>TOTAL.</a:t>
            </a:r>
            <a:endParaRPr sz="2200">
              <a:latin typeface="Franklin Gothic Medium"/>
              <a:cs typeface="Franklin Gothic Medium"/>
            </a:endParaRPr>
          </a:p>
          <a:p>
            <a:pPr marL="355600" indent="-342900">
              <a:lnSpc>
                <a:spcPct val="100000"/>
              </a:lnSpc>
              <a:spcBef>
                <a:spcPts val="1325"/>
              </a:spcBef>
              <a:buFont typeface="Arial MT"/>
              <a:buChar char="•"/>
              <a:tabLst>
                <a:tab pos="354965" algn="l"/>
                <a:tab pos="355600" algn="l"/>
              </a:tabLst>
            </a:pPr>
            <a:r>
              <a:rPr sz="2200" spc="-5" dirty="0">
                <a:solidFill>
                  <a:srgbClr val="000099"/>
                </a:solidFill>
                <a:latin typeface="Franklin Gothic Medium"/>
                <a:cs typeface="Franklin Gothic Medium"/>
              </a:rPr>
              <a:t>It</a:t>
            </a:r>
            <a:r>
              <a:rPr sz="2200" spc="-10" dirty="0">
                <a:solidFill>
                  <a:srgbClr val="000099"/>
                </a:solidFill>
                <a:latin typeface="Franklin Gothic Medium"/>
                <a:cs typeface="Franklin Gothic Medium"/>
              </a:rPr>
              <a:t> should</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not</a:t>
            </a:r>
            <a:r>
              <a:rPr sz="2200" spc="-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be</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keyword.</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5" dirty="0">
                <a:solidFill>
                  <a:srgbClr val="000099"/>
                </a:solidFill>
                <a:latin typeface="Franklin Gothic Medium"/>
                <a:cs typeface="Franklin Gothic Medium"/>
              </a:rPr>
              <a:t>Special</a:t>
            </a:r>
            <a:r>
              <a:rPr sz="2200" spc="1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symbols</a:t>
            </a:r>
            <a:r>
              <a:rPr sz="2200" spc="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and </a:t>
            </a:r>
            <a:r>
              <a:rPr sz="2200" spc="-15" dirty="0">
                <a:solidFill>
                  <a:srgbClr val="000099"/>
                </a:solidFill>
                <a:latin typeface="Franklin Gothic Medium"/>
                <a:cs typeface="Franklin Gothic Medium"/>
              </a:rPr>
              <a:t>White</a:t>
            </a:r>
            <a:r>
              <a:rPr sz="2200" spc="1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space</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are </a:t>
            </a:r>
            <a:r>
              <a:rPr sz="2200" spc="-10" dirty="0">
                <a:solidFill>
                  <a:srgbClr val="000099"/>
                </a:solidFill>
                <a:latin typeface="Franklin Gothic Medium"/>
                <a:cs typeface="Franklin Gothic Medium"/>
              </a:rPr>
              <a:t>not</a:t>
            </a:r>
            <a:r>
              <a:rPr sz="2200" spc="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allowed.</a:t>
            </a:r>
            <a:endParaRPr sz="2200">
              <a:latin typeface="Franklin Gothic Medium"/>
              <a:cs typeface="Franklin Gothic Medium"/>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4190" y="309880"/>
            <a:ext cx="1773810" cy="452120"/>
          </a:xfrm>
          <a:prstGeom prst="rect">
            <a:avLst/>
          </a:prstGeom>
        </p:spPr>
        <p:txBody>
          <a:bodyPr vert="horz" wrap="square" lIns="0" tIns="12065" rIns="0" bIns="0" rtlCol="0">
            <a:spAutoFit/>
          </a:bodyPr>
          <a:lstStyle/>
          <a:p>
            <a:pPr marL="12700">
              <a:lnSpc>
                <a:spcPct val="100000"/>
              </a:lnSpc>
              <a:spcBef>
                <a:spcPts val="95"/>
              </a:spcBef>
            </a:pPr>
            <a:r>
              <a:rPr spc="-90" dirty="0"/>
              <a:t>V</a:t>
            </a:r>
            <a:r>
              <a:rPr dirty="0"/>
              <a:t>a</a:t>
            </a:r>
            <a:r>
              <a:rPr spc="-5" dirty="0"/>
              <a:t>ri</a:t>
            </a:r>
            <a:r>
              <a:rPr spc="10" dirty="0"/>
              <a:t>a</a:t>
            </a:r>
            <a:r>
              <a:rPr spc="-5" dirty="0"/>
              <a:t>ble</a:t>
            </a:r>
          </a:p>
        </p:txBody>
      </p:sp>
      <p:sp>
        <p:nvSpPr>
          <p:cNvPr id="3" name="object 3"/>
          <p:cNvSpPr txBox="1"/>
          <p:nvPr/>
        </p:nvSpPr>
        <p:spPr>
          <a:xfrm>
            <a:off x="707542" y="1420856"/>
            <a:ext cx="6247765" cy="3883025"/>
          </a:xfrm>
          <a:prstGeom prst="rect">
            <a:avLst/>
          </a:prstGeom>
        </p:spPr>
        <p:txBody>
          <a:bodyPr vert="horz" wrap="square" lIns="0" tIns="63500" rIns="0" bIns="0" rtlCol="0">
            <a:spAutoFit/>
          </a:bodyPr>
          <a:lstStyle/>
          <a:p>
            <a:pPr marL="12700">
              <a:lnSpc>
                <a:spcPct val="100000"/>
              </a:lnSpc>
              <a:spcBef>
                <a:spcPts val="500"/>
              </a:spcBef>
            </a:pPr>
            <a:r>
              <a:rPr sz="2200" spc="-5" dirty="0">
                <a:solidFill>
                  <a:srgbClr val="000099"/>
                </a:solidFill>
                <a:latin typeface="Franklin Gothic Medium"/>
                <a:cs typeface="Franklin Gothic Medium"/>
              </a:rPr>
              <a:t>Declaring</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2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Variable</a:t>
            </a:r>
            <a:endParaRPr sz="2200">
              <a:latin typeface="Franklin Gothic Medium"/>
              <a:cs typeface="Franklin Gothic Medium"/>
            </a:endParaRPr>
          </a:p>
          <a:p>
            <a:pPr marL="12700">
              <a:lnSpc>
                <a:spcPct val="100000"/>
              </a:lnSpc>
              <a:spcBef>
                <a:spcPts val="400"/>
              </a:spcBef>
            </a:pPr>
            <a:r>
              <a:rPr sz="2200" dirty="0">
                <a:latin typeface="Franklin Gothic Medium"/>
                <a:cs typeface="Franklin Gothic Medium"/>
              </a:rPr>
              <a:t>Every</a:t>
            </a:r>
            <a:r>
              <a:rPr sz="2200" spc="-5" dirty="0">
                <a:latin typeface="Franklin Gothic Medium"/>
                <a:cs typeface="Franklin Gothic Medium"/>
              </a:rPr>
              <a:t> variable</a:t>
            </a:r>
            <a:r>
              <a:rPr sz="2200" dirty="0">
                <a:latin typeface="Franklin Gothic Medium"/>
                <a:cs typeface="Franklin Gothic Medium"/>
              </a:rPr>
              <a:t> </a:t>
            </a:r>
            <a:r>
              <a:rPr sz="2200" spc="-10" dirty="0">
                <a:latin typeface="Franklin Gothic Medium"/>
                <a:cs typeface="Franklin Gothic Medium"/>
              </a:rPr>
              <a:t>has</a:t>
            </a:r>
            <a:r>
              <a:rPr sz="2200" dirty="0">
                <a:latin typeface="Franklin Gothic Medium"/>
                <a:cs typeface="Franklin Gothic Medium"/>
              </a:rPr>
              <a:t> </a:t>
            </a:r>
            <a:r>
              <a:rPr sz="2200" spc="-20" dirty="0">
                <a:latin typeface="Franklin Gothic Medium"/>
                <a:cs typeface="Franklin Gothic Medium"/>
              </a:rPr>
              <a:t>to</a:t>
            </a:r>
            <a:r>
              <a:rPr sz="2200" spc="-5" dirty="0">
                <a:latin typeface="Franklin Gothic Medium"/>
                <a:cs typeface="Franklin Gothic Medium"/>
              </a:rPr>
              <a:t> </a:t>
            </a:r>
            <a:r>
              <a:rPr sz="2200" dirty="0">
                <a:latin typeface="Franklin Gothic Medium"/>
                <a:cs typeface="Franklin Gothic Medium"/>
              </a:rPr>
              <a:t>be</a:t>
            </a:r>
            <a:r>
              <a:rPr sz="2200" spc="-10" dirty="0">
                <a:latin typeface="Franklin Gothic Medium"/>
                <a:cs typeface="Franklin Gothic Medium"/>
              </a:rPr>
              <a:t> </a:t>
            </a:r>
            <a:r>
              <a:rPr sz="2200" spc="-5" dirty="0">
                <a:latin typeface="Franklin Gothic Medium"/>
                <a:cs typeface="Franklin Gothic Medium"/>
              </a:rPr>
              <a:t>declared </a:t>
            </a:r>
            <a:r>
              <a:rPr sz="2200" spc="-10" dirty="0">
                <a:latin typeface="Franklin Gothic Medium"/>
                <a:cs typeface="Franklin Gothic Medium"/>
              </a:rPr>
              <a:t>before</a:t>
            </a:r>
            <a:r>
              <a:rPr sz="2200" spc="5" dirty="0">
                <a:latin typeface="Franklin Gothic Medium"/>
                <a:cs typeface="Franklin Gothic Medium"/>
              </a:rPr>
              <a:t> </a:t>
            </a:r>
            <a:r>
              <a:rPr sz="2200" spc="-5" dirty="0">
                <a:latin typeface="Franklin Gothic Medium"/>
                <a:cs typeface="Franklin Gothic Medium"/>
              </a:rPr>
              <a:t>its</a:t>
            </a:r>
            <a:r>
              <a:rPr sz="2200" dirty="0">
                <a:latin typeface="Franklin Gothic Medium"/>
                <a:cs typeface="Franklin Gothic Medium"/>
              </a:rPr>
              <a:t> first</a:t>
            </a:r>
            <a:r>
              <a:rPr sz="2200" spc="-5" dirty="0">
                <a:latin typeface="Franklin Gothic Medium"/>
                <a:cs typeface="Franklin Gothic Medium"/>
              </a:rPr>
              <a:t> use.</a:t>
            </a:r>
            <a:endParaRPr sz="2200">
              <a:latin typeface="Franklin Gothic Medium"/>
              <a:cs typeface="Franklin Gothic Medium"/>
            </a:endParaRPr>
          </a:p>
          <a:p>
            <a:pPr>
              <a:lnSpc>
                <a:spcPct val="100000"/>
              </a:lnSpc>
              <a:spcBef>
                <a:spcPts val="25"/>
              </a:spcBef>
            </a:pPr>
            <a:endParaRPr sz="3000">
              <a:latin typeface="Franklin Gothic Medium"/>
              <a:cs typeface="Franklin Gothic Medium"/>
            </a:endParaRPr>
          </a:p>
          <a:p>
            <a:pPr marL="12700">
              <a:lnSpc>
                <a:spcPct val="100000"/>
              </a:lnSpc>
              <a:spcBef>
                <a:spcPts val="5"/>
              </a:spcBef>
            </a:pPr>
            <a:r>
              <a:rPr sz="2200" dirty="0">
                <a:solidFill>
                  <a:srgbClr val="000099"/>
                </a:solidFill>
                <a:latin typeface="Franklin Gothic Medium"/>
                <a:cs typeface="Franklin Gothic Medium"/>
              </a:rPr>
              <a:t>Syntax:</a:t>
            </a:r>
            <a:endParaRPr sz="2200">
              <a:latin typeface="Franklin Gothic Medium"/>
              <a:cs typeface="Franklin Gothic Medium"/>
            </a:endParaRPr>
          </a:p>
          <a:p>
            <a:pPr marL="12700">
              <a:lnSpc>
                <a:spcPct val="100000"/>
              </a:lnSpc>
              <a:spcBef>
                <a:spcPts val="395"/>
              </a:spcBef>
              <a:tabLst>
                <a:tab pos="1237615" algn="l"/>
              </a:tabLst>
            </a:pPr>
            <a:r>
              <a:rPr sz="2200" spc="-5" dirty="0">
                <a:latin typeface="Franklin Gothic Medium"/>
                <a:cs typeface="Franklin Gothic Medium"/>
              </a:rPr>
              <a:t>Datatype	variablename;</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spcBef>
                <a:spcPts val="5"/>
              </a:spcBef>
            </a:pPr>
            <a:r>
              <a:rPr sz="2200" spc="-5" dirty="0">
                <a:solidFill>
                  <a:srgbClr val="000099"/>
                </a:solidFill>
                <a:latin typeface="Franklin Gothic Medium"/>
                <a:cs typeface="Franklin Gothic Medium"/>
              </a:rPr>
              <a:t>Examples:</a:t>
            </a:r>
            <a:endParaRPr sz="2200">
              <a:latin typeface="Franklin Gothic Medium"/>
              <a:cs typeface="Franklin Gothic Medium"/>
            </a:endParaRPr>
          </a:p>
          <a:p>
            <a:pPr marL="12700">
              <a:lnSpc>
                <a:spcPct val="100000"/>
              </a:lnSpc>
              <a:spcBef>
                <a:spcPts val="395"/>
              </a:spcBef>
            </a:pPr>
            <a:r>
              <a:rPr sz="2200" dirty="0">
                <a:solidFill>
                  <a:srgbClr val="FF0000"/>
                </a:solidFill>
                <a:latin typeface="Franklin Gothic Medium"/>
                <a:cs typeface="Franklin Gothic Medium"/>
              </a:rPr>
              <a:t>int</a:t>
            </a:r>
            <a:r>
              <a:rPr sz="2200" spc="-55" dirty="0">
                <a:solidFill>
                  <a:srgbClr val="FF0000"/>
                </a:solidFill>
                <a:latin typeface="Franklin Gothic Medium"/>
                <a:cs typeface="Franklin Gothic Medium"/>
              </a:rPr>
              <a:t> </a:t>
            </a:r>
            <a:r>
              <a:rPr sz="2200" spc="-5" dirty="0">
                <a:latin typeface="Franklin Gothic Medium"/>
                <a:cs typeface="Franklin Gothic Medium"/>
              </a:rPr>
              <a:t>a;</a:t>
            </a:r>
            <a:endParaRPr sz="2200">
              <a:latin typeface="Franklin Gothic Medium"/>
              <a:cs typeface="Franklin Gothic Medium"/>
            </a:endParaRPr>
          </a:p>
          <a:p>
            <a:pPr marL="12700">
              <a:lnSpc>
                <a:spcPct val="100000"/>
              </a:lnSpc>
              <a:spcBef>
                <a:spcPts val="395"/>
              </a:spcBef>
            </a:pPr>
            <a:r>
              <a:rPr sz="2200" dirty="0">
                <a:solidFill>
                  <a:srgbClr val="FF0000"/>
                </a:solidFill>
                <a:latin typeface="Franklin Gothic Medium"/>
                <a:cs typeface="Franklin Gothic Medium"/>
              </a:rPr>
              <a:t>float</a:t>
            </a:r>
            <a:r>
              <a:rPr sz="2200" spc="-60" dirty="0">
                <a:solidFill>
                  <a:srgbClr val="FF0000"/>
                </a:solidFill>
                <a:latin typeface="Franklin Gothic Medium"/>
                <a:cs typeface="Franklin Gothic Medium"/>
              </a:rPr>
              <a:t> </a:t>
            </a:r>
            <a:r>
              <a:rPr sz="2200" spc="5" dirty="0">
                <a:latin typeface="Franklin Gothic Medium"/>
                <a:cs typeface="Franklin Gothic Medium"/>
              </a:rPr>
              <a:t>num1,</a:t>
            </a:r>
            <a:r>
              <a:rPr sz="2200" spc="-25" dirty="0">
                <a:latin typeface="Franklin Gothic Medium"/>
                <a:cs typeface="Franklin Gothic Medium"/>
              </a:rPr>
              <a:t> </a:t>
            </a:r>
            <a:r>
              <a:rPr sz="2200" spc="-5" dirty="0">
                <a:latin typeface="Franklin Gothic Medium"/>
                <a:cs typeface="Franklin Gothic Medium"/>
              </a:rPr>
              <a:t>num2;</a:t>
            </a:r>
            <a:endParaRPr sz="2200">
              <a:latin typeface="Franklin Gothic Medium"/>
              <a:cs typeface="Franklin Gothic Medium"/>
            </a:endParaRPr>
          </a:p>
          <a:p>
            <a:pPr marL="12700">
              <a:lnSpc>
                <a:spcPct val="100000"/>
              </a:lnSpc>
              <a:spcBef>
                <a:spcPts val="400"/>
              </a:spcBef>
            </a:pPr>
            <a:r>
              <a:rPr sz="2200" dirty="0">
                <a:solidFill>
                  <a:srgbClr val="FF0000"/>
                </a:solidFill>
                <a:latin typeface="Franklin Gothic Medium"/>
                <a:cs typeface="Franklin Gothic Medium"/>
              </a:rPr>
              <a:t>char</a:t>
            </a:r>
            <a:r>
              <a:rPr sz="2200" spc="-60" dirty="0">
                <a:solidFill>
                  <a:srgbClr val="FF0000"/>
                </a:solidFill>
                <a:latin typeface="Franklin Gothic Medium"/>
                <a:cs typeface="Franklin Gothic Medium"/>
              </a:rPr>
              <a:t> </a:t>
            </a:r>
            <a:r>
              <a:rPr sz="2200" spc="-10" dirty="0">
                <a:latin typeface="Franklin Gothic Medium"/>
                <a:cs typeface="Franklin Gothic Medium"/>
              </a:rPr>
              <a:t>grade;</a:t>
            </a:r>
            <a:endParaRPr sz="2200">
              <a:latin typeface="Franklin Gothic Medium"/>
              <a:cs typeface="Franklin Gothic Medium"/>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4190" y="289052"/>
            <a:ext cx="1263650" cy="452120"/>
          </a:xfrm>
          <a:prstGeom prst="rect">
            <a:avLst/>
          </a:prstGeom>
        </p:spPr>
        <p:txBody>
          <a:bodyPr vert="horz" wrap="square" lIns="0" tIns="12065" rIns="0" bIns="0" rtlCol="0">
            <a:spAutoFit/>
          </a:bodyPr>
          <a:lstStyle/>
          <a:p>
            <a:pPr marL="12700">
              <a:lnSpc>
                <a:spcPct val="100000"/>
              </a:lnSpc>
              <a:spcBef>
                <a:spcPts val="95"/>
              </a:spcBef>
            </a:pPr>
            <a:r>
              <a:rPr spc="-90" dirty="0"/>
              <a:t>V</a:t>
            </a:r>
            <a:r>
              <a:rPr dirty="0"/>
              <a:t>a</a:t>
            </a:r>
            <a:r>
              <a:rPr spc="-5" dirty="0"/>
              <a:t>ri</a:t>
            </a:r>
            <a:r>
              <a:rPr spc="10" dirty="0"/>
              <a:t>a</a:t>
            </a:r>
            <a:r>
              <a:rPr spc="-5" dirty="0"/>
              <a:t>ble</a:t>
            </a:r>
          </a:p>
        </p:txBody>
      </p:sp>
      <p:sp>
        <p:nvSpPr>
          <p:cNvPr id="3" name="object 3"/>
          <p:cNvSpPr txBox="1"/>
          <p:nvPr/>
        </p:nvSpPr>
        <p:spPr>
          <a:xfrm>
            <a:off x="707542" y="1419323"/>
            <a:ext cx="7792084" cy="3963670"/>
          </a:xfrm>
          <a:prstGeom prst="rect">
            <a:avLst/>
          </a:prstGeom>
        </p:spPr>
        <p:txBody>
          <a:bodyPr vert="horz" wrap="square" lIns="0" tIns="71120" rIns="0" bIns="0" rtlCol="0">
            <a:spAutoFit/>
          </a:bodyPr>
          <a:lstStyle/>
          <a:p>
            <a:pPr marL="12700">
              <a:lnSpc>
                <a:spcPct val="100000"/>
              </a:lnSpc>
              <a:spcBef>
                <a:spcPts val="560"/>
              </a:spcBef>
            </a:pPr>
            <a:r>
              <a:rPr sz="2200" spc="-5" dirty="0">
                <a:solidFill>
                  <a:srgbClr val="000099"/>
                </a:solidFill>
                <a:latin typeface="Franklin Gothic Medium"/>
                <a:cs typeface="Franklin Gothic Medium"/>
              </a:rPr>
              <a:t>Initializing</a:t>
            </a:r>
            <a:r>
              <a:rPr sz="2200" spc="-5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1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Variable</a:t>
            </a:r>
            <a:endParaRPr sz="2200">
              <a:latin typeface="Franklin Gothic Medium"/>
              <a:cs typeface="Franklin Gothic Medium"/>
            </a:endParaRPr>
          </a:p>
          <a:p>
            <a:pPr marL="12700" marR="5080">
              <a:lnSpc>
                <a:spcPct val="117300"/>
              </a:lnSpc>
            </a:pPr>
            <a:r>
              <a:rPr sz="2200" spc="-10" dirty="0">
                <a:latin typeface="Franklin Gothic Medium"/>
                <a:cs typeface="Franklin Gothic Medium"/>
              </a:rPr>
              <a:t>Here,</a:t>
            </a:r>
            <a:r>
              <a:rPr sz="2200" spc="-15"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10" dirty="0">
                <a:latin typeface="Franklin Gothic Medium"/>
                <a:cs typeface="Franklin Gothic Medium"/>
              </a:rPr>
              <a:t>value</a:t>
            </a:r>
            <a:r>
              <a:rPr sz="2200" spc="10" dirty="0">
                <a:latin typeface="Franklin Gothic Medium"/>
                <a:cs typeface="Franklin Gothic Medium"/>
              </a:rPr>
              <a:t> </a:t>
            </a:r>
            <a:r>
              <a:rPr sz="2200" spc="-5" dirty="0">
                <a:latin typeface="Franklin Gothic Medium"/>
                <a:cs typeface="Franklin Gothic Medium"/>
              </a:rPr>
              <a:t>can be</a:t>
            </a:r>
            <a:r>
              <a:rPr sz="2200" spc="5" dirty="0">
                <a:latin typeface="Franklin Gothic Medium"/>
                <a:cs typeface="Franklin Gothic Medium"/>
              </a:rPr>
              <a:t> </a:t>
            </a:r>
            <a:r>
              <a:rPr sz="2200" spc="-5" dirty="0">
                <a:latin typeface="Franklin Gothic Medium"/>
                <a:cs typeface="Franklin Gothic Medium"/>
              </a:rPr>
              <a:t>assigned</a:t>
            </a:r>
            <a:r>
              <a:rPr sz="2200" dirty="0">
                <a:latin typeface="Franklin Gothic Medium"/>
                <a:cs typeface="Franklin Gothic Medium"/>
              </a:rPr>
              <a:t> </a:t>
            </a:r>
            <a:r>
              <a:rPr sz="2200" spc="-25" dirty="0">
                <a:latin typeface="Franklin Gothic Medium"/>
                <a:cs typeface="Franklin Gothic Medium"/>
              </a:rPr>
              <a:t>to</a:t>
            </a:r>
            <a:r>
              <a:rPr sz="2200" dirty="0">
                <a:latin typeface="Franklin Gothic Medium"/>
                <a:cs typeface="Franklin Gothic Medium"/>
              </a:rPr>
              <a:t> </a:t>
            </a:r>
            <a:r>
              <a:rPr sz="2200" spc="-5" dirty="0">
                <a:latin typeface="Franklin Gothic Medium"/>
                <a:cs typeface="Franklin Gothic Medium"/>
              </a:rPr>
              <a:t>a</a:t>
            </a:r>
            <a:r>
              <a:rPr sz="2200" spc="5" dirty="0">
                <a:latin typeface="Franklin Gothic Medium"/>
                <a:cs typeface="Franklin Gothic Medium"/>
              </a:rPr>
              <a:t> </a:t>
            </a:r>
            <a:r>
              <a:rPr sz="2200" spc="-5" dirty="0">
                <a:latin typeface="Franklin Gothic Medium"/>
                <a:cs typeface="Franklin Gothic Medium"/>
              </a:rPr>
              <a:t>variable</a:t>
            </a:r>
            <a:r>
              <a:rPr sz="2200" spc="-20" dirty="0">
                <a:latin typeface="Franklin Gothic Medium"/>
                <a:cs typeface="Franklin Gothic Medium"/>
              </a:rPr>
              <a:t> </a:t>
            </a:r>
            <a:r>
              <a:rPr sz="2200" spc="-15" dirty="0">
                <a:latin typeface="Franklin Gothic Medium"/>
                <a:cs typeface="Franklin Gothic Medium"/>
              </a:rPr>
              <a:t>by</a:t>
            </a:r>
            <a:r>
              <a:rPr sz="220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programmer. </a:t>
            </a:r>
            <a:r>
              <a:rPr sz="2200" spc="-535" dirty="0">
                <a:latin typeface="Franklin Gothic Medium"/>
                <a:cs typeface="Franklin Gothic Medium"/>
              </a:rPr>
              <a:t> </a:t>
            </a:r>
            <a:r>
              <a:rPr sz="2200" spc="-20" dirty="0">
                <a:latin typeface="Franklin Gothic Medium"/>
                <a:cs typeface="Franklin Gothic Medium"/>
              </a:rPr>
              <a:t>For</a:t>
            </a:r>
            <a:r>
              <a:rPr sz="2200" spc="-5" dirty="0">
                <a:latin typeface="Franklin Gothic Medium"/>
                <a:cs typeface="Franklin Gothic Medium"/>
              </a:rPr>
              <a:t> </a:t>
            </a:r>
            <a:r>
              <a:rPr sz="2200" spc="-10" dirty="0">
                <a:latin typeface="Franklin Gothic Medium"/>
                <a:cs typeface="Franklin Gothic Medium"/>
              </a:rPr>
              <a:t>every</a:t>
            </a:r>
            <a:r>
              <a:rPr sz="2200" spc="-5" dirty="0">
                <a:latin typeface="Franklin Gothic Medium"/>
                <a:cs typeface="Franklin Gothic Medium"/>
              </a:rPr>
              <a:t> </a:t>
            </a:r>
            <a:r>
              <a:rPr sz="2200" spc="-10" dirty="0">
                <a:latin typeface="Franklin Gothic Medium"/>
                <a:cs typeface="Franklin Gothic Medium"/>
              </a:rPr>
              <a:t>execution, the</a:t>
            </a:r>
            <a:r>
              <a:rPr sz="2200" spc="-5"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variable</a:t>
            </a:r>
            <a:r>
              <a:rPr sz="2200" spc="-20" dirty="0">
                <a:latin typeface="Franklin Gothic Medium"/>
                <a:cs typeface="Franklin Gothic Medium"/>
              </a:rPr>
              <a:t> may</a:t>
            </a:r>
            <a:r>
              <a:rPr sz="2200" spc="10" dirty="0">
                <a:latin typeface="Franklin Gothic Medium"/>
                <a:cs typeface="Franklin Gothic Medium"/>
              </a:rPr>
              <a:t> </a:t>
            </a:r>
            <a:r>
              <a:rPr sz="2200" spc="-5" dirty="0">
                <a:latin typeface="Franklin Gothic Medium"/>
                <a:cs typeface="Franklin Gothic Medium"/>
              </a:rPr>
              <a:t>be</a:t>
            </a:r>
            <a:r>
              <a:rPr sz="2200" dirty="0">
                <a:latin typeface="Franklin Gothic Medium"/>
                <a:cs typeface="Franklin Gothic Medium"/>
              </a:rPr>
              <a:t> </a:t>
            </a:r>
            <a:r>
              <a:rPr sz="2200" spc="-10" dirty="0">
                <a:latin typeface="Franklin Gothic Medium"/>
                <a:cs typeface="Franklin Gothic Medium"/>
              </a:rPr>
              <a:t>same.</a:t>
            </a:r>
            <a:endParaRPr sz="2200">
              <a:latin typeface="Franklin Gothic Medium"/>
              <a:cs typeface="Franklin Gothic Medium"/>
            </a:endParaRPr>
          </a:p>
          <a:p>
            <a:pPr>
              <a:lnSpc>
                <a:spcPct val="100000"/>
              </a:lnSpc>
              <a:spcBef>
                <a:spcPts val="50"/>
              </a:spcBef>
            </a:pPr>
            <a:endParaRPr sz="3100">
              <a:latin typeface="Franklin Gothic Medium"/>
              <a:cs typeface="Franklin Gothic Medium"/>
            </a:endParaRPr>
          </a:p>
          <a:p>
            <a:pPr marL="12700">
              <a:lnSpc>
                <a:spcPct val="100000"/>
              </a:lnSpc>
            </a:pPr>
            <a:r>
              <a:rPr sz="2200" dirty="0">
                <a:solidFill>
                  <a:srgbClr val="000099"/>
                </a:solidFill>
                <a:latin typeface="Franklin Gothic Medium"/>
                <a:cs typeface="Franklin Gothic Medium"/>
              </a:rPr>
              <a:t>Examples:</a:t>
            </a:r>
            <a:endParaRPr sz="2200">
              <a:latin typeface="Franklin Gothic Medium"/>
              <a:cs typeface="Franklin Gothic Medium"/>
            </a:endParaRPr>
          </a:p>
          <a:p>
            <a:pPr marL="12700">
              <a:lnSpc>
                <a:spcPct val="100000"/>
              </a:lnSpc>
              <a:spcBef>
                <a:spcPts val="459"/>
              </a:spcBef>
            </a:pPr>
            <a:r>
              <a:rPr sz="2200" dirty="0">
                <a:latin typeface="Franklin Gothic Medium"/>
                <a:cs typeface="Franklin Gothic Medium"/>
              </a:rPr>
              <a:t>int</a:t>
            </a:r>
            <a:r>
              <a:rPr sz="2200" spc="-45" dirty="0">
                <a:latin typeface="Franklin Gothic Medium"/>
                <a:cs typeface="Franklin Gothic Medium"/>
              </a:rPr>
              <a:t> </a:t>
            </a:r>
            <a:r>
              <a:rPr sz="2200" spc="-5" dirty="0">
                <a:latin typeface="Franklin Gothic Medium"/>
                <a:cs typeface="Franklin Gothic Medium"/>
              </a:rPr>
              <a:t>a</a:t>
            </a:r>
            <a:r>
              <a:rPr sz="2200" spc="-20" dirty="0">
                <a:latin typeface="Franklin Gothic Medium"/>
                <a:cs typeface="Franklin Gothic Medium"/>
              </a:rPr>
              <a:t> </a:t>
            </a:r>
            <a:r>
              <a:rPr sz="2200" spc="-10" dirty="0">
                <a:latin typeface="Franklin Gothic Medium"/>
                <a:cs typeface="Franklin Gothic Medium"/>
              </a:rPr>
              <a:t>=40;</a:t>
            </a:r>
            <a:endParaRPr sz="2200">
              <a:latin typeface="Franklin Gothic Medium"/>
              <a:cs typeface="Franklin Gothic Medium"/>
            </a:endParaRPr>
          </a:p>
          <a:p>
            <a:pPr marL="12700" marR="5531485">
              <a:lnSpc>
                <a:spcPct val="117300"/>
              </a:lnSpc>
              <a:spcBef>
                <a:spcPts val="10"/>
              </a:spcBef>
            </a:pPr>
            <a:r>
              <a:rPr sz="2200" dirty="0">
                <a:latin typeface="Franklin Gothic Medium"/>
                <a:cs typeface="Franklin Gothic Medium"/>
              </a:rPr>
              <a:t>float</a:t>
            </a:r>
            <a:r>
              <a:rPr sz="2200" spc="-70" dirty="0">
                <a:latin typeface="Franklin Gothic Medium"/>
                <a:cs typeface="Franklin Gothic Medium"/>
              </a:rPr>
              <a:t> </a:t>
            </a:r>
            <a:r>
              <a:rPr sz="2200" spc="5" dirty="0">
                <a:latin typeface="Franklin Gothic Medium"/>
                <a:cs typeface="Franklin Gothic Medium"/>
              </a:rPr>
              <a:t>num1,</a:t>
            </a:r>
            <a:r>
              <a:rPr sz="2200" spc="-35" dirty="0">
                <a:latin typeface="Franklin Gothic Medium"/>
                <a:cs typeface="Franklin Gothic Medium"/>
              </a:rPr>
              <a:t> </a:t>
            </a:r>
            <a:r>
              <a:rPr sz="2200" spc="-5" dirty="0">
                <a:latin typeface="Franklin Gothic Medium"/>
                <a:cs typeface="Franklin Gothic Medium"/>
              </a:rPr>
              <a:t>num2; </a:t>
            </a:r>
            <a:r>
              <a:rPr sz="2200" spc="-535" dirty="0">
                <a:latin typeface="Franklin Gothic Medium"/>
                <a:cs typeface="Franklin Gothic Medium"/>
              </a:rPr>
              <a:t> </a:t>
            </a:r>
            <a:r>
              <a:rPr sz="2200" spc="-10" dirty="0">
                <a:latin typeface="Franklin Gothic Medium"/>
                <a:cs typeface="Franklin Gothic Medium"/>
              </a:rPr>
              <a:t>num1=67; </a:t>
            </a:r>
            <a:r>
              <a:rPr sz="2200" spc="-5" dirty="0">
                <a:latin typeface="Franklin Gothic Medium"/>
                <a:cs typeface="Franklin Gothic Medium"/>
              </a:rPr>
              <a:t> </a:t>
            </a:r>
            <a:r>
              <a:rPr sz="2200" spc="-10" dirty="0">
                <a:latin typeface="Franklin Gothic Medium"/>
                <a:cs typeface="Franklin Gothic Medium"/>
              </a:rPr>
              <a:t>num2=6.8;</a:t>
            </a:r>
            <a:endParaRPr sz="2200">
              <a:latin typeface="Franklin Gothic Medium"/>
              <a:cs typeface="Franklin Gothic Medium"/>
            </a:endParaRPr>
          </a:p>
          <a:p>
            <a:pPr marL="12700">
              <a:lnSpc>
                <a:spcPct val="100000"/>
              </a:lnSpc>
              <a:spcBef>
                <a:spcPts val="470"/>
              </a:spcBef>
            </a:pPr>
            <a:r>
              <a:rPr sz="2200" dirty="0">
                <a:latin typeface="Franklin Gothic Medium"/>
                <a:cs typeface="Franklin Gothic Medium"/>
              </a:rPr>
              <a:t>char</a:t>
            </a:r>
            <a:r>
              <a:rPr sz="2200" spc="-55" dirty="0">
                <a:latin typeface="Franklin Gothic Medium"/>
                <a:cs typeface="Franklin Gothic Medium"/>
              </a:rPr>
              <a:t> </a:t>
            </a:r>
            <a:r>
              <a:rPr sz="2200" spc="-20" dirty="0">
                <a:latin typeface="Franklin Gothic Medium"/>
                <a:cs typeface="Franklin Gothic Medium"/>
              </a:rPr>
              <a:t>grade=‘A’;</a:t>
            </a:r>
            <a:endParaRPr sz="2200">
              <a:latin typeface="Franklin Gothic Medium"/>
              <a:cs typeface="Franklin Gothic Medium"/>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307407"/>
            <a:ext cx="1926210" cy="443070"/>
          </a:xfrm>
          <a:prstGeom prst="rect">
            <a:avLst/>
          </a:prstGeom>
        </p:spPr>
        <p:txBody>
          <a:bodyPr vert="horz" wrap="square" lIns="0" tIns="12065" rIns="0" bIns="0" rtlCol="0">
            <a:spAutoFit/>
          </a:bodyPr>
          <a:lstStyle/>
          <a:p>
            <a:pPr marL="12700">
              <a:lnSpc>
                <a:spcPct val="100000"/>
              </a:lnSpc>
              <a:spcBef>
                <a:spcPts val="95"/>
              </a:spcBef>
            </a:pPr>
            <a:r>
              <a:rPr spc="-90" dirty="0"/>
              <a:t>V</a:t>
            </a:r>
            <a:r>
              <a:rPr dirty="0"/>
              <a:t>a</a:t>
            </a:r>
            <a:r>
              <a:rPr spc="-5" dirty="0"/>
              <a:t>ri</a:t>
            </a:r>
            <a:r>
              <a:rPr spc="10" dirty="0"/>
              <a:t>a</a:t>
            </a:r>
            <a:r>
              <a:rPr spc="-5" dirty="0"/>
              <a:t>ble</a:t>
            </a:r>
          </a:p>
        </p:txBody>
      </p:sp>
      <p:sp>
        <p:nvSpPr>
          <p:cNvPr id="3" name="object 3"/>
          <p:cNvSpPr txBox="1"/>
          <p:nvPr/>
        </p:nvSpPr>
        <p:spPr>
          <a:xfrm>
            <a:off x="435051" y="758037"/>
            <a:ext cx="5720715" cy="2978785"/>
          </a:xfrm>
          <a:prstGeom prst="rect">
            <a:avLst/>
          </a:prstGeom>
        </p:spPr>
        <p:txBody>
          <a:bodyPr vert="horz" wrap="square" lIns="0" tIns="165100" rIns="0" bIns="0" rtlCol="0">
            <a:spAutoFit/>
          </a:bodyPr>
          <a:lstStyle/>
          <a:p>
            <a:pPr marL="12700">
              <a:lnSpc>
                <a:spcPct val="100000"/>
              </a:lnSpc>
              <a:spcBef>
                <a:spcPts val="1300"/>
              </a:spcBef>
            </a:pPr>
            <a:r>
              <a:rPr sz="2000" u="heavy" spc="-5" dirty="0">
                <a:solidFill>
                  <a:srgbClr val="000099"/>
                </a:solidFill>
                <a:uFill>
                  <a:solidFill>
                    <a:srgbClr val="000099"/>
                  </a:solidFill>
                </a:uFill>
                <a:latin typeface="Franklin Gothic Medium"/>
                <a:cs typeface="Franklin Gothic Medium"/>
              </a:rPr>
              <a:t>Note</a:t>
            </a:r>
            <a:r>
              <a:rPr sz="2000" u="heavy" spc="-70" dirty="0">
                <a:solidFill>
                  <a:srgbClr val="000099"/>
                </a:solidFill>
                <a:uFill>
                  <a:solidFill>
                    <a:srgbClr val="000099"/>
                  </a:solidFill>
                </a:uFill>
                <a:latin typeface="Franklin Gothic Medium"/>
                <a:cs typeface="Franklin Gothic Medium"/>
              </a:rPr>
              <a:t> </a:t>
            </a:r>
            <a:r>
              <a:rPr sz="2000" u="heavy" dirty="0">
                <a:solidFill>
                  <a:srgbClr val="000099"/>
                </a:solidFill>
                <a:uFill>
                  <a:solidFill>
                    <a:srgbClr val="000099"/>
                  </a:solidFill>
                </a:uFill>
                <a:latin typeface="Franklin Gothic Medium"/>
                <a:cs typeface="Franklin Gothic Medium"/>
              </a:rPr>
              <a:t>:</a:t>
            </a:r>
            <a:endParaRPr sz="2000" dirty="0">
              <a:latin typeface="Franklin Gothic Medium"/>
              <a:cs typeface="Franklin Gothic Medium"/>
            </a:endParaRPr>
          </a:p>
          <a:p>
            <a:pPr marL="12700" marR="5080">
              <a:lnSpc>
                <a:spcPct val="150000"/>
              </a:lnSpc>
              <a:spcBef>
                <a:spcPts val="5"/>
              </a:spcBef>
            </a:pPr>
            <a:r>
              <a:rPr sz="2000" spc="5" dirty="0">
                <a:latin typeface="Franklin Gothic Medium"/>
                <a:cs typeface="Franklin Gothic Medium"/>
              </a:rPr>
              <a:t>When </a:t>
            </a:r>
            <a:r>
              <a:rPr sz="2000" dirty="0">
                <a:latin typeface="Franklin Gothic Medium"/>
                <a:cs typeface="Franklin Gothic Medium"/>
              </a:rPr>
              <a:t>a </a:t>
            </a:r>
            <a:r>
              <a:rPr sz="2000" spc="-5" dirty="0">
                <a:latin typeface="Franklin Gothic Medium"/>
                <a:cs typeface="Franklin Gothic Medium"/>
              </a:rPr>
              <a:t>variable </a:t>
            </a:r>
            <a:r>
              <a:rPr sz="2000" dirty="0">
                <a:latin typeface="Franklin Gothic Medium"/>
                <a:cs typeface="Franklin Gothic Medium"/>
              </a:rPr>
              <a:t>is defined, it is </a:t>
            </a:r>
            <a:r>
              <a:rPr sz="2000" spc="-10" dirty="0">
                <a:latin typeface="Franklin Gothic Medium"/>
                <a:cs typeface="Franklin Gothic Medium"/>
              </a:rPr>
              <a:t>not </a:t>
            </a:r>
            <a:r>
              <a:rPr sz="2000" dirty="0">
                <a:latin typeface="Franklin Gothic Medium"/>
                <a:cs typeface="Franklin Gothic Medium"/>
              </a:rPr>
              <a:t>initialized. </a:t>
            </a:r>
            <a:r>
              <a:rPr sz="2000" spc="-20" dirty="0">
                <a:latin typeface="Franklin Gothic Medium"/>
                <a:cs typeface="Franklin Gothic Medium"/>
              </a:rPr>
              <a:t>We </a:t>
            </a:r>
            <a:r>
              <a:rPr sz="2000" spc="-15" dirty="0">
                <a:latin typeface="Franklin Gothic Medium"/>
                <a:cs typeface="Franklin Gothic Medium"/>
              </a:rPr>
              <a:t> </a:t>
            </a:r>
            <a:r>
              <a:rPr sz="2000" spc="-5" dirty="0">
                <a:latin typeface="Franklin Gothic Medium"/>
                <a:cs typeface="Franklin Gothic Medium"/>
              </a:rPr>
              <a:t>must </a:t>
            </a:r>
            <a:r>
              <a:rPr sz="2000" dirty="0">
                <a:latin typeface="Franklin Gothic Medium"/>
                <a:cs typeface="Franklin Gothic Medium"/>
              </a:rPr>
              <a:t>initialize </a:t>
            </a:r>
            <a:r>
              <a:rPr sz="2000" spc="-15" dirty="0">
                <a:latin typeface="Franklin Gothic Medium"/>
                <a:cs typeface="Franklin Gothic Medium"/>
              </a:rPr>
              <a:t>any </a:t>
            </a:r>
            <a:r>
              <a:rPr sz="2000" spc="-5" dirty="0">
                <a:latin typeface="Franklin Gothic Medium"/>
                <a:cs typeface="Franklin Gothic Medium"/>
              </a:rPr>
              <a:t>variable requiring </a:t>
            </a:r>
            <a:r>
              <a:rPr sz="2000" dirty="0">
                <a:latin typeface="Franklin Gothic Medium"/>
                <a:cs typeface="Franklin Gothic Medium"/>
              </a:rPr>
              <a:t>prescribed data </a:t>
            </a:r>
            <a:r>
              <a:rPr sz="2000" spc="-484" dirty="0">
                <a:latin typeface="Franklin Gothic Medium"/>
                <a:cs typeface="Franklin Gothic Medium"/>
              </a:rPr>
              <a:t> </a:t>
            </a:r>
            <a:r>
              <a:rPr sz="2000" dirty="0">
                <a:latin typeface="Franklin Gothic Medium"/>
                <a:cs typeface="Franklin Gothic Medium"/>
              </a:rPr>
              <a:t>when</a:t>
            </a:r>
            <a:r>
              <a:rPr sz="2000" spc="-20" dirty="0">
                <a:latin typeface="Franklin Gothic Medium"/>
                <a:cs typeface="Franklin Gothic Medium"/>
              </a:rPr>
              <a:t> </a:t>
            </a:r>
            <a:r>
              <a:rPr sz="2000" dirty="0">
                <a:latin typeface="Franklin Gothic Medium"/>
                <a:cs typeface="Franklin Gothic Medium"/>
              </a:rPr>
              <a:t>the</a:t>
            </a:r>
            <a:r>
              <a:rPr sz="2000" spc="-5" dirty="0">
                <a:latin typeface="Franklin Gothic Medium"/>
                <a:cs typeface="Franklin Gothic Medium"/>
              </a:rPr>
              <a:t> </a:t>
            </a:r>
            <a:r>
              <a:rPr sz="2000" dirty="0">
                <a:latin typeface="Franklin Gothic Medium"/>
                <a:cs typeface="Franklin Gothic Medium"/>
              </a:rPr>
              <a:t>function</a:t>
            </a:r>
            <a:r>
              <a:rPr sz="2000" spc="5" dirty="0">
                <a:latin typeface="Franklin Gothic Medium"/>
                <a:cs typeface="Franklin Gothic Medium"/>
              </a:rPr>
              <a:t> </a:t>
            </a:r>
            <a:r>
              <a:rPr sz="2000" dirty="0">
                <a:latin typeface="Franklin Gothic Medium"/>
                <a:cs typeface="Franklin Gothic Medium"/>
              </a:rPr>
              <a:t>starts.</a:t>
            </a:r>
          </a:p>
          <a:p>
            <a:pPr marL="12700">
              <a:lnSpc>
                <a:spcPct val="100000"/>
              </a:lnSpc>
              <a:spcBef>
                <a:spcPts val="1200"/>
              </a:spcBef>
            </a:pPr>
            <a:r>
              <a:rPr sz="2000" dirty="0">
                <a:solidFill>
                  <a:srgbClr val="000099"/>
                </a:solidFill>
                <a:latin typeface="Franklin Gothic Medium"/>
                <a:cs typeface="Franklin Gothic Medium"/>
              </a:rPr>
              <a:t>Example</a:t>
            </a:r>
            <a:r>
              <a:rPr sz="2000" spc="-6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of</a:t>
            </a:r>
            <a:r>
              <a:rPr sz="2000" spc="-1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uninitialized</a:t>
            </a:r>
            <a:r>
              <a:rPr sz="2000" spc="-60" dirty="0">
                <a:solidFill>
                  <a:srgbClr val="000099"/>
                </a:solidFill>
                <a:latin typeface="Franklin Gothic Medium"/>
                <a:cs typeface="Franklin Gothic Medium"/>
              </a:rPr>
              <a:t> </a:t>
            </a:r>
            <a:r>
              <a:rPr sz="2000" dirty="0">
                <a:solidFill>
                  <a:srgbClr val="000099"/>
                </a:solidFill>
                <a:latin typeface="Franklin Gothic Medium"/>
                <a:cs typeface="Franklin Gothic Medium"/>
              </a:rPr>
              <a:t>variable</a:t>
            </a:r>
            <a:endParaRPr sz="2000" dirty="0">
              <a:latin typeface="Franklin Gothic Medium"/>
              <a:cs typeface="Franklin Gothic Medium"/>
            </a:endParaRPr>
          </a:p>
          <a:p>
            <a:pPr marL="12700" marR="3733165">
              <a:lnSpc>
                <a:spcPct val="100000"/>
              </a:lnSpc>
              <a:spcBef>
                <a:spcPts val="445"/>
              </a:spcBef>
            </a:pPr>
            <a:r>
              <a:rPr sz="2000" spc="-5" dirty="0">
                <a:latin typeface="Franklin Gothic Medium"/>
                <a:cs typeface="Franklin Gothic Medium"/>
              </a:rPr>
              <a:t>#include&lt;</a:t>
            </a:r>
            <a:r>
              <a:rPr sz="2000" spc="5" dirty="0">
                <a:latin typeface="Franklin Gothic Medium"/>
                <a:cs typeface="Franklin Gothic Medium"/>
              </a:rPr>
              <a:t>s</a:t>
            </a:r>
            <a:r>
              <a:rPr sz="2000" spc="-5" dirty="0">
                <a:latin typeface="Franklin Gothic Medium"/>
                <a:cs typeface="Franklin Gothic Medium"/>
              </a:rPr>
              <a:t>tdio.h&gt;  </a:t>
            </a:r>
            <a:r>
              <a:rPr sz="2000" spc="-10" dirty="0">
                <a:latin typeface="Franklin Gothic Medium"/>
                <a:cs typeface="Franklin Gothic Medium"/>
              </a:rPr>
              <a:t>void</a:t>
            </a:r>
            <a:r>
              <a:rPr sz="2000" spc="-20" dirty="0">
                <a:latin typeface="Franklin Gothic Medium"/>
                <a:cs typeface="Franklin Gothic Medium"/>
              </a:rPr>
              <a:t> </a:t>
            </a:r>
            <a:r>
              <a:rPr sz="2000" spc="-5" dirty="0">
                <a:latin typeface="Franklin Gothic Medium"/>
                <a:cs typeface="Franklin Gothic Medium"/>
              </a:rPr>
              <a:t>main()</a:t>
            </a:r>
            <a:endParaRPr sz="2000" dirty="0">
              <a:latin typeface="Franklin Gothic Medium"/>
              <a:cs typeface="Franklin Gothic Medium"/>
            </a:endParaRPr>
          </a:p>
        </p:txBody>
      </p:sp>
      <p:graphicFrame>
        <p:nvGraphicFramePr>
          <p:cNvPr id="4" name="object 4"/>
          <p:cNvGraphicFramePr>
            <a:graphicFrameLocks noGrp="1"/>
          </p:cNvGraphicFramePr>
          <p:nvPr>
            <p:extLst>
              <p:ext uri="{D42A27DB-BD31-4B8C-83A1-F6EECF244321}">
                <p14:modId xmlns:p14="http://schemas.microsoft.com/office/powerpoint/2010/main" val="3018512666"/>
              </p:ext>
            </p:extLst>
          </p:nvPr>
        </p:nvGraphicFramePr>
        <p:xfrm>
          <a:off x="416001" y="3744382"/>
          <a:ext cx="4399278" cy="2117660"/>
        </p:xfrm>
        <a:graphic>
          <a:graphicData uri="http://schemas.openxmlformats.org/drawingml/2006/table">
            <a:tbl>
              <a:tblPr firstRow="1" bandRow="1">
                <a:tableStyleId>{2D5ABB26-0587-4C30-8999-92F81FD0307C}</a:tableStyleId>
              </a:tblPr>
              <a:tblGrid>
                <a:gridCol w="249554">
                  <a:extLst>
                    <a:ext uri="{9D8B030D-6E8A-4147-A177-3AD203B41FA5}">
                      <a16:colId xmlns:a16="http://schemas.microsoft.com/office/drawing/2014/main" val="20000"/>
                    </a:ext>
                  </a:extLst>
                </a:gridCol>
                <a:gridCol w="1555750">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1873249">
                  <a:extLst>
                    <a:ext uri="{9D8B030D-6E8A-4147-A177-3AD203B41FA5}">
                      <a16:colId xmlns:a16="http://schemas.microsoft.com/office/drawing/2014/main" val="20003"/>
                    </a:ext>
                  </a:extLst>
                </a:gridCol>
              </a:tblGrid>
              <a:tr h="296679">
                <a:tc>
                  <a:txBody>
                    <a:bodyPr/>
                    <a:lstStyle/>
                    <a:p>
                      <a:pPr marL="31750">
                        <a:lnSpc>
                          <a:spcPts val="2235"/>
                        </a:lnSpc>
                      </a:pPr>
                      <a:r>
                        <a:rPr sz="2000" dirty="0">
                          <a:latin typeface="Franklin Gothic Medium"/>
                          <a:cs typeface="Franklin Gothic Medium"/>
                        </a:rPr>
                        <a:t>{</a:t>
                      </a:r>
                      <a:endParaRPr sz="2000">
                        <a:latin typeface="Franklin Gothic Medium"/>
                        <a:cs typeface="Franklin Gothic Medium"/>
                      </a:endParaRPr>
                    </a:p>
                  </a:txBody>
                  <a:tcPr marL="0" marR="0" marT="0" marB="0"/>
                </a:tc>
                <a:tc>
                  <a:txBody>
                    <a:bodyPr/>
                    <a:lstStyle/>
                    <a:p>
                      <a:pPr marL="142875">
                        <a:lnSpc>
                          <a:spcPts val="2235"/>
                        </a:lnSpc>
                      </a:pPr>
                      <a:r>
                        <a:rPr sz="2000" dirty="0">
                          <a:latin typeface="Franklin Gothic Medium"/>
                          <a:cs typeface="Franklin Gothic Medium"/>
                        </a:rPr>
                        <a:t>int</a:t>
                      </a:r>
                      <a:r>
                        <a:rPr sz="2000" spc="-20" dirty="0">
                          <a:latin typeface="Franklin Gothic Medium"/>
                          <a:cs typeface="Franklin Gothic Medium"/>
                        </a:rPr>
                        <a:t> </a:t>
                      </a:r>
                      <a:r>
                        <a:rPr sz="2000" spc="-5" dirty="0">
                          <a:latin typeface="Franklin Gothic Medium"/>
                          <a:cs typeface="Franklin Gothic Medium"/>
                        </a:rPr>
                        <a:t>x,</a:t>
                      </a:r>
                      <a:r>
                        <a:rPr sz="2000" spc="-25" dirty="0">
                          <a:latin typeface="Franklin Gothic Medium"/>
                          <a:cs typeface="Franklin Gothic Medium"/>
                        </a:rPr>
                        <a:t> </a:t>
                      </a:r>
                      <a:r>
                        <a:rPr sz="2000" spc="-35" dirty="0">
                          <a:latin typeface="Franklin Gothic Medium"/>
                          <a:cs typeface="Franklin Gothic Medium"/>
                        </a:rPr>
                        <a:t>y,</a:t>
                      </a:r>
                      <a:r>
                        <a:rPr sz="2000" spc="-5" dirty="0">
                          <a:latin typeface="Franklin Gothic Medium"/>
                          <a:cs typeface="Franklin Gothic Medium"/>
                        </a:rPr>
                        <a:t> z;</a:t>
                      </a:r>
                      <a:endParaRPr sz="2000" dirty="0">
                        <a:latin typeface="Franklin Gothic Medium"/>
                        <a:cs typeface="Franklin Gothic Medium"/>
                      </a:endParaRPr>
                    </a:p>
                  </a:txBody>
                  <a:tcPr marL="0" marR="0" marT="0" marB="0"/>
                </a:tc>
                <a:tc rowSpan="2" gridSpan="2">
                  <a:txBody>
                    <a:bodyPr/>
                    <a:lstStyle/>
                    <a:p>
                      <a:pPr>
                        <a:lnSpc>
                          <a:spcPct val="100000"/>
                        </a:lnSpc>
                      </a:pPr>
                      <a:endParaRPr sz="2000">
                        <a:latin typeface="Times New Roman"/>
                        <a:cs typeface="Times New Roman"/>
                      </a:endParaRPr>
                    </a:p>
                  </a:txBody>
                  <a:tcPr marL="0" marR="0" marT="0" marB="0"/>
                </a:tc>
                <a:tc rowSpan="2" hMerge="1">
                  <a:txBody>
                    <a:bodyPr/>
                    <a:lstStyle/>
                    <a:p>
                      <a:endParaRPr/>
                    </a:p>
                  </a:txBody>
                  <a:tcPr marL="0" marR="0" marT="0" marB="0"/>
                </a:tc>
                <a:extLst>
                  <a:ext uri="{0D108BD9-81ED-4DB2-BD59-A6C34878D82A}">
                    <a16:rowId xmlns:a16="http://schemas.microsoft.com/office/drawing/2014/main" val="10000"/>
                  </a:ext>
                </a:extLst>
              </a:tr>
              <a:tr h="304660">
                <a:tc>
                  <a:txBody>
                    <a:bodyPr/>
                    <a:lstStyle/>
                    <a:p>
                      <a:pPr>
                        <a:lnSpc>
                          <a:spcPct val="100000"/>
                        </a:lnSpc>
                      </a:pPr>
                      <a:endParaRPr sz="1900">
                        <a:latin typeface="Times New Roman"/>
                        <a:cs typeface="Times New Roman"/>
                      </a:endParaRPr>
                    </a:p>
                  </a:txBody>
                  <a:tcPr marL="0" marR="0" marT="0" marB="0"/>
                </a:tc>
                <a:tc>
                  <a:txBody>
                    <a:bodyPr/>
                    <a:lstStyle/>
                    <a:p>
                      <a:pPr marL="142875">
                        <a:lnSpc>
                          <a:spcPts val="2300"/>
                        </a:lnSpc>
                      </a:pPr>
                      <a:r>
                        <a:rPr sz="2000" dirty="0">
                          <a:latin typeface="Franklin Gothic Medium"/>
                          <a:cs typeface="Franklin Gothic Medium"/>
                        </a:rPr>
                        <a:t>z=34;</a:t>
                      </a:r>
                    </a:p>
                  </a:txBody>
                  <a:tcPr marL="0" marR="0" marT="0" marB="0"/>
                </a:tc>
                <a:tc gridSpan="2"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1"/>
                  </a:ext>
                </a:extLst>
              </a:tr>
              <a:tr h="305099">
                <a:tc>
                  <a:txBody>
                    <a:bodyPr/>
                    <a:lstStyle/>
                    <a:p>
                      <a:pPr>
                        <a:lnSpc>
                          <a:spcPct val="100000"/>
                        </a:lnSpc>
                      </a:pPr>
                      <a:endParaRPr sz="1900">
                        <a:latin typeface="Times New Roman"/>
                        <a:cs typeface="Times New Roman"/>
                      </a:endParaRPr>
                    </a:p>
                  </a:txBody>
                  <a:tcPr marL="0" marR="0" marT="0" marB="0"/>
                </a:tc>
                <a:tc>
                  <a:txBody>
                    <a:bodyPr/>
                    <a:lstStyle/>
                    <a:p>
                      <a:pPr marL="142875">
                        <a:lnSpc>
                          <a:spcPts val="2300"/>
                        </a:lnSpc>
                      </a:pPr>
                      <a:r>
                        <a:rPr sz="2000" spc="-5" dirty="0">
                          <a:latin typeface="Franklin Gothic Medium"/>
                          <a:cs typeface="Franklin Gothic Medium"/>
                        </a:rPr>
                        <a:t>printf("x=%d</a:t>
                      </a:r>
                      <a:endParaRPr sz="2000" dirty="0">
                        <a:latin typeface="Franklin Gothic Medium"/>
                        <a:cs typeface="Franklin Gothic Medium"/>
                      </a:endParaRPr>
                    </a:p>
                  </a:txBody>
                  <a:tcPr marL="0" marR="0" marT="0" marB="0"/>
                </a:tc>
                <a:tc>
                  <a:txBody>
                    <a:bodyPr/>
                    <a:lstStyle/>
                    <a:p>
                      <a:pPr algn="ctr">
                        <a:lnSpc>
                          <a:spcPts val="2300"/>
                        </a:lnSpc>
                      </a:pPr>
                      <a:r>
                        <a:rPr sz="2000" dirty="0">
                          <a:latin typeface="Franklin Gothic Medium"/>
                          <a:cs typeface="Franklin Gothic Medium"/>
                        </a:rPr>
                        <a:t>y=%d</a:t>
                      </a:r>
                      <a:endParaRPr sz="2000">
                        <a:latin typeface="Franklin Gothic Medium"/>
                        <a:cs typeface="Franklin Gothic Medium"/>
                      </a:endParaRPr>
                    </a:p>
                  </a:txBody>
                  <a:tcPr marL="0" marR="0" marT="0" marB="0"/>
                </a:tc>
                <a:tc>
                  <a:txBody>
                    <a:bodyPr/>
                    <a:lstStyle/>
                    <a:p>
                      <a:pPr marL="30480" algn="ctr">
                        <a:lnSpc>
                          <a:spcPts val="2300"/>
                        </a:lnSpc>
                      </a:pPr>
                      <a:r>
                        <a:rPr sz="2000" dirty="0">
                          <a:latin typeface="Franklin Gothic Medium"/>
                          <a:cs typeface="Franklin Gothic Medium"/>
                        </a:rPr>
                        <a:t>z=%d\n",</a:t>
                      </a:r>
                      <a:r>
                        <a:rPr sz="2000" spc="-25" dirty="0">
                          <a:latin typeface="Franklin Gothic Medium"/>
                          <a:cs typeface="Franklin Gothic Medium"/>
                        </a:rPr>
                        <a:t> </a:t>
                      </a:r>
                      <a:r>
                        <a:rPr sz="2000" spc="-5" dirty="0">
                          <a:latin typeface="Franklin Gothic Medium"/>
                          <a:cs typeface="Franklin Gothic Medium"/>
                        </a:rPr>
                        <a:t>x,</a:t>
                      </a:r>
                      <a:r>
                        <a:rPr sz="2000" spc="-20" dirty="0">
                          <a:latin typeface="Franklin Gothic Medium"/>
                          <a:cs typeface="Franklin Gothic Medium"/>
                        </a:rPr>
                        <a:t> </a:t>
                      </a:r>
                      <a:r>
                        <a:rPr sz="2000" spc="-40" dirty="0">
                          <a:latin typeface="Franklin Gothic Medium"/>
                          <a:cs typeface="Franklin Gothic Medium"/>
                        </a:rPr>
                        <a:t>y,</a:t>
                      </a:r>
                      <a:r>
                        <a:rPr sz="2000" spc="-15" dirty="0">
                          <a:latin typeface="Franklin Gothic Medium"/>
                          <a:cs typeface="Franklin Gothic Medium"/>
                        </a:rPr>
                        <a:t> </a:t>
                      </a:r>
                      <a:r>
                        <a:rPr sz="2000" spc="-5" dirty="0">
                          <a:latin typeface="Franklin Gothic Medium"/>
                          <a:cs typeface="Franklin Gothic Medium"/>
                        </a:rPr>
                        <a:t>z);</a:t>
                      </a:r>
                      <a:endParaRPr sz="2000">
                        <a:latin typeface="Franklin Gothic Medium"/>
                        <a:cs typeface="Franklin Gothic Medium"/>
                      </a:endParaRPr>
                    </a:p>
                  </a:txBody>
                  <a:tcPr marL="0" marR="0" marT="0" marB="0"/>
                </a:tc>
                <a:extLst>
                  <a:ext uri="{0D108BD9-81ED-4DB2-BD59-A6C34878D82A}">
                    <a16:rowId xmlns:a16="http://schemas.microsoft.com/office/drawing/2014/main" val="10002"/>
                  </a:ext>
                </a:extLst>
              </a:tr>
              <a:tr h="304893">
                <a:tc>
                  <a:txBody>
                    <a:bodyPr/>
                    <a:lstStyle/>
                    <a:p>
                      <a:pPr>
                        <a:lnSpc>
                          <a:spcPct val="100000"/>
                        </a:lnSpc>
                      </a:pPr>
                      <a:endParaRPr sz="1900">
                        <a:latin typeface="Times New Roman"/>
                        <a:cs typeface="Times New Roman"/>
                      </a:endParaRPr>
                    </a:p>
                  </a:txBody>
                  <a:tcPr marL="0" marR="0" marT="0" marB="0"/>
                </a:tc>
                <a:tc>
                  <a:txBody>
                    <a:bodyPr/>
                    <a:lstStyle/>
                    <a:p>
                      <a:pPr marL="142875">
                        <a:lnSpc>
                          <a:spcPts val="2300"/>
                        </a:lnSpc>
                      </a:pPr>
                      <a:r>
                        <a:rPr sz="2000" dirty="0">
                          <a:latin typeface="Franklin Gothic Medium"/>
                          <a:cs typeface="Franklin Gothic Medium"/>
                        </a:rPr>
                        <a:t>x=z;</a:t>
                      </a: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03"/>
                  </a:ext>
                </a:extLst>
              </a:tr>
              <a:tr h="304800">
                <a:tc>
                  <a:txBody>
                    <a:bodyPr/>
                    <a:lstStyle/>
                    <a:p>
                      <a:pPr>
                        <a:lnSpc>
                          <a:spcPct val="100000"/>
                        </a:lnSpc>
                      </a:pPr>
                      <a:endParaRPr sz="1900">
                        <a:latin typeface="Times New Roman"/>
                        <a:cs typeface="Times New Roman"/>
                      </a:endParaRPr>
                    </a:p>
                  </a:txBody>
                  <a:tcPr marL="0" marR="0" marT="0" marB="0"/>
                </a:tc>
                <a:tc>
                  <a:txBody>
                    <a:bodyPr/>
                    <a:lstStyle/>
                    <a:p>
                      <a:pPr marL="142875">
                        <a:lnSpc>
                          <a:spcPts val="2300"/>
                        </a:lnSpc>
                      </a:pPr>
                      <a:r>
                        <a:rPr sz="2000" dirty="0">
                          <a:latin typeface="Franklin Gothic Medium"/>
                          <a:cs typeface="Franklin Gothic Medium"/>
                        </a:rPr>
                        <a:t>y</a:t>
                      </a:r>
                      <a:r>
                        <a:rPr sz="2000" spc="-20" dirty="0">
                          <a:latin typeface="Franklin Gothic Medium"/>
                          <a:cs typeface="Franklin Gothic Medium"/>
                        </a:rPr>
                        <a:t> </a:t>
                      </a:r>
                      <a:r>
                        <a:rPr sz="2000" dirty="0">
                          <a:latin typeface="Franklin Gothic Medium"/>
                          <a:cs typeface="Franklin Gothic Medium"/>
                        </a:rPr>
                        <a:t>=</a:t>
                      </a:r>
                      <a:r>
                        <a:rPr sz="2000" spc="-20" dirty="0">
                          <a:latin typeface="Franklin Gothic Medium"/>
                          <a:cs typeface="Franklin Gothic Medium"/>
                        </a:rPr>
                        <a:t> </a:t>
                      </a:r>
                      <a:r>
                        <a:rPr sz="2000" dirty="0">
                          <a:latin typeface="Franklin Gothic Medium"/>
                          <a:cs typeface="Franklin Gothic Medium"/>
                        </a:rPr>
                        <a:t>x</a:t>
                      </a:r>
                      <a:r>
                        <a:rPr sz="2000" spc="-15" dirty="0">
                          <a:latin typeface="Franklin Gothic Medium"/>
                          <a:cs typeface="Franklin Gothic Medium"/>
                        </a:rPr>
                        <a:t> </a:t>
                      </a:r>
                      <a:r>
                        <a:rPr sz="2000" dirty="0">
                          <a:latin typeface="Franklin Gothic Medium"/>
                          <a:cs typeface="Franklin Gothic Medium"/>
                        </a:rPr>
                        <a:t>+</a:t>
                      </a:r>
                      <a:r>
                        <a:rPr sz="2000" spc="-25" dirty="0">
                          <a:latin typeface="Franklin Gothic Medium"/>
                          <a:cs typeface="Franklin Gothic Medium"/>
                        </a:rPr>
                        <a:t> </a:t>
                      </a:r>
                      <a:r>
                        <a:rPr sz="2000" spc="-10" dirty="0">
                          <a:latin typeface="Franklin Gothic Medium"/>
                          <a:cs typeface="Franklin Gothic Medium"/>
                        </a:rPr>
                        <a:t>10;</a:t>
                      </a:r>
                      <a:endParaRPr sz="2000" dirty="0">
                        <a:latin typeface="Franklin Gothic Medium"/>
                        <a:cs typeface="Franklin Gothic Medium"/>
                      </a:endParaRPr>
                    </a:p>
                  </a:txBody>
                  <a:tcPr marL="0" marR="0" marT="0" marB="0"/>
                </a:tc>
                <a:tc>
                  <a:txBody>
                    <a:bodyPr/>
                    <a:lstStyle/>
                    <a:p>
                      <a:pPr>
                        <a:lnSpc>
                          <a:spcPct val="100000"/>
                        </a:lnSpc>
                      </a:pPr>
                      <a:endParaRPr sz="1900" dirty="0">
                        <a:latin typeface="Times New Roman"/>
                        <a:cs typeface="Times New Roman"/>
                      </a:endParaRPr>
                    </a:p>
                  </a:txBody>
                  <a:tcPr marL="0" marR="0" marT="0" marB="0"/>
                </a:tc>
                <a:tc>
                  <a:txBody>
                    <a:bodyPr/>
                    <a:lstStyle/>
                    <a:p>
                      <a:pPr>
                        <a:lnSpc>
                          <a:spcPct val="100000"/>
                        </a:lnSpc>
                      </a:pPr>
                      <a:endParaRPr sz="1900" dirty="0">
                        <a:latin typeface="Times New Roman"/>
                        <a:cs typeface="Times New Roman"/>
                      </a:endParaRPr>
                    </a:p>
                  </a:txBody>
                  <a:tcPr marL="0" marR="0" marT="0" marB="0"/>
                </a:tc>
                <a:extLst>
                  <a:ext uri="{0D108BD9-81ED-4DB2-BD59-A6C34878D82A}">
                    <a16:rowId xmlns:a16="http://schemas.microsoft.com/office/drawing/2014/main" val="10004"/>
                  </a:ext>
                </a:extLst>
              </a:tr>
              <a:tr h="304825">
                <a:tc>
                  <a:txBody>
                    <a:bodyPr/>
                    <a:lstStyle/>
                    <a:p>
                      <a:pPr>
                        <a:lnSpc>
                          <a:spcPct val="100000"/>
                        </a:lnSpc>
                      </a:pPr>
                      <a:endParaRPr sz="1900">
                        <a:latin typeface="Times New Roman"/>
                        <a:cs typeface="Times New Roman"/>
                      </a:endParaRPr>
                    </a:p>
                  </a:txBody>
                  <a:tcPr marL="0" marR="0" marT="0" marB="0"/>
                </a:tc>
                <a:tc>
                  <a:txBody>
                    <a:bodyPr/>
                    <a:lstStyle/>
                    <a:p>
                      <a:pPr marL="142875">
                        <a:lnSpc>
                          <a:spcPts val="2300"/>
                        </a:lnSpc>
                      </a:pPr>
                      <a:r>
                        <a:rPr sz="2000" spc="-5" dirty="0">
                          <a:latin typeface="Franklin Gothic Medium"/>
                          <a:cs typeface="Franklin Gothic Medium"/>
                        </a:rPr>
                        <a:t>printf("x=%d</a:t>
                      </a:r>
                      <a:endParaRPr sz="2000" dirty="0">
                        <a:latin typeface="Franklin Gothic Medium"/>
                        <a:cs typeface="Franklin Gothic Medium"/>
                      </a:endParaRPr>
                    </a:p>
                  </a:txBody>
                  <a:tcPr marL="0" marR="0" marT="0" marB="0"/>
                </a:tc>
                <a:tc>
                  <a:txBody>
                    <a:bodyPr/>
                    <a:lstStyle/>
                    <a:p>
                      <a:pPr marL="635" algn="ctr">
                        <a:lnSpc>
                          <a:spcPts val="2300"/>
                        </a:lnSpc>
                      </a:pPr>
                      <a:r>
                        <a:rPr sz="2000" spc="-5" dirty="0">
                          <a:latin typeface="Franklin Gothic Medium"/>
                          <a:cs typeface="Franklin Gothic Medium"/>
                        </a:rPr>
                        <a:t>y=%d</a:t>
                      </a:r>
                      <a:endParaRPr sz="2000" dirty="0">
                        <a:latin typeface="Franklin Gothic Medium"/>
                        <a:cs typeface="Franklin Gothic Medium"/>
                      </a:endParaRPr>
                    </a:p>
                  </a:txBody>
                  <a:tcPr marL="0" marR="0" marT="0" marB="0"/>
                </a:tc>
                <a:tc>
                  <a:txBody>
                    <a:bodyPr/>
                    <a:lstStyle/>
                    <a:p>
                      <a:pPr marL="29845" algn="ctr">
                        <a:lnSpc>
                          <a:spcPts val="2300"/>
                        </a:lnSpc>
                      </a:pPr>
                      <a:r>
                        <a:rPr sz="2000" dirty="0">
                          <a:latin typeface="Franklin Gothic Medium"/>
                          <a:cs typeface="Franklin Gothic Medium"/>
                        </a:rPr>
                        <a:t>z=%d\n",</a:t>
                      </a:r>
                      <a:r>
                        <a:rPr sz="2000" spc="-25" dirty="0">
                          <a:latin typeface="Franklin Gothic Medium"/>
                          <a:cs typeface="Franklin Gothic Medium"/>
                        </a:rPr>
                        <a:t> </a:t>
                      </a:r>
                      <a:r>
                        <a:rPr sz="2000" spc="-5" dirty="0">
                          <a:latin typeface="Franklin Gothic Medium"/>
                          <a:cs typeface="Franklin Gothic Medium"/>
                        </a:rPr>
                        <a:t>x,</a:t>
                      </a:r>
                      <a:r>
                        <a:rPr sz="2000" spc="-25" dirty="0">
                          <a:latin typeface="Franklin Gothic Medium"/>
                          <a:cs typeface="Franklin Gothic Medium"/>
                        </a:rPr>
                        <a:t> </a:t>
                      </a:r>
                      <a:r>
                        <a:rPr sz="2000" spc="-35" dirty="0">
                          <a:latin typeface="Franklin Gothic Medium"/>
                          <a:cs typeface="Franklin Gothic Medium"/>
                        </a:rPr>
                        <a:t>y,</a:t>
                      </a:r>
                      <a:r>
                        <a:rPr sz="2000" spc="-15" dirty="0">
                          <a:latin typeface="Franklin Gothic Medium"/>
                          <a:cs typeface="Franklin Gothic Medium"/>
                        </a:rPr>
                        <a:t> </a:t>
                      </a:r>
                      <a:r>
                        <a:rPr sz="2000" spc="-5" dirty="0">
                          <a:latin typeface="Franklin Gothic Medium"/>
                          <a:cs typeface="Franklin Gothic Medium"/>
                        </a:rPr>
                        <a:t>z);</a:t>
                      </a:r>
                      <a:endParaRPr sz="2000" dirty="0">
                        <a:latin typeface="Franklin Gothic Medium"/>
                        <a:cs typeface="Franklin Gothic Medium"/>
                      </a:endParaRPr>
                    </a:p>
                  </a:txBody>
                  <a:tcPr marL="0" marR="0" marT="0" marB="0"/>
                </a:tc>
                <a:extLst>
                  <a:ext uri="{0D108BD9-81ED-4DB2-BD59-A6C34878D82A}">
                    <a16:rowId xmlns:a16="http://schemas.microsoft.com/office/drawing/2014/main" val="10005"/>
                  </a:ext>
                </a:extLst>
              </a:tr>
              <a:tr h="296704">
                <a:tc>
                  <a:txBody>
                    <a:bodyPr/>
                    <a:lstStyle/>
                    <a:p>
                      <a:pPr marL="31750">
                        <a:lnSpc>
                          <a:spcPts val="2235"/>
                        </a:lnSpc>
                      </a:pPr>
                      <a:r>
                        <a:rPr sz="2000" dirty="0">
                          <a:latin typeface="Franklin Gothic Medium"/>
                          <a:cs typeface="Franklin Gothic Medium"/>
                        </a:rPr>
                        <a:t>}</a:t>
                      </a:r>
                      <a:endParaRPr sz="2000">
                        <a:latin typeface="Franklin Gothic Medium"/>
                        <a:cs typeface="Franklin Gothic Medium"/>
                      </a:endParaRPr>
                    </a:p>
                  </a:txBody>
                  <a:tcPr marL="0" marR="0" marT="0" marB="0"/>
                </a:tc>
                <a:tc>
                  <a:txBody>
                    <a:bodyPr/>
                    <a:lstStyle/>
                    <a:p>
                      <a:pPr>
                        <a:lnSpc>
                          <a:spcPct val="100000"/>
                        </a:lnSpc>
                      </a:pPr>
                      <a:endParaRPr sz="1800" dirty="0">
                        <a:latin typeface="Times New Roman"/>
                        <a:cs typeface="Times New Roman"/>
                      </a:endParaRPr>
                    </a:p>
                  </a:txBody>
                  <a:tcPr marL="0" marR="0" marT="0" marB="0"/>
                </a:tc>
                <a:tc>
                  <a:txBody>
                    <a:bodyPr/>
                    <a:lstStyle/>
                    <a:p>
                      <a:pPr>
                        <a:lnSpc>
                          <a:spcPct val="100000"/>
                        </a:lnSpc>
                      </a:pPr>
                      <a:endParaRPr sz="1800" dirty="0">
                        <a:latin typeface="Times New Roman"/>
                        <a:cs typeface="Times New Roman"/>
                      </a:endParaRPr>
                    </a:p>
                  </a:txBody>
                  <a:tcPr marL="0" marR="0" marT="0" marB="0"/>
                </a:tc>
                <a:tc>
                  <a:txBody>
                    <a:bodyPr/>
                    <a:lstStyle/>
                    <a:p>
                      <a:pPr>
                        <a:lnSpc>
                          <a:spcPct val="100000"/>
                        </a:lnSpc>
                      </a:pPr>
                      <a:endParaRPr sz="1800" dirty="0">
                        <a:latin typeface="Times New Roman"/>
                        <a:cs typeface="Times New Roman"/>
                      </a:endParaRPr>
                    </a:p>
                  </a:txBody>
                  <a:tcPr marL="0" marR="0" marT="0" marB="0"/>
                </a:tc>
                <a:extLst>
                  <a:ext uri="{0D108BD9-81ED-4DB2-BD59-A6C34878D82A}">
                    <a16:rowId xmlns:a16="http://schemas.microsoft.com/office/drawing/2014/main" val="10006"/>
                  </a:ext>
                </a:extLst>
              </a:tr>
            </a:tbl>
          </a:graphicData>
        </a:graphic>
      </p:graphicFrame>
      <p:sp>
        <p:nvSpPr>
          <p:cNvPr id="5" name="object 5"/>
          <p:cNvSpPr txBox="1"/>
          <p:nvPr/>
        </p:nvSpPr>
        <p:spPr>
          <a:xfrm>
            <a:off x="7275576" y="4087367"/>
            <a:ext cx="4272280" cy="1568450"/>
          </a:xfrm>
          <a:prstGeom prst="rect">
            <a:avLst/>
          </a:prstGeom>
          <a:ln w="9525">
            <a:solidFill>
              <a:srgbClr val="000000"/>
            </a:solidFill>
          </a:ln>
        </p:spPr>
        <p:txBody>
          <a:bodyPr vert="horz" wrap="square" lIns="0" tIns="38735" rIns="0" bIns="0" rtlCol="0">
            <a:spAutoFit/>
          </a:bodyPr>
          <a:lstStyle/>
          <a:p>
            <a:pPr marL="92075">
              <a:lnSpc>
                <a:spcPct val="100000"/>
              </a:lnSpc>
              <a:spcBef>
                <a:spcPts val="305"/>
              </a:spcBef>
            </a:pPr>
            <a:r>
              <a:rPr sz="2000" dirty="0">
                <a:solidFill>
                  <a:srgbClr val="000099"/>
                </a:solidFill>
                <a:latin typeface="Franklin Gothic Medium"/>
                <a:cs typeface="Franklin Gothic Medium"/>
              </a:rPr>
              <a:t>Output</a:t>
            </a:r>
            <a:endParaRPr sz="2000">
              <a:latin typeface="Franklin Gothic Medium"/>
              <a:cs typeface="Franklin Gothic Medium"/>
            </a:endParaRPr>
          </a:p>
          <a:p>
            <a:pPr>
              <a:lnSpc>
                <a:spcPct val="100000"/>
              </a:lnSpc>
              <a:spcBef>
                <a:spcPts val="40"/>
              </a:spcBef>
            </a:pPr>
            <a:endParaRPr sz="2750">
              <a:latin typeface="Franklin Gothic Medium"/>
              <a:cs typeface="Franklin Gothic Medium"/>
            </a:endParaRPr>
          </a:p>
          <a:p>
            <a:pPr marL="92075">
              <a:lnSpc>
                <a:spcPct val="100000"/>
              </a:lnSpc>
            </a:pPr>
            <a:r>
              <a:rPr sz="2000" spc="-5" dirty="0">
                <a:latin typeface="Franklin Gothic Medium"/>
                <a:cs typeface="Franklin Gothic Medium"/>
              </a:rPr>
              <a:t>x=1643488</a:t>
            </a:r>
            <a:r>
              <a:rPr sz="2000" spc="480" dirty="0">
                <a:latin typeface="Franklin Gothic Medium"/>
                <a:cs typeface="Franklin Gothic Medium"/>
              </a:rPr>
              <a:t> </a:t>
            </a:r>
            <a:r>
              <a:rPr sz="2000" spc="-20" dirty="0">
                <a:latin typeface="Franklin Gothic Medium"/>
                <a:cs typeface="Franklin Gothic Medium"/>
              </a:rPr>
              <a:t>y=32762</a:t>
            </a:r>
            <a:r>
              <a:rPr sz="2000" spc="-15" dirty="0">
                <a:latin typeface="Franklin Gothic Medium"/>
                <a:cs typeface="Franklin Gothic Medium"/>
              </a:rPr>
              <a:t> </a:t>
            </a:r>
            <a:r>
              <a:rPr sz="2000" spc="-5" dirty="0">
                <a:latin typeface="Franklin Gothic Medium"/>
                <a:cs typeface="Franklin Gothic Medium"/>
              </a:rPr>
              <a:t>z=34</a:t>
            </a:r>
            <a:endParaRPr sz="2000">
              <a:latin typeface="Franklin Gothic Medium"/>
              <a:cs typeface="Franklin Gothic Medium"/>
            </a:endParaRPr>
          </a:p>
          <a:p>
            <a:pPr marL="92075">
              <a:lnSpc>
                <a:spcPct val="100000"/>
              </a:lnSpc>
              <a:spcBef>
                <a:spcPts val="1200"/>
              </a:spcBef>
              <a:tabLst>
                <a:tab pos="779145" algn="l"/>
              </a:tabLst>
            </a:pPr>
            <a:r>
              <a:rPr sz="2000" spc="-5" dirty="0">
                <a:latin typeface="Franklin Gothic Medium"/>
                <a:cs typeface="Franklin Gothic Medium"/>
              </a:rPr>
              <a:t>x=34	</a:t>
            </a:r>
            <a:r>
              <a:rPr sz="2000" dirty="0">
                <a:latin typeface="Franklin Gothic Medium"/>
                <a:cs typeface="Franklin Gothic Medium"/>
              </a:rPr>
              <a:t>y=44</a:t>
            </a:r>
            <a:r>
              <a:rPr sz="2000" spc="445" dirty="0">
                <a:latin typeface="Franklin Gothic Medium"/>
                <a:cs typeface="Franklin Gothic Medium"/>
              </a:rPr>
              <a:t> </a:t>
            </a:r>
            <a:r>
              <a:rPr sz="2000" spc="-5" dirty="0">
                <a:latin typeface="Franklin Gothic Medium"/>
                <a:cs typeface="Franklin Gothic Medium"/>
              </a:rPr>
              <a:t>z=34</a:t>
            </a:r>
            <a:endParaRPr sz="2000">
              <a:latin typeface="Franklin Gothic Medium"/>
              <a:cs typeface="Franklin Gothic Medium"/>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4515" y="2929889"/>
            <a:ext cx="1698625" cy="452120"/>
          </a:xfrm>
          <a:prstGeom prst="rect">
            <a:avLst/>
          </a:prstGeom>
        </p:spPr>
        <p:txBody>
          <a:bodyPr vert="horz" wrap="square" lIns="0" tIns="12065" rIns="0" bIns="0" rtlCol="0">
            <a:spAutoFit/>
          </a:bodyPr>
          <a:lstStyle/>
          <a:p>
            <a:pPr marL="12700">
              <a:lnSpc>
                <a:spcPct val="100000"/>
              </a:lnSpc>
              <a:spcBef>
                <a:spcPts val="95"/>
              </a:spcBef>
            </a:pPr>
            <a:r>
              <a:rPr dirty="0"/>
              <a:t>Data</a:t>
            </a:r>
            <a:r>
              <a:rPr spc="-95" dirty="0"/>
              <a:t> </a:t>
            </a:r>
            <a:r>
              <a:rPr spc="-30" dirty="0"/>
              <a:t>Types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5014" y="255778"/>
            <a:ext cx="2250186" cy="452120"/>
          </a:xfrm>
          <a:prstGeom prst="rect">
            <a:avLst/>
          </a:prstGeom>
        </p:spPr>
        <p:txBody>
          <a:bodyPr vert="horz" wrap="square" lIns="0" tIns="12065" rIns="0" bIns="0" rtlCol="0">
            <a:spAutoFit/>
          </a:bodyPr>
          <a:lstStyle/>
          <a:p>
            <a:pPr marL="12700">
              <a:lnSpc>
                <a:spcPct val="100000"/>
              </a:lnSpc>
              <a:spcBef>
                <a:spcPts val="95"/>
              </a:spcBef>
            </a:pPr>
            <a:r>
              <a:rPr dirty="0"/>
              <a:t>Data</a:t>
            </a:r>
            <a:r>
              <a:rPr spc="-95" dirty="0"/>
              <a:t> </a:t>
            </a:r>
            <a:r>
              <a:rPr spc="-30" dirty="0"/>
              <a:t>Types</a:t>
            </a:r>
          </a:p>
        </p:txBody>
      </p:sp>
      <p:sp>
        <p:nvSpPr>
          <p:cNvPr id="3" name="object 3"/>
          <p:cNvSpPr txBox="1"/>
          <p:nvPr/>
        </p:nvSpPr>
        <p:spPr>
          <a:xfrm>
            <a:off x="806602" y="1402566"/>
            <a:ext cx="8032115" cy="1032510"/>
          </a:xfrm>
          <a:prstGeom prst="rect">
            <a:avLst/>
          </a:prstGeom>
        </p:spPr>
        <p:txBody>
          <a:bodyPr vert="horz" wrap="square" lIns="0" tIns="180975" rIns="0" bIns="0" rtlCol="0">
            <a:spAutoFit/>
          </a:bodyPr>
          <a:lstStyle/>
          <a:p>
            <a:pPr marL="355600" indent="-342900">
              <a:lnSpc>
                <a:spcPct val="100000"/>
              </a:lnSpc>
              <a:spcBef>
                <a:spcPts val="1425"/>
              </a:spcBef>
              <a:buFont typeface="Arial MT"/>
              <a:buChar char="•"/>
              <a:tabLst>
                <a:tab pos="354965" algn="l"/>
                <a:tab pos="355600" algn="l"/>
              </a:tabLst>
            </a:pPr>
            <a:r>
              <a:rPr sz="2200" spc="-5" dirty="0">
                <a:latin typeface="Franklin Gothic Medium"/>
                <a:cs typeface="Franklin Gothic Medium"/>
              </a:rPr>
              <a:t>Defines the type of</a:t>
            </a:r>
            <a:r>
              <a:rPr sz="2200" spc="5" dirty="0">
                <a:latin typeface="Franklin Gothic Medium"/>
                <a:cs typeface="Franklin Gothic Medium"/>
              </a:rPr>
              <a:t> </a:t>
            </a:r>
            <a:r>
              <a:rPr sz="2200" spc="-5" dirty="0">
                <a:latin typeface="Franklin Gothic Medium"/>
                <a:cs typeface="Franklin Gothic Medium"/>
              </a:rPr>
              <a:t>data</a:t>
            </a:r>
            <a:r>
              <a:rPr sz="2200" dirty="0">
                <a:latin typeface="Franklin Gothic Medium"/>
                <a:cs typeface="Franklin Gothic Medium"/>
              </a:rPr>
              <a:t> </a:t>
            </a:r>
            <a:r>
              <a:rPr sz="2200" spc="-5" dirty="0">
                <a:latin typeface="Franklin Gothic Medium"/>
                <a:cs typeface="Franklin Gothic Medium"/>
              </a:rPr>
              <a:t>that</a:t>
            </a:r>
            <a:r>
              <a:rPr sz="2200" dirty="0">
                <a:latin typeface="Franklin Gothic Medium"/>
                <a:cs typeface="Franklin Gothic Medium"/>
              </a:rPr>
              <a:t> </a:t>
            </a:r>
            <a:r>
              <a:rPr sz="2200" spc="-5" dirty="0">
                <a:latin typeface="Franklin Gothic Medium"/>
                <a:cs typeface="Franklin Gothic Medium"/>
              </a:rPr>
              <a:t>is</a:t>
            </a:r>
            <a:r>
              <a:rPr sz="2200" spc="-10" dirty="0">
                <a:latin typeface="Franklin Gothic Medium"/>
                <a:cs typeface="Franklin Gothic Medium"/>
              </a:rPr>
              <a:t> stored</a:t>
            </a:r>
            <a:r>
              <a:rPr sz="2200" spc="5" dirty="0">
                <a:latin typeface="Franklin Gothic Medium"/>
                <a:cs typeface="Franklin Gothic Medium"/>
              </a:rPr>
              <a:t> </a:t>
            </a:r>
            <a:r>
              <a:rPr sz="2200" spc="-5" dirty="0">
                <a:latin typeface="Franklin Gothic Medium"/>
                <a:cs typeface="Franklin Gothic Medium"/>
              </a:rPr>
              <a:t>in</a:t>
            </a:r>
            <a:r>
              <a:rPr sz="2200" spc="-10" dirty="0">
                <a:latin typeface="Franklin Gothic Medium"/>
                <a:cs typeface="Franklin Gothic Medium"/>
              </a:rPr>
              <a:t> </a:t>
            </a:r>
            <a:r>
              <a:rPr sz="2200" spc="-5" dirty="0">
                <a:latin typeface="Franklin Gothic Medium"/>
                <a:cs typeface="Franklin Gothic Medium"/>
              </a:rPr>
              <a:t>a</a:t>
            </a:r>
            <a:r>
              <a:rPr sz="2200" dirty="0">
                <a:latin typeface="Franklin Gothic Medium"/>
                <a:cs typeface="Franklin Gothic Medium"/>
              </a:rPr>
              <a:t> </a:t>
            </a:r>
            <a:r>
              <a:rPr sz="2200" spc="-5" dirty="0">
                <a:latin typeface="Franklin Gothic Medium"/>
                <a:cs typeface="Franklin Gothic Medium"/>
              </a:rPr>
              <a:t>variable.</a:t>
            </a:r>
            <a:endParaRPr sz="2200">
              <a:latin typeface="Franklin Gothic Medium"/>
              <a:cs typeface="Franklin Gothic Medium"/>
            </a:endParaRPr>
          </a:p>
          <a:p>
            <a:pPr marL="355600" indent="-342900">
              <a:lnSpc>
                <a:spcPct val="100000"/>
              </a:lnSpc>
              <a:spcBef>
                <a:spcPts val="1325"/>
              </a:spcBef>
              <a:buFont typeface="Arial MT"/>
              <a:buChar char="•"/>
              <a:tabLst>
                <a:tab pos="354965" algn="l"/>
                <a:tab pos="355600" algn="l"/>
              </a:tabLst>
            </a:pPr>
            <a:r>
              <a:rPr sz="2200" spc="-10" dirty="0">
                <a:latin typeface="Franklin Gothic Medium"/>
                <a:cs typeface="Franklin Gothic Medium"/>
              </a:rPr>
              <a:t>Determines how</a:t>
            </a:r>
            <a:r>
              <a:rPr sz="2200" spc="5" dirty="0">
                <a:latin typeface="Franklin Gothic Medium"/>
                <a:cs typeface="Franklin Gothic Medium"/>
              </a:rPr>
              <a:t> </a:t>
            </a:r>
            <a:r>
              <a:rPr sz="2200" spc="-5" dirty="0">
                <a:latin typeface="Franklin Gothic Medium"/>
                <a:cs typeface="Franklin Gothic Medium"/>
              </a:rPr>
              <a:t>much </a:t>
            </a:r>
            <a:r>
              <a:rPr sz="2200" spc="-10" dirty="0">
                <a:latin typeface="Franklin Gothic Medium"/>
                <a:cs typeface="Franklin Gothic Medium"/>
              </a:rPr>
              <a:t>storage</a:t>
            </a:r>
            <a:r>
              <a:rPr sz="2200" spc="-15" dirty="0">
                <a:latin typeface="Franklin Gothic Medium"/>
                <a:cs typeface="Franklin Gothic Medium"/>
              </a:rPr>
              <a:t> </a:t>
            </a:r>
            <a:r>
              <a:rPr sz="2200" spc="-10" dirty="0">
                <a:latin typeface="Franklin Gothic Medium"/>
                <a:cs typeface="Franklin Gothic Medium"/>
              </a:rPr>
              <a:t>should</a:t>
            </a:r>
            <a:r>
              <a:rPr sz="2200" dirty="0">
                <a:latin typeface="Franklin Gothic Medium"/>
                <a:cs typeface="Franklin Gothic Medium"/>
              </a:rPr>
              <a:t> be</a:t>
            </a:r>
            <a:r>
              <a:rPr sz="2200" spc="-5" dirty="0">
                <a:latin typeface="Franklin Gothic Medium"/>
                <a:cs typeface="Franklin Gothic Medium"/>
              </a:rPr>
              <a:t> </a:t>
            </a:r>
            <a:r>
              <a:rPr sz="2200" spc="-10" dirty="0">
                <a:latin typeface="Franklin Gothic Medium"/>
                <a:cs typeface="Franklin Gothic Medium"/>
              </a:rPr>
              <a:t>allocated</a:t>
            </a:r>
            <a:r>
              <a:rPr sz="2200"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a:t>
            </a:r>
            <a:r>
              <a:rPr sz="2200" spc="5" dirty="0">
                <a:latin typeface="Franklin Gothic Medium"/>
                <a:cs typeface="Franklin Gothic Medium"/>
              </a:rPr>
              <a:t> </a:t>
            </a:r>
            <a:r>
              <a:rPr sz="2200" spc="-5" dirty="0">
                <a:latin typeface="Franklin Gothic Medium"/>
                <a:cs typeface="Franklin Gothic Medium"/>
              </a:rPr>
              <a:t>variable.</a:t>
            </a:r>
            <a:endParaRPr sz="2200">
              <a:latin typeface="Franklin Gothic Medium"/>
              <a:cs typeface="Franklin Gothic Medium"/>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84" y="86613"/>
            <a:ext cx="1698625" cy="452120"/>
          </a:xfrm>
          <a:prstGeom prst="rect">
            <a:avLst/>
          </a:prstGeom>
        </p:spPr>
        <p:txBody>
          <a:bodyPr vert="horz" wrap="square" lIns="0" tIns="12065" rIns="0" bIns="0" rtlCol="0">
            <a:spAutoFit/>
          </a:bodyPr>
          <a:lstStyle/>
          <a:p>
            <a:pPr marL="12700">
              <a:lnSpc>
                <a:spcPct val="100000"/>
              </a:lnSpc>
              <a:spcBef>
                <a:spcPts val="95"/>
              </a:spcBef>
            </a:pPr>
            <a:r>
              <a:rPr dirty="0"/>
              <a:t>Data</a:t>
            </a:r>
            <a:r>
              <a:rPr spc="-95" dirty="0"/>
              <a:t> </a:t>
            </a:r>
            <a:r>
              <a:rPr spc="-30" dirty="0"/>
              <a:t>Types</a:t>
            </a:r>
          </a:p>
        </p:txBody>
      </p:sp>
      <p:grpSp>
        <p:nvGrpSpPr>
          <p:cNvPr id="3" name="object 3"/>
          <p:cNvGrpSpPr/>
          <p:nvPr/>
        </p:nvGrpSpPr>
        <p:grpSpPr>
          <a:xfrm>
            <a:off x="3728910" y="204203"/>
            <a:ext cx="5487035" cy="3705860"/>
            <a:chOff x="3728910" y="204203"/>
            <a:chExt cx="5487035" cy="3705860"/>
          </a:xfrm>
        </p:grpSpPr>
        <p:sp>
          <p:nvSpPr>
            <p:cNvPr id="4" name="object 4"/>
            <p:cNvSpPr/>
            <p:nvPr/>
          </p:nvSpPr>
          <p:spPr>
            <a:xfrm>
              <a:off x="9208007" y="3147059"/>
              <a:ext cx="0" cy="651510"/>
            </a:xfrm>
            <a:custGeom>
              <a:avLst/>
              <a:gdLst/>
              <a:ahLst/>
              <a:cxnLst/>
              <a:rect l="l" t="t" r="r" b="b"/>
              <a:pathLst>
                <a:path h="651510">
                  <a:moveTo>
                    <a:pt x="0" y="0"/>
                  </a:moveTo>
                  <a:lnTo>
                    <a:pt x="0" y="651001"/>
                  </a:lnTo>
                </a:path>
              </a:pathLst>
            </a:custGeom>
            <a:ln w="15875">
              <a:solidFill>
                <a:srgbClr val="C00000"/>
              </a:solidFill>
            </a:ln>
          </p:spPr>
          <p:txBody>
            <a:bodyPr wrap="square" lIns="0" tIns="0" rIns="0" bIns="0" rtlCol="0"/>
            <a:lstStyle/>
            <a:p>
              <a:endParaRPr/>
            </a:p>
          </p:txBody>
        </p:sp>
        <p:sp>
          <p:nvSpPr>
            <p:cNvPr id="5" name="object 5"/>
            <p:cNvSpPr/>
            <p:nvPr/>
          </p:nvSpPr>
          <p:spPr>
            <a:xfrm>
              <a:off x="3736847" y="1409699"/>
              <a:ext cx="5471160" cy="651510"/>
            </a:xfrm>
            <a:custGeom>
              <a:avLst/>
              <a:gdLst/>
              <a:ahLst/>
              <a:cxnLst/>
              <a:rect l="l" t="t" r="r" b="b"/>
              <a:pathLst>
                <a:path w="5471159" h="651510">
                  <a:moveTo>
                    <a:pt x="2634996" y="0"/>
                  </a:moveTo>
                  <a:lnTo>
                    <a:pt x="2634996" y="443611"/>
                  </a:lnTo>
                  <a:lnTo>
                    <a:pt x="5471159" y="443611"/>
                  </a:lnTo>
                  <a:lnTo>
                    <a:pt x="5471159" y="651001"/>
                  </a:lnTo>
                </a:path>
                <a:path w="5471159" h="651510">
                  <a:moveTo>
                    <a:pt x="2634996" y="0"/>
                  </a:moveTo>
                  <a:lnTo>
                    <a:pt x="2634996" y="443611"/>
                  </a:lnTo>
                  <a:lnTo>
                    <a:pt x="2735453" y="443611"/>
                  </a:lnTo>
                  <a:lnTo>
                    <a:pt x="2735453" y="651001"/>
                  </a:lnTo>
                </a:path>
                <a:path w="5471159" h="651510">
                  <a:moveTo>
                    <a:pt x="2635377" y="0"/>
                  </a:moveTo>
                  <a:lnTo>
                    <a:pt x="2635377" y="443611"/>
                  </a:lnTo>
                  <a:lnTo>
                    <a:pt x="0" y="443611"/>
                  </a:lnTo>
                  <a:lnTo>
                    <a:pt x="0" y="651001"/>
                  </a:lnTo>
                </a:path>
              </a:pathLst>
            </a:custGeom>
            <a:ln w="15875">
              <a:solidFill>
                <a:srgbClr val="6FAC46"/>
              </a:solidFill>
            </a:ln>
          </p:spPr>
          <p:txBody>
            <a:bodyPr wrap="square" lIns="0" tIns="0" rIns="0" bIns="0" rtlCol="0"/>
            <a:lstStyle/>
            <a:p>
              <a:endParaRPr/>
            </a:p>
          </p:txBody>
        </p:sp>
        <p:pic>
          <p:nvPicPr>
            <p:cNvPr id="6" name="object 6"/>
            <p:cNvPicPr/>
            <p:nvPr/>
          </p:nvPicPr>
          <p:blipFill>
            <a:blip r:embed="rId2" cstate="print"/>
            <a:stretch>
              <a:fillRect/>
            </a:stretch>
          </p:blipFill>
          <p:spPr>
            <a:xfrm>
              <a:off x="5428487" y="204203"/>
              <a:ext cx="1919477" cy="1268742"/>
            </a:xfrm>
            <a:prstGeom prst="rect">
              <a:avLst/>
            </a:prstGeom>
          </p:spPr>
        </p:pic>
        <p:pic>
          <p:nvPicPr>
            <p:cNvPr id="7" name="object 7"/>
            <p:cNvPicPr/>
            <p:nvPr/>
          </p:nvPicPr>
          <p:blipFill>
            <a:blip r:embed="rId3" cstate="print"/>
            <a:stretch>
              <a:fillRect/>
            </a:stretch>
          </p:blipFill>
          <p:spPr>
            <a:xfrm>
              <a:off x="5679947" y="443471"/>
              <a:ext cx="1914144" cy="1261884"/>
            </a:xfrm>
            <a:prstGeom prst="rect">
              <a:avLst/>
            </a:prstGeom>
          </p:spPr>
        </p:pic>
        <p:pic>
          <p:nvPicPr>
            <p:cNvPr id="8" name="object 8"/>
            <p:cNvPicPr/>
            <p:nvPr/>
          </p:nvPicPr>
          <p:blipFill>
            <a:blip r:embed="rId4" cstate="print"/>
            <a:stretch>
              <a:fillRect/>
            </a:stretch>
          </p:blipFill>
          <p:spPr>
            <a:xfrm>
              <a:off x="5856731" y="806183"/>
              <a:ext cx="1560575" cy="579132"/>
            </a:xfrm>
            <a:prstGeom prst="rect">
              <a:avLst/>
            </a:prstGeom>
          </p:spPr>
        </p:pic>
        <p:sp>
          <p:nvSpPr>
            <p:cNvPr id="9" name="object 9"/>
            <p:cNvSpPr/>
            <p:nvPr/>
          </p:nvSpPr>
          <p:spPr>
            <a:xfrm>
              <a:off x="5707379" y="470915"/>
              <a:ext cx="1827530" cy="1175385"/>
            </a:xfrm>
            <a:custGeom>
              <a:avLst/>
              <a:gdLst/>
              <a:ahLst/>
              <a:cxnLst/>
              <a:rect l="l" t="t" r="r" b="b"/>
              <a:pathLst>
                <a:path w="1827529" h="1175385">
                  <a:moveTo>
                    <a:pt x="1709801" y="0"/>
                  </a:moveTo>
                  <a:lnTo>
                    <a:pt x="117475" y="0"/>
                  </a:lnTo>
                  <a:lnTo>
                    <a:pt x="71741" y="9229"/>
                  </a:lnTo>
                  <a:lnTo>
                    <a:pt x="34401" y="34401"/>
                  </a:lnTo>
                  <a:lnTo>
                    <a:pt x="9229" y="71741"/>
                  </a:lnTo>
                  <a:lnTo>
                    <a:pt x="0" y="117475"/>
                  </a:lnTo>
                  <a:lnTo>
                    <a:pt x="0" y="1057529"/>
                  </a:lnTo>
                  <a:lnTo>
                    <a:pt x="9229" y="1103262"/>
                  </a:lnTo>
                  <a:lnTo>
                    <a:pt x="34401" y="1140602"/>
                  </a:lnTo>
                  <a:lnTo>
                    <a:pt x="71741" y="1165774"/>
                  </a:lnTo>
                  <a:lnTo>
                    <a:pt x="117475" y="1175004"/>
                  </a:lnTo>
                  <a:lnTo>
                    <a:pt x="1709801" y="1175004"/>
                  </a:lnTo>
                  <a:lnTo>
                    <a:pt x="1755534" y="1165774"/>
                  </a:lnTo>
                  <a:lnTo>
                    <a:pt x="1792874" y="1140602"/>
                  </a:lnTo>
                  <a:lnTo>
                    <a:pt x="1818046" y="1103262"/>
                  </a:lnTo>
                  <a:lnTo>
                    <a:pt x="1827276" y="1057529"/>
                  </a:lnTo>
                  <a:lnTo>
                    <a:pt x="1827276" y="117475"/>
                  </a:lnTo>
                  <a:lnTo>
                    <a:pt x="1818046" y="71741"/>
                  </a:lnTo>
                  <a:lnTo>
                    <a:pt x="1792874" y="34401"/>
                  </a:lnTo>
                  <a:lnTo>
                    <a:pt x="1755534" y="9229"/>
                  </a:lnTo>
                  <a:lnTo>
                    <a:pt x="1709801" y="0"/>
                  </a:lnTo>
                  <a:close/>
                </a:path>
              </a:pathLst>
            </a:custGeom>
            <a:solidFill>
              <a:srgbClr val="FFFFFF">
                <a:alpha val="90194"/>
              </a:srgbClr>
            </a:solidFill>
          </p:spPr>
          <p:txBody>
            <a:bodyPr wrap="square" lIns="0" tIns="0" rIns="0" bIns="0" rtlCol="0"/>
            <a:lstStyle/>
            <a:p>
              <a:endParaRPr/>
            </a:p>
          </p:txBody>
        </p:sp>
        <p:sp>
          <p:nvSpPr>
            <p:cNvPr id="10" name="object 10"/>
            <p:cNvSpPr/>
            <p:nvPr/>
          </p:nvSpPr>
          <p:spPr>
            <a:xfrm>
              <a:off x="5707379" y="470915"/>
              <a:ext cx="1827530" cy="1175385"/>
            </a:xfrm>
            <a:custGeom>
              <a:avLst/>
              <a:gdLst/>
              <a:ahLst/>
              <a:cxnLst/>
              <a:rect l="l" t="t" r="r" b="b"/>
              <a:pathLst>
                <a:path w="1827529" h="1175385">
                  <a:moveTo>
                    <a:pt x="0" y="117475"/>
                  </a:moveTo>
                  <a:lnTo>
                    <a:pt x="9229" y="71741"/>
                  </a:lnTo>
                  <a:lnTo>
                    <a:pt x="34401" y="34401"/>
                  </a:lnTo>
                  <a:lnTo>
                    <a:pt x="71741" y="9229"/>
                  </a:lnTo>
                  <a:lnTo>
                    <a:pt x="117475" y="0"/>
                  </a:lnTo>
                  <a:lnTo>
                    <a:pt x="1709801" y="0"/>
                  </a:lnTo>
                  <a:lnTo>
                    <a:pt x="1755534" y="9229"/>
                  </a:lnTo>
                  <a:lnTo>
                    <a:pt x="1792874" y="34401"/>
                  </a:lnTo>
                  <a:lnTo>
                    <a:pt x="1818046" y="71741"/>
                  </a:lnTo>
                  <a:lnTo>
                    <a:pt x="1827276" y="117475"/>
                  </a:lnTo>
                  <a:lnTo>
                    <a:pt x="1827276" y="1057529"/>
                  </a:lnTo>
                  <a:lnTo>
                    <a:pt x="1818046" y="1103262"/>
                  </a:lnTo>
                  <a:lnTo>
                    <a:pt x="1792874" y="1140602"/>
                  </a:lnTo>
                  <a:lnTo>
                    <a:pt x="1755534" y="1165774"/>
                  </a:lnTo>
                  <a:lnTo>
                    <a:pt x="1709801" y="1175004"/>
                  </a:lnTo>
                  <a:lnTo>
                    <a:pt x="117475" y="1175004"/>
                  </a:lnTo>
                  <a:lnTo>
                    <a:pt x="71741" y="1165774"/>
                  </a:lnTo>
                  <a:lnTo>
                    <a:pt x="34401" y="1140602"/>
                  </a:lnTo>
                  <a:lnTo>
                    <a:pt x="9229" y="1103262"/>
                  </a:lnTo>
                  <a:lnTo>
                    <a:pt x="0" y="1057529"/>
                  </a:lnTo>
                  <a:lnTo>
                    <a:pt x="0" y="117475"/>
                  </a:lnTo>
                  <a:close/>
                </a:path>
              </a:pathLst>
            </a:custGeom>
            <a:ln w="12700">
              <a:solidFill>
                <a:srgbClr val="FFC000"/>
              </a:solidFill>
            </a:ln>
          </p:spPr>
          <p:txBody>
            <a:bodyPr wrap="square" lIns="0" tIns="0" rIns="0" bIns="0" rtlCol="0"/>
            <a:lstStyle/>
            <a:p>
              <a:endParaRPr/>
            </a:p>
          </p:txBody>
        </p:sp>
        <p:sp>
          <p:nvSpPr>
            <p:cNvPr id="11" name="object 11"/>
            <p:cNvSpPr/>
            <p:nvPr/>
          </p:nvSpPr>
          <p:spPr>
            <a:xfrm>
              <a:off x="3736847" y="3172968"/>
              <a:ext cx="2735580" cy="728980"/>
            </a:xfrm>
            <a:custGeom>
              <a:avLst/>
              <a:gdLst/>
              <a:ahLst/>
              <a:cxnLst/>
              <a:rect l="l" t="t" r="r" b="b"/>
              <a:pathLst>
                <a:path w="2735579" h="728979">
                  <a:moveTo>
                    <a:pt x="0" y="77724"/>
                  </a:moveTo>
                  <a:lnTo>
                    <a:pt x="0" y="728726"/>
                  </a:lnTo>
                </a:path>
                <a:path w="2735579" h="728979">
                  <a:moveTo>
                    <a:pt x="2735579" y="0"/>
                  </a:moveTo>
                  <a:lnTo>
                    <a:pt x="2735579" y="651002"/>
                  </a:lnTo>
                </a:path>
              </a:pathLst>
            </a:custGeom>
            <a:ln w="15875">
              <a:solidFill>
                <a:srgbClr val="C00000"/>
              </a:solidFill>
            </a:ln>
          </p:spPr>
          <p:txBody>
            <a:bodyPr wrap="square" lIns="0" tIns="0" rIns="0" bIns="0" rtlCol="0"/>
            <a:lstStyle/>
            <a:p>
              <a:endParaRPr/>
            </a:p>
          </p:txBody>
        </p:sp>
      </p:grpSp>
      <p:sp>
        <p:nvSpPr>
          <p:cNvPr id="12" name="object 12"/>
          <p:cNvSpPr txBox="1"/>
          <p:nvPr/>
        </p:nvSpPr>
        <p:spPr>
          <a:xfrm>
            <a:off x="6010147" y="865454"/>
            <a:ext cx="1223645" cy="331470"/>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C00000"/>
                </a:solidFill>
                <a:latin typeface="Franklin Gothic Medium"/>
                <a:cs typeface="Franklin Gothic Medium"/>
              </a:rPr>
              <a:t>Data</a:t>
            </a:r>
            <a:r>
              <a:rPr sz="2000" spc="-90" dirty="0">
                <a:solidFill>
                  <a:srgbClr val="C00000"/>
                </a:solidFill>
                <a:latin typeface="Franklin Gothic Medium"/>
                <a:cs typeface="Franklin Gothic Medium"/>
              </a:rPr>
              <a:t> </a:t>
            </a:r>
            <a:r>
              <a:rPr sz="2000" spc="-20" dirty="0">
                <a:solidFill>
                  <a:srgbClr val="C00000"/>
                </a:solidFill>
                <a:latin typeface="Franklin Gothic Medium"/>
                <a:cs typeface="Franklin Gothic Medium"/>
              </a:rPr>
              <a:t>Types</a:t>
            </a:r>
            <a:endParaRPr sz="2000">
              <a:latin typeface="Franklin Gothic Medium"/>
              <a:cs typeface="Franklin Gothic Medium"/>
            </a:endParaRPr>
          </a:p>
        </p:txBody>
      </p:sp>
      <p:grpSp>
        <p:nvGrpSpPr>
          <p:cNvPr id="13" name="object 13"/>
          <p:cNvGrpSpPr/>
          <p:nvPr/>
        </p:nvGrpSpPr>
        <p:grpSpPr>
          <a:xfrm>
            <a:off x="2660904" y="2029967"/>
            <a:ext cx="2429510" cy="1516380"/>
            <a:chOff x="2660904" y="2029967"/>
            <a:chExt cx="2429510" cy="1516380"/>
          </a:xfrm>
        </p:grpSpPr>
        <p:pic>
          <p:nvPicPr>
            <p:cNvPr id="14" name="object 14"/>
            <p:cNvPicPr/>
            <p:nvPr/>
          </p:nvPicPr>
          <p:blipFill>
            <a:blip r:embed="rId5" cstate="print"/>
            <a:stretch>
              <a:fillRect/>
            </a:stretch>
          </p:blipFill>
          <p:spPr>
            <a:xfrm>
              <a:off x="2660904" y="2029967"/>
              <a:ext cx="2184654" cy="1283969"/>
            </a:xfrm>
            <a:prstGeom prst="rect">
              <a:avLst/>
            </a:prstGeom>
          </p:spPr>
        </p:pic>
        <p:pic>
          <p:nvPicPr>
            <p:cNvPr id="15" name="object 15"/>
            <p:cNvPicPr/>
            <p:nvPr/>
          </p:nvPicPr>
          <p:blipFill>
            <a:blip r:embed="rId6" cstate="print"/>
            <a:stretch>
              <a:fillRect/>
            </a:stretch>
          </p:blipFill>
          <p:spPr>
            <a:xfrm>
              <a:off x="2912364" y="2269235"/>
              <a:ext cx="2177795" cy="1277112"/>
            </a:xfrm>
            <a:prstGeom prst="rect">
              <a:avLst/>
            </a:prstGeom>
          </p:spPr>
        </p:pic>
        <p:pic>
          <p:nvPicPr>
            <p:cNvPr id="16" name="object 16"/>
            <p:cNvPicPr/>
            <p:nvPr/>
          </p:nvPicPr>
          <p:blipFill>
            <a:blip r:embed="rId7" cstate="print"/>
            <a:stretch>
              <a:fillRect/>
            </a:stretch>
          </p:blipFill>
          <p:spPr>
            <a:xfrm>
              <a:off x="3022092" y="2459748"/>
              <a:ext cx="1955292" cy="938771"/>
            </a:xfrm>
            <a:prstGeom prst="rect">
              <a:avLst/>
            </a:prstGeom>
          </p:spPr>
        </p:pic>
        <p:sp>
          <p:nvSpPr>
            <p:cNvPr id="17" name="object 17"/>
            <p:cNvSpPr/>
            <p:nvPr/>
          </p:nvSpPr>
          <p:spPr>
            <a:xfrm>
              <a:off x="2939796" y="2296667"/>
              <a:ext cx="2091055" cy="1190625"/>
            </a:xfrm>
            <a:custGeom>
              <a:avLst/>
              <a:gdLst/>
              <a:ahLst/>
              <a:cxnLst/>
              <a:rect l="l" t="t" r="r" b="b"/>
              <a:pathLst>
                <a:path w="2091054" h="1190625">
                  <a:moveTo>
                    <a:pt x="1971929" y="0"/>
                  </a:moveTo>
                  <a:lnTo>
                    <a:pt x="118999" y="0"/>
                  </a:lnTo>
                  <a:lnTo>
                    <a:pt x="72705" y="9360"/>
                  </a:lnTo>
                  <a:lnTo>
                    <a:pt x="34877" y="34877"/>
                  </a:lnTo>
                  <a:lnTo>
                    <a:pt x="9360" y="72705"/>
                  </a:lnTo>
                  <a:lnTo>
                    <a:pt x="0" y="118999"/>
                  </a:lnTo>
                  <a:lnTo>
                    <a:pt x="0" y="1071245"/>
                  </a:lnTo>
                  <a:lnTo>
                    <a:pt x="9360" y="1117538"/>
                  </a:lnTo>
                  <a:lnTo>
                    <a:pt x="34877" y="1155366"/>
                  </a:lnTo>
                  <a:lnTo>
                    <a:pt x="72705" y="1180883"/>
                  </a:lnTo>
                  <a:lnTo>
                    <a:pt x="118999" y="1190244"/>
                  </a:lnTo>
                  <a:lnTo>
                    <a:pt x="1971929" y="1190244"/>
                  </a:lnTo>
                  <a:lnTo>
                    <a:pt x="2018222" y="1180883"/>
                  </a:lnTo>
                  <a:lnTo>
                    <a:pt x="2056050" y="1155366"/>
                  </a:lnTo>
                  <a:lnTo>
                    <a:pt x="2081567" y="1117538"/>
                  </a:lnTo>
                  <a:lnTo>
                    <a:pt x="2090928" y="1071245"/>
                  </a:lnTo>
                  <a:lnTo>
                    <a:pt x="2090928" y="118999"/>
                  </a:lnTo>
                  <a:lnTo>
                    <a:pt x="2081567" y="72705"/>
                  </a:lnTo>
                  <a:lnTo>
                    <a:pt x="2056050" y="34877"/>
                  </a:lnTo>
                  <a:lnTo>
                    <a:pt x="2018222" y="9360"/>
                  </a:lnTo>
                  <a:lnTo>
                    <a:pt x="1971929" y="0"/>
                  </a:lnTo>
                  <a:close/>
                </a:path>
              </a:pathLst>
            </a:custGeom>
            <a:solidFill>
              <a:srgbClr val="FFFFFF">
                <a:alpha val="90194"/>
              </a:srgbClr>
            </a:solidFill>
          </p:spPr>
          <p:txBody>
            <a:bodyPr wrap="square" lIns="0" tIns="0" rIns="0" bIns="0" rtlCol="0"/>
            <a:lstStyle/>
            <a:p>
              <a:endParaRPr/>
            </a:p>
          </p:txBody>
        </p:sp>
        <p:sp>
          <p:nvSpPr>
            <p:cNvPr id="18" name="object 18"/>
            <p:cNvSpPr/>
            <p:nvPr/>
          </p:nvSpPr>
          <p:spPr>
            <a:xfrm>
              <a:off x="2939796" y="2296667"/>
              <a:ext cx="2091055" cy="1190625"/>
            </a:xfrm>
            <a:custGeom>
              <a:avLst/>
              <a:gdLst/>
              <a:ahLst/>
              <a:cxnLst/>
              <a:rect l="l" t="t" r="r" b="b"/>
              <a:pathLst>
                <a:path w="2091054" h="1190625">
                  <a:moveTo>
                    <a:pt x="0" y="118999"/>
                  </a:moveTo>
                  <a:lnTo>
                    <a:pt x="9360" y="72705"/>
                  </a:lnTo>
                  <a:lnTo>
                    <a:pt x="34877" y="34877"/>
                  </a:lnTo>
                  <a:lnTo>
                    <a:pt x="72705" y="9360"/>
                  </a:lnTo>
                  <a:lnTo>
                    <a:pt x="118999" y="0"/>
                  </a:lnTo>
                  <a:lnTo>
                    <a:pt x="1971929" y="0"/>
                  </a:lnTo>
                  <a:lnTo>
                    <a:pt x="2018222" y="9360"/>
                  </a:lnTo>
                  <a:lnTo>
                    <a:pt x="2056050" y="34877"/>
                  </a:lnTo>
                  <a:lnTo>
                    <a:pt x="2081567" y="72705"/>
                  </a:lnTo>
                  <a:lnTo>
                    <a:pt x="2090928" y="118999"/>
                  </a:lnTo>
                  <a:lnTo>
                    <a:pt x="2090928" y="1071245"/>
                  </a:lnTo>
                  <a:lnTo>
                    <a:pt x="2081567" y="1117538"/>
                  </a:lnTo>
                  <a:lnTo>
                    <a:pt x="2056050" y="1155366"/>
                  </a:lnTo>
                  <a:lnTo>
                    <a:pt x="2018222" y="1180883"/>
                  </a:lnTo>
                  <a:lnTo>
                    <a:pt x="1971929" y="1190244"/>
                  </a:lnTo>
                  <a:lnTo>
                    <a:pt x="118999" y="1190244"/>
                  </a:lnTo>
                  <a:lnTo>
                    <a:pt x="72705" y="1180883"/>
                  </a:lnTo>
                  <a:lnTo>
                    <a:pt x="34877" y="1155366"/>
                  </a:lnTo>
                  <a:lnTo>
                    <a:pt x="9360" y="1117538"/>
                  </a:lnTo>
                  <a:lnTo>
                    <a:pt x="0" y="1071245"/>
                  </a:lnTo>
                  <a:lnTo>
                    <a:pt x="0" y="118999"/>
                  </a:lnTo>
                  <a:close/>
                </a:path>
              </a:pathLst>
            </a:custGeom>
            <a:ln w="12700">
              <a:solidFill>
                <a:srgbClr val="6FAC46"/>
              </a:solidFill>
            </a:ln>
          </p:spPr>
          <p:txBody>
            <a:bodyPr wrap="square" lIns="0" tIns="0" rIns="0" bIns="0" rtlCol="0"/>
            <a:lstStyle/>
            <a:p>
              <a:endParaRPr/>
            </a:p>
          </p:txBody>
        </p:sp>
      </p:grpSp>
      <p:sp>
        <p:nvSpPr>
          <p:cNvPr id="19" name="object 19"/>
          <p:cNvSpPr txBox="1"/>
          <p:nvPr/>
        </p:nvSpPr>
        <p:spPr>
          <a:xfrm>
            <a:off x="3175761" y="2465679"/>
            <a:ext cx="1617345" cy="744855"/>
          </a:xfrm>
          <a:prstGeom prst="rect">
            <a:avLst/>
          </a:prstGeom>
        </p:spPr>
        <p:txBody>
          <a:bodyPr vert="horz" wrap="square" lIns="0" tIns="12700" rIns="0" bIns="0" rtlCol="0">
            <a:spAutoFit/>
          </a:bodyPr>
          <a:lstStyle/>
          <a:p>
            <a:pPr marL="12700" marR="5080" indent="367030">
              <a:lnSpc>
                <a:spcPct val="118000"/>
              </a:lnSpc>
              <a:spcBef>
                <a:spcPts val="100"/>
              </a:spcBef>
            </a:pPr>
            <a:r>
              <a:rPr sz="2000" dirty="0">
                <a:latin typeface="Franklin Gothic Medium"/>
                <a:cs typeface="Franklin Gothic Medium"/>
              </a:rPr>
              <a:t>Primary </a:t>
            </a:r>
            <a:r>
              <a:rPr sz="2000" spc="5" dirty="0">
                <a:latin typeface="Franklin Gothic Medium"/>
                <a:cs typeface="Franklin Gothic Medium"/>
              </a:rPr>
              <a:t> </a:t>
            </a:r>
            <a:r>
              <a:rPr sz="2000" spc="-5" dirty="0">
                <a:latin typeface="Franklin Gothic Medium"/>
                <a:cs typeface="Franklin Gothic Medium"/>
              </a:rPr>
              <a:t>(</a:t>
            </a:r>
            <a:r>
              <a:rPr sz="2000" spc="-75" dirty="0">
                <a:latin typeface="Franklin Gothic Medium"/>
                <a:cs typeface="Franklin Gothic Medium"/>
              </a:rPr>
              <a:t>F</a:t>
            </a:r>
            <a:r>
              <a:rPr sz="2000" dirty="0">
                <a:latin typeface="Franklin Gothic Medium"/>
                <a:cs typeface="Franklin Gothic Medium"/>
              </a:rPr>
              <a:t>u</a:t>
            </a:r>
            <a:r>
              <a:rPr sz="2000" spc="-10" dirty="0">
                <a:latin typeface="Franklin Gothic Medium"/>
                <a:cs typeface="Franklin Gothic Medium"/>
              </a:rPr>
              <a:t>n</a:t>
            </a:r>
            <a:r>
              <a:rPr sz="2000" dirty="0">
                <a:latin typeface="Franklin Gothic Medium"/>
                <a:cs typeface="Franklin Gothic Medium"/>
              </a:rPr>
              <a:t>da</a:t>
            </a:r>
            <a:r>
              <a:rPr sz="2000" spc="-10" dirty="0">
                <a:latin typeface="Franklin Gothic Medium"/>
                <a:cs typeface="Franklin Gothic Medium"/>
              </a:rPr>
              <a:t>m</a:t>
            </a:r>
            <a:r>
              <a:rPr sz="2000" spc="-5" dirty="0">
                <a:latin typeface="Franklin Gothic Medium"/>
                <a:cs typeface="Franklin Gothic Medium"/>
              </a:rPr>
              <a:t>ental)</a:t>
            </a:r>
            <a:endParaRPr sz="2000">
              <a:latin typeface="Franklin Gothic Medium"/>
              <a:cs typeface="Franklin Gothic Medium"/>
            </a:endParaRPr>
          </a:p>
        </p:txBody>
      </p:sp>
      <p:grpSp>
        <p:nvGrpSpPr>
          <p:cNvPr id="20" name="object 20"/>
          <p:cNvGrpSpPr/>
          <p:nvPr/>
        </p:nvGrpSpPr>
        <p:grpSpPr>
          <a:xfrm>
            <a:off x="2587751" y="3872484"/>
            <a:ext cx="2575560" cy="2205355"/>
            <a:chOff x="2587751" y="3872484"/>
            <a:chExt cx="2575560" cy="2205355"/>
          </a:xfrm>
        </p:grpSpPr>
        <p:pic>
          <p:nvPicPr>
            <p:cNvPr id="21" name="object 21"/>
            <p:cNvPicPr/>
            <p:nvPr/>
          </p:nvPicPr>
          <p:blipFill>
            <a:blip r:embed="rId8" cstate="print"/>
            <a:stretch>
              <a:fillRect/>
            </a:stretch>
          </p:blipFill>
          <p:spPr>
            <a:xfrm>
              <a:off x="2587751" y="3872484"/>
              <a:ext cx="2330957" cy="1876805"/>
            </a:xfrm>
            <a:prstGeom prst="rect">
              <a:avLst/>
            </a:prstGeom>
          </p:spPr>
        </p:pic>
        <p:pic>
          <p:nvPicPr>
            <p:cNvPr id="22" name="object 22"/>
            <p:cNvPicPr/>
            <p:nvPr/>
          </p:nvPicPr>
          <p:blipFill>
            <a:blip r:embed="rId9" cstate="print"/>
            <a:stretch>
              <a:fillRect/>
            </a:stretch>
          </p:blipFill>
          <p:spPr>
            <a:xfrm>
              <a:off x="2839211" y="4111752"/>
              <a:ext cx="2324100" cy="1869948"/>
            </a:xfrm>
            <a:prstGeom prst="rect">
              <a:avLst/>
            </a:prstGeom>
          </p:spPr>
        </p:pic>
        <p:pic>
          <p:nvPicPr>
            <p:cNvPr id="23" name="object 23"/>
            <p:cNvPicPr/>
            <p:nvPr/>
          </p:nvPicPr>
          <p:blipFill>
            <a:blip r:embed="rId10" cstate="print"/>
            <a:stretch>
              <a:fillRect/>
            </a:stretch>
          </p:blipFill>
          <p:spPr>
            <a:xfrm>
              <a:off x="2828543" y="4058399"/>
              <a:ext cx="1379220" cy="2019300"/>
            </a:xfrm>
            <a:prstGeom prst="rect">
              <a:avLst/>
            </a:prstGeom>
          </p:spPr>
        </p:pic>
        <p:sp>
          <p:nvSpPr>
            <p:cNvPr id="24" name="object 24"/>
            <p:cNvSpPr/>
            <p:nvPr/>
          </p:nvSpPr>
          <p:spPr>
            <a:xfrm>
              <a:off x="2866643" y="4139184"/>
              <a:ext cx="2237740" cy="1783080"/>
            </a:xfrm>
            <a:custGeom>
              <a:avLst/>
              <a:gdLst/>
              <a:ahLst/>
              <a:cxnLst/>
              <a:rect l="l" t="t" r="r" b="b"/>
              <a:pathLst>
                <a:path w="2237740" h="1783079">
                  <a:moveTo>
                    <a:pt x="2058923" y="0"/>
                  </a:moveTo>
                  <a:lnTo>
                    <a:pt x="178307" y="0"/>
                  </a:lnTo>
                  <a:lnTo>
                    <a:pt x="130924" y="6372"/>
                  </a:lnTo>
                  <a:lnTo>
                    <a:pt x="88335" y="24355"/>
                  </a:lnTo>
                  <a:lnTo>
                    <a:pt x="52244" y="52244"/>
                  </a:lnTo>
                  <a:lnTo>
                    <a:pt x="24355" y="88335"/>
                  </a:lnTo>
                  <a:lnTo>
                    <a:pt x="6372" y="130924"/>
                  </a:lnTo>
                  <a:lnTo>
                    <a:pt x="0" y="178308"/>
                  </a:lnTo>
                  <a:lnTo>
                    <a:pt x="0" y="1604772"/>
                  </a:lnTo>
                  <a:lnTo>
                    <a:pt x="6372" y="1652172"/>
                  </a:lnTo>
                  <a:lnTo>
                    <a:pt x="24355" y="1694767"/>
                  </a:lnTo>
                  <a:lnTo>
                    <a:pt x="52244" y="1730854"/>
                  </a:lnTo>
                  <a:lnTo>
                    <a:pt x="88335" y="1758735"/>
                  </a:lnTo>
                  <a:lnTo>
                    <a:pt x="130924" y="1776710"/>
                  </a:lnTo>
                  <a:lnTo>
                    <a:pt x="178307" y="1783080"/>
                  </a:lnTo>
                  <a:lnTo>
                    <a:pt x="2058923" y="1783080"/>
                  </a:lnTo>
                  <a:lnTo>
                    <a:pt x="2106307" y="1776710"/>
                  </a:lnTo>
                  <a:lnTo>
                    <a:pt x="2148896" y="1758735"/>
                  </a:lnTo>
                  <a:lnTo>
                    <a:pt x="2184987" y="1730854"/>
                  </a:lnTo>
                  <a:lnTo>
                    <a:pt x="2212876" y="1694767"/>
                  </a:lnTo>
                  <a:lnTo>
                    <a:pt x="2230859" y="1652172"/>
                  </a:lnTo>
                  <a:lnTo>
                    <a:pt x="2237232" y="1604772"/>
                  </a:lnTo>
                  <a:lnTo>
                    <a:pt x="2237232" y="178308"/>
                  </a:lnTo>
                  <a:lnTo>
                    <a:pt x="2230859" y="130924"/>
                  </a:lnTo>
                  <a:lnTo>
                    <a:pt x="2212876" y="88335"/>
                  </a:lnTo>
                  <a:lnTo>
                    <a:pt x="2184987" y="52244"/>
                  </a:lnTo>
                  <a:lnTo>
                    <a:pt x="2148896" y="24355"/>
                  </a:lnTo>
                  <a:lnTo>
                    <a:pt x="2106307" y="6372"/>
                  </a:lnTo>
                  <a:lnTo>
                    <a:pt x="2058923" y="0"/>
                  </a:lnTo>
                  <a:close/>
                </a:path>
              </a:pathLst>
            </a:custGeom>
            <a:solidFill>
              <a:srgbClr val="FFFFFF">
                <a:alpha val="90194"/>
              </a:srgbClr>
            </a:solidFill>
          </p:spPr>
          <p:txBody>
            <a:bodyPr wrap="square" lIns="0" tIns="0" rIns="0" bIns="0" rtlCol="0"/>
            <a:lstStyle/>
            <a:p>
              <a:endParaRPr/>
            </a:p>
          </p:txBody>
        </p:sp>
        <p:sp>
          <p:nvSpPr>
            <p:cNvPr id="25" name="object 25"/>
            <p:cNvSpPr/>
            <p:nvPr/>
          </p:nvSpPr>
          <p:spPr>
            <a:xfrm>
              <a:off x="2866643" y="4139184"/>
              <a:ext cx="2237740" cy="1783080"/>
            </a:xfrm>
            <a:custGeom>
              <a:avLst/>
              <a:gdLst/>
              <a:ahLst/>
              <a:cxnLst/>
              <a:rect l="l" t="t" r="r" b="b"/>
              <a:pathLst>
                <a:path w="2237740" h="1783079">
                  <a:moveTo>
                    <a:pt x="0" y="178308"/>
                  </a:moveTo>
                  <a:lnTo>
                    <a:pt x="6372" y="130924"/>
                  </a:lnTo>
                  <a:lnTo>
                    <a:pt x="24355" y="88335"/>
                  </a:lnTo>
                  <a:lnTo>
                    <a:pt x="52244" y="52244"/>
                  </a:lnTo>
                  <a:lnTo>
                    <a:pt x="88335" y="24355"/>
                  </a:lnTo>
                  <a:lnTo>
                    <a:pt x="130924" y="6372"/>
                  </a:lnTo>
                  <a:lnTo>
                    <a:pt x="178307" y="0"/>
                  </a:lnTo>
                  <a:lnTo>
                    <a:pt x="2058923" y="0"/>
                  </a:lnTo>
                  <a:lnTo>
                    <a:pt x="2106307" y="6372"/>
                  </a:lnTo>
                  <a:lnTo>
                    <a:pt x="2148896" y="24355"/>
                  </a:lnTo>
                  <a:lnTo>
                    <a:pt x="2184987" y="52244"/>
                  </a:lnTo>
                  <a:lnTo>
                    <a:pt x="2212876" y="88335"/>
                  </a:lnTo>
                  <a:lnTo>
                    <a:pt x="2230859" y="130924"/>
                  </a:lnTo>
                  <a:lnTo>
                    <a:pt x="2237232" y="178308"/>
                  </a:lnTo>
                  <a:lnTo>
                    <a:pt x="2237232" y="1604772"/>
                  </a:lnTo>
                  <a:lnTo>
                    <a:pt x="2230859" y="1652172"/>
                  </a:lnTo>
                  <a:lnTo>
                    <a:pt x="2212876" y="1694767"/>
                  </a:lnTo>
                  <a:lnTo>
                    <a:pt x="2184987" y="1730854"/>
                  </a:lnTo>
                  <a:lnTo>
                    <a:pt x="2148896" y="1758735"/>
                  </a:lnTo>
                  <a:lnTo>
                    <a:pt x="2106307" y="1776710"/>
                  </a:lnTo>
                  <a:lnTo>
                    <a:pt x="2058923" y="1783080"/>
                  </a:lnTo>
                  <a:lnTo>
                    <a:pt x="178307" y="1783080"/>
                  </a:lnTo>
                  <a:lnTo>
                    <a:pt x="130924" y="1776710"/>
                  </a:lnTo>
                  <a:lnTo>
                    <a:pt x="88335" y="1758735"/>
                  </a:lnTo>
                  <a:lnTo>
                    <a:pt x="52244" y="1730854"/>
                  </a:lnTo>
                  <a:lnTo>
                    <a:pt x="24355" y="1694767"/>
                  </a:lnTo>
                  <a:lnTo>
                    <a:pt x="6372" y="1652172"/>
                  </a:lnTo>
                  <a:lnTo>
                    <a:pt x="0" y="1604772"/>
                  </a:lnTo>
                  <a:lnTo>
                    <a:pt x="0" y="178308"/>
                  </a:lnTo>
                  <a:close/>
                </a:path>
              </a:pathLst>
            </a:custGeom>
            <a:ln w="12700">
              <a:solidFill>
                <a:srgbClr val="C00000"/>
              </a:solidFill>
            </a:ln>
          </p:spPr>
          <p:txBody>
            <a:bodyPr wrap="square" lIns="0" tIns="0" rIns="0" bIns="0" rtlCol="0"/>
            <a:lstStyle/>
            <a:p>
              <a:endParaRPr/>
            </a:p>
          </p:txBody>
        </p:sp>
      </p:grpSp>
      <p:sp>
        <p:nvSpPr>
          <p:cNvPr id="26" name="object 26"/>
          <p:cNvSpPr txBox="1"/>
          <p:nvPr/>
        </p:nvSpPr>
        <p:spPr>
          <a:xfrm>
            <a:off x="2982214" y="4063792"/>
            <a:ext cx="1042035" cy="1826260"/>
          </a:xfrm>
          <a:prstGeom prst="rect">
            <a:avLst/>
          </a:prstGeom>
        </p:spPr>
        <p:txBody>
          <a:bodyPr vert="horz" wrap="square" lIns="0" tIns="67945" rIns="0" bIns="0" rtlCol="0">
            <a:spAutoFit/>
          </a:bodyPr>
          <a:lstStyle/>
          <a:p>
            <a:pPr marL="290830" indent="-278765">
              <a:lnSpc>
                <a:spcPct val="100000"/>
              </a:lnSpc>
              <a:spcBef>
                <a:spcPts val="535"/>
              </a:spcBef>
              <a:buAutoNum type="arabicPeriod"/>
              <a:tabLst>
                <a:tab pos="291465" algn="l"/>
              </a:tabLst>
            </a:pPr>
            <a:r>
              <a:rPr sz="2000" spc="-5" dirty="0">
                <a:latin typeface="Franklin Gothic Medium"/>
                <a:cs typeface="Franklin Gothic Medium"/>
              </a:rPr>
              <a:t>int</a:t>
            </a:r>
            <a:endParaRPr sz="2000">
              <a:latin typeface="Franklin Gothic Medium"/>
              <a:cs typeface="Franklin Gothic Medium"/>
            </a:endParaRPr>
          </a:p>
          <a:p>
            <a:pPr marL="286385" indent="-274320">
              <a:lnSpc>
                <a:spcPct val="100000"/>
              </a:lnSpc>
              <a:spcBef>
                <a:spcPts val="434"/>
              </a:spcBef>
              <a:buAutoNum type="arabicPeriod"/>
              <a:tabLst>
                <a:tab pos="287020" algn="l"/>
              </a:tabLst>
            </a:pPr>
            <a:r>
              <a:rPr sz="2000" dirty="0">
                <a:latin typeface="Franklin Gothic Medium"/>
                <a:cs typeface="Franklin Gothic Medium"/>
              </a:rPr>
              <a:t>char</a:t>
            </a:r>
            <a:endParaRPr sz="2000">
              <a:latin typeface="Franklin Gothic Medium"/>
              <a:cs typeface="Franklin Gothic Medium"/>
            </a:endParaRPr>
          </a:p>
          <a:p>
            <a:pPr marL="286385" indent="-274320">
              <a:lnSpc>
                <a:spcPct val="100000"/>
              </a:lnSpc>
              <a:spcBef>
                <a:spcPts val="430"/>
              </a:spcBef>
              <a:buAutoNum type="arabicPeriod"/>
              <a:tabLst>
                <a:tab pos="287020" algn="l"/>
              </a:tabLst>
            </a:pPr>
            <a:r>
              <a:rPr sz="2000" spc="-5" dirty="0">
                <a:latin typeface="Franklin Gothic Medium"/>
                <a:cs typeface="Franklin Gothic Medium"/>
              </a:rPr>
              <a:t>float</a:t>
            </a:r>
            <a:endParaRPr sz="2000">
              <a:latin typeface="Franklin Gothic Medium"/>
              <a:cs typeface="Franklin Gothic Medium"/>
            </a:endParaRPr>
          </a:p>
          <a:p>
            <a:pPr marL="286385" indent="-274320">
              <a:lnSpc>
                <a:spcPct val="100000"/>
              </a:lnSpc>
              <a:spcBef>
                <a:spcPts val="445"/>
              </a:spcBef>
              <a:buAutoNum type="arabicPeriod"/>
              <a:tabLst>
                <a:tab pos="287020" algn="l"/>
              </a:tabLst>
            </a:pPr>
            <a:r>
              <a:rPr sz="2000" dirty="0">
                <a:latin typeface="Franklin Gothic Medium"/>
                <a:cs typeface="Franklin Gothic Medium"/>
              </a:rPr>
              <a:t>double</a:t>
            </a:r>
            <a:endParaRPr sz="2000">
              <a:latin typeface="Franklin Gothic Medium"/>
              <a:cs typeface="Franklin Gothic Medium"/>
            </a:endParaRPr>
          </a:p>
          <a:p>
            <a:pPr marL="286385" indent="-274320">
              <a:lnSpc>
                <a:spcPct val="100000"/>
              </a:lnSpc>
              <a:spcBef>
                <a:spcPts val="430"/>
              </a:spcBef>
              <a:buAutoNum type="arabicPeriod"/>
              <a:tabLst>
                <a:tab pos="287020" algn="l"/>
              </a:tabLst>
            </a:pPr>
            <a:r>
              <a:rPr sz="2000" spc="-5" dirty="0">
                <a:latin typeface="Franklin Gothic Medium"/>
                <a:cs typeface="Franklin Gothic Medium"/>
              </a:rPr>
              <a:t>void</a:t>
            </a:r>
            <a:endParaRPr sz="2000">
              <a:latin typeface="Franklin Gothic Medium"/>
              <a:cs typeface="Franklin Gothic Medium"/>
            </a:endParaRPr>
          </a:p>
        </p:txBody>
      </p:sp>
      <p:grpSp>
        <p:nvGrpSpPr>
          <p:cNvPr id="27" name="object 27"/>
          <p:cNvGrpSpPr/>
          <p:nvPr/>
        </p:nvGrpSpPr>
        <p:grpSpPr>
          <a:xfrm>
            <a:off x="5542788" y="2029967"/>
            <a:ext cx="2136775" cy="1438910"/>
            <a:chOff x="5542788" y="2029967"/>
            <a:chExt cx="2136775" cy="1438910"/>
          </a:xfrm>
        </p:grpSpPr>
        <p:pic>
          <p:nvPicPr>
            <p:cNvPr id="28" name="object 28"/>
            <p:cNvPicPr/>
            <p:nvPr/>
          </p:nvPicPr>
          <p:blipFill>
            <a:blip r:embed="rId11" cstate="print"/>
            <a:stretch>
              <a:fillRect/>
            </a:stretch>
          </p:blipFill>
          <p:spPr>
            <a:xfrm>
              <a:off x="5542788" y="2029967"/>
              <a:ext cx="1892045" cy="1206246"/>
            </a:xfrm>
            <a:prstGeom prst="rect">
              <a:avLst/>
            </a:prstGeom>
          </p:spPr>
        </p:pic>
        <p:pic>
          <p:nvPicPr>
            <p:cNvPr id="29" name="object 29"/>
            <p:cNvPicPr/>
            <p:nvPr/>
          </p:nvPicPr>
          <p:blipFill>
            <a:blip r:embed="rId12" cstate="print"/>
            <a:stretch>
              <a:fillRect/>
            </a:stretch>
          </p:blipFill>
          <p:spPr>
            <a:xfrm>
              <a:off x="5795772" y="2269223"/>
              <a:ext cx="1883664" cy="1199400"/>
            </a:xfrm>
            <a:prstGeom prst="rect">
              <a:avLst/>
            </a:prstGeom>
          </p:spPr>
        </p:pic>
        <p:pic>
          <p:nvPicPr>
            <p:cNvPr id="30" name="object 30"/>
            <p:cNvPicPr/>
            <p:nvPr/>
          </p:nvPicPr>
          <p:blipFill>
            <a:blip r:embed="rId13" cstate="print"/>
            <a:stretch>
              <a:fillRect/>
            </a:stretch>
          </p:blipFill>
          <p:spPr>
            <a:xfrm>
              <a:off x="6140196" y="2599931"/>
              <a:ext cx="1191768" cy="579132"/>
            </a:xfrm>
            <a:prstGeom prst="rect">
              <a:avLst/>
            </a:prstGeom>
          </p:spPr>
        </p:pic>
        <p:sp>
          <p:nvSpPr>
            <p:cNvPr id="31" name="object 31"/>
            <p:cNvSpPr/>
            <p:nvPr/>
          </p:nvSpPr>
          <p:spPr>
            <a:xfrm>
              <a:off x="5823204" y="2296667"/>
              <a:ext cx="1797050" cy="1112520"/>
            </a:xfrm>
            <a:custGeom>
              <a:avLst/>
              <a:gdLst/>
              <a:ahLst/>
              <a:cxnLst/>
              <a:rect l="l" t="t" r="r" b="b"/>
              <a:pathLst>
                <a:path w="1797050" h="1112520">
                  <a:moveTo>
                    <a:pt x="1685544" y="0"/>
                  </a:moveTo>
                  <a:lnTo>
                    <a:pt x="111251" y="0"/>
                  </a:lnTo>
                  <a:lnTo>
                    <a:pt x="67937" y="8739"/>
                  </a:lnTo>
                  <a:lnTo>
                    <a:pt x="32575" y="32575"/>
                  </a:lnTo>
                  <a:lnTo>
                    <a:pt x="8739" y="67937"/>
                  </a:lnTo>
                  <a:lnTo>
                    <a:pt x="0" y="111252"/>
                  </a:lnTo>
                  <a:lnTo>
                    <a:pt x="0" y="1001268"/>
                  </a:lnTo>
                  <a:lnTo>
                    <a:pt x="8739" y="1044582"/>
                  </a:lnTo>
                  <a:lnTo>
                    <a:pt x="32575" y="1079944"/>
                  </a:lnTo>
                  <a:lnTo>
                    <a:pt x="67937" y="1103780"/>
                  </a:lnTo>
                  <a:lnTo>
                    <a:pt x="111251" y="1112520"/>
                  </a:lnTo>
                  <a:lnTo>
                    <a:pt x="1685544" y="1112520"/>
                  </a:lnTo>
                  <a:lnTo>
                    <a:pt x="1728858" y="1103780"/>
                  </a:lnTo>
                  <a:lnTo>
                    <a:pt x="1764220" y="1079944"/>
                  </a:lnTo>
                  <a:lnTo>
                    <a:pt x="1788056" y="1044582"/>
                  </a:lnTo>
                  <a:lnTo>
                    <a:pt x="1796796" y="1001268"/>
                  </a:lnTo>
                  <a:lnTo>
                    <a:pt x="1796796" y="111252"/>
                  </a:lnTo>
                  <a:lnTo>
                    <a:pt x="1788056" y="67937"/>
                  </a:lnTo>
                  <a:lnTo>
                    <a:pt x="1764220" y="32575"/>
                  </a:lnTo>
                  <a:lnTo>
                    <a:pt x="1728858" y="8739"/>
                  </a:lnTo>
                  <a:lnTo>
                    <a:pt x="1685544" y="0"/>
                  </a:lnTo>
                  <a:close/>
                </a:path>
              </a:pathLst>
            </a:custGeom>
            <a:solidFill>
              <a:srgbClr val="FFFFFF">
                <a:alpha val="90194"/>
              </a:srgbClr>
            </a:solidFill>
          </p:spPr>
          <p:txBody>
            <a:bodyPr wrap="square" lIns="0" tIns="0" rIns="0" bIns="0" rtlCol="0"/>
            <a:lstStyle/>
            <a:p>
              <a:endParaRPr/>
            </a:p>
          </p:txBody>
        </p:sp>
        <p:sp>
          <p:nvSpPr>
            <p:cNvPr id="32" name="object 32"/>
            <p:cNvSpPr/>
            <p:nvPr/>
          </p:nvSpPr>
          <p:spPr>
            <a:xfrm>
              <a:off x="5823204" y="2296667"/>
              <a:ext cx="1797050" cy="1112520"/>
            </a:xfrm>
            <a:custGeom>
              <a:avLst/>
              <a:gdLst/>
              <a:ahLst/>
              <a:cxnLst/>
              <a:rect l="l" t="t" r="r" b="b"/>
              <a:pathLst>
                <a:path w="1797050" h="1112520">
                  <a:moveTo>
                    <a:pt x="0" y="111252"/>
                  </a:moveTo>
                  <a:lnTo>
                    <a:pt x="8739" y="67937"/>
                  </a:lnTo>
                  <a:lnTo>
                    <a:pt x="32575" y="32575"/>
                  </a:lnTo>
                  <a:lnTo>
                    <a:pt x="67937" y="8739"/>
                  </a:lnTo>
                  <a:lnTo>
                    <a:pt x="111251" y="0"/>
                  </a:lnTo>
                  <a:lnTo>
                    <a:pt x="1685544" y="0"/>
                  </a:lnTo>
                  <a:lnTo>
                    <a:pt x="1728858" y="8739"/>
                  </a:lnTo>
                  <a:lnTo>
                    <a:pt x="1764220" y="32575"/>
                  </a:lnTo>
                  <a:lnTo>
                    <a:pt x="1788056" y="67937"/>
                  </a:lnTo>
                  <a:lnTo>
                    <a:pt x="1796796" y="111252"/>
                  </a:lnTo>
                  <a:lnTo>
                    <a:pt x="1796796" y="1001268"/>
                  </a:lnTo>
                  <a:lnTo>
                    <a:pt x="1788056" y="1044582"/>
                  </a:lnTo>
                  <a:lnTo>
                    <a:pt x="1764220" y="1079944"/>
                  </a:lnTo>
                  <a:lnTo>
                    <a:pt x="1728858" y="1103780"/>
                  </a:lnTo>
                  <a:lnTo>
                    <a:pt x="1685544" y="1112520"/>
                  </a:lnTo>
                  <a:lnTo>
                    <a:pt x="111251" y="1112520"/>
                  </a:lnTo>
                  <a:lnTo>
                    <a:pt x="67937" y="1103780"/>
                  </a:lnTo>
                  <a:lnTo>
                    <a:pt x="32575" y="1079944"/>
                  </a:lnTo>
                  <a:lnTo>
                    <a:pt x="8739" y="1044582"/>
                  </a:lnTo>
                  <a:lnTo>
                    <a:pt x="0" y="1001268"/>
                  </a:lnTo>
                  <a:lnTo>
                    <a:pt x="0" y="111252"/>
                  </a:lnTo>
                  <a:close/>
                </a:path>
              </a:pathLst>
            </a:custGeom>
            <a:ln w="12699">
              <a:solidFill>
                <a:srgbClr val="6FAC46"/>
              </a:solidFill>
            </a:ln>
          </p:spPr>
          <p:txBody>
            <a:bodyPr wrap="square" lIns="0" tIns="0" rIns="0" bIns="0" rtlCol="0"/>
            <a:lstStyle/>
            <a:p>
              <a:endParaRPr/>
            </a:p>
          </p:txBody>
        </p:sp>
      </p:grpSp>
      <p:sp>
        <p:nvSpPr>
          <p:cNvPr id="33" name="object 33"/>
          <p:cNvSpPr txBox="1"/>
          <p:nvPr/>
        </p:nvSpPr>
        <p:spPr>
          <a:xfrm>
            <a:off x="6294501" y="2660650"/>
            <a:ext cx="85407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Franklin Gothic Medium"/>
                <a:cs typeface="Franklin Gothic Medium"/>
              </a:rPr>
              <a:t>Deri</a:t>
            </a:r>
            <a:r>
              <a:rPr sz="2000" spc="-20" dirty="0">
                <a:latin typeface="Franklin Gothic Medium"/>
                <a:cs typeface="Franklin Gothic Medium"/>
              </a:rPr>
              <a:t>v</a:t>
            </a:r>
            <a:r>
              <a:rPr sz="2000" spc="-5" dirty="0">
                <a:latin typeface="Franklin Gothic Medium"/>
                <a:cs typeface="Franklin Gothic Medium"/>
              </a:rPr>
              <a:t>ed</a:t>
            </a:r>
            <a:endParaRPr sz="2000">
              <a:latin typeface="Franklin Gothic Medium"/>
              <a:cs typeface="Franklin Gothic Medium"/>
            </a:endParaRPr>
          </a:p>
        </p:txBody>
      </p:sp>
      <p:grpSp>
        <p:nvGrpSpPr>
          <p:cNvPr id="34" name="object 34"/>
          <p:cNvGrpSpPr/>
          <p:nvPr/>
        </p:nvGrpSpPr>
        <p:grpSpPr>
          <a:xfrm>
            <a:off x="5323332" y="3793235"/>
            <a:ext cx="2577465" cy="1748155"/>
            <a:chOff x="5323332" y="3793235"/>
            <a:chExt cx="2577465" cy="1748155"/>
          </a:xfrm>
        </p:grpSpPr>
        <p:pic>
          <p:nvPicPr>
            <p:cNvPr id="35" name="object 35"/>
            <p:cNvPicPr/>
            <p:nvPr/>
          </p:nvPicPr>
          <p:blipFill>
            <a:blip r:embed="rId14" cstate="print"/>
            <a:stretch>
              <a:fillRect/>
            </a:stretch>
          </p:blipFill>
          <p:spPr>
            <a:xfrm>
              <a:off x="5323332" y="3793235"/>
              <a:ext cx="2330958" cy="1515617"/>
            </a:xfrm>
            <a:prstGeom prst="rect">
              <a:avLst/>
            </a:prstGeom>
          </p:spPr>
        </p:pic>
        <p:pic>
          <p:nvPicPr>
            <p:cNvPr id="36" name="object 36"/>
            <p:cNvPicPr/>
            <p:nvPr/>
          </p:nvPicPr>
          <p:blipFill>
            <a:blip r:embed="rId15" cstate="print"/>
            <a:stretch>
              <a:fillRect/>
            </a:stretch>
          </p:blipFill>
          <p:spPr>
            <a:xfrm>
              <a:off x="5574792" y="4032503"/>
              <a:ext cx="2325623" cy="1508760"/>
            </a:xfrm>
            <a:prstGeom prst="rect">
              <a:avLst/>
            </a:prstGeom>
          </p:spPr>
        </p:pic>
        <p:pic>
          <p:nvPicPr>
            <p:cNvPr id="37" name="object 37"/>
            <p:cNvPicPr/>
            <p:nvPr/>
          </p:nvPicPr>
          <p:blipFill>
            <a:blip r:embed="rId16" cstate="print"/>
            <a:stretch>
              <a:fillRect/>
            </a:stretch>
          </p:blipFill>
          <p:spPr>
            <a:xfrm>
              <a:off x="5553456" y="4158995"/>
              <a:ext cx="1682496" cy="1296924"/>
            </a:xfrm>
            <a:prstGeom prst="rect">
              <a:avLst/>
            </a:prstGeom>
          </p:spPr>
        </p:pic>
        <p:sp>
          <p:nvSpPr>
            <p:cNvPr id="38" name="object 38"/>
            <p:cNvSpPr/>
            <p:nvPr/>
          </p:nvSpPr>
          <p:spPr>
            <a:xfrm>
              <a:off x="5602224" y="4059935"/>
              <a:ext cx="2239010" cy="1422400"/>
            </a:xfrm>
            <a:custGeom>
              <a:avLst/>
              <a:gdLst/>
              <a:ahLst/>
              <a:cxnLst/>
              <a:rect l="l" t="t" r="r" b="b"/>
              <a:pathLst>
                <a:path w="2239009" h="1422400">
                  <a:moveTo>
                    <a:pt x="2096516" y="0"/>
                  </a:moveTo>
                  <a:lnTo>
                    <a:pt x="142239" y="0"/>
                  </a:lnTo>
                  <a:lnTo>
                    <a:pt x="97259" y="7246"/>
                  </a:lnTo>
                  <a:lnTo>
                    <a:pt x="58210" y="27427"/>
                  </a:lnTo>
                  <a:lnTo>
                    <a:pt x="27427" y="58210"/>
                  </a:lnTo>
                  <a:lnTo>
                    <a:pt x="7246" y="97259"/>
                  </a:lnTo>
                  <a:lnTo>
                    <a:pt x="0" y="142239"/>
                  </a:lnTo>
                  <a:lnTo>
                    <a:pt x="0" y="1279652"/>
                  </a:lnTo>
                  <a:lnTo>
                    <a:pt x="7246" y="1324632"/>
                  </a:lnTo>
                  <a:lnTo>
                    <a:pt x="27427" y="1363681"/>
                  </a:lnTo>
                  <a:lnTo>
                    <a:pt x="58210" y="1394464"/>
                  </a:lnTo>
                  <a:lnTo>
                    <a:pt x="97259" y="1414645"/>
                  </a:lnTo>
                  <a:lnTo>
                    <a:pt x="142239" y="1421892"/>
                  </a:lnTo>
                  <a:lnTo>
                    <a:pt x="2096516" y="1421892"/>
                  </a:lnTo>
                  <a:lnTo>
                    <a:pt x="2141496" y="1414645"/>
                  </a:lnTo>
                  <a:lnTo>
                    <a:pt x="2180545" y="1394464"/>
                  </a:lnTo>
                  <a:lnTo>
                    <a:pt x="2211328" y="1363681"/>
                  </a:lnTo>
                  <a:lnTo>
                    <a:pt x="2231509" y="1324632"/>
                  </a:lnTo>
                  <a:lnTo>
                    <a:pt x="2238755" y="1279652"/>
                  </a:lnTo>
                  <a:lnTo>
                    <a:pt x="2238755" y="142239"/>
                  </a:lnTo>
                  <a:lnTo>
                    <a:pt x="2231509" y="97259"/>
                  </a:lnTo>
                  <a:lnTo>
                    <a:pt x="2211328" y="58210"/>
                  </a:lnTo>
                  <a:lnTo>
                    <a:pt x="2180545" y="27427"/>
                  </a:lnTo>
                  <a:lnTo>
                    <a:pt x="2141496" y="7246"/>
                  </a:lnTo>
                  <a:lnTo>
                    <a:pt x="2096516" y="0"/>
                  </a:lnTo>
                  <a:close/>
                </a:path>
              </a:pathLst>
            </a:custGeom>
            <a:solidFill>
              <a:srgbClr val="FFFFFF">
                <a:alpha val="90194"/>
              </a:srgbClr>
            </a:solidFill>
          </p:spPr>
          <p:txBody>
            <a:bodyPr wrap="square" lIns="0" tIns="0" rIns="0" bIns="0" rtlCol="0"/>
            <a:lstStyle/>
            <a:p>
              <a:endParaRPr/>
            </a:p>
          </p:txBody>
        </p:sp>
        <p:sp>
          <p:nvSpPr>
            <p:cNvPr id="39" name="object 39"/>
            <p:cNvSpPr/>
            <p:nvPr/>
          </p:nvSpPr>
          <p:spPr>
            <a:xfrm>
              <a:off x="5602224" y="4059935"/>
              <a:ext cx="2239010" cy="1422400"/>
            </a:xfrm>
            <a:custGeom>
              <a:avLst/>
              <a:gdLst/>
              <a:ahLst/>
              <a:cxnLst/>
              <a:rect l="l" t="t" r="r" b="b"/>
              <a:pathLst>
                <a:path w="2239009" h="1422400">
                  <a:moveTo>
                    <a:pt x="0" y="142239"/>
                  </a:moveTo>
                  <a:lnTo>
                    <a:pt x="7246" y="97259"/>
                  </a:lnTo>
                  <a:lnTo>
                    <a:pt x="27427" y="58210"/>
                  </a:lnTo>
                  <a:lnTo>
                    <a:pt x="58210" y="27427"/>
                  </a:lnTo>
                  <a:lnTo>
                    <a:pt x="97259" y="7246"/>
                  </a:lnTo>
                  <a:lnTo>
                    <a:pt x="142239" y="0"/>
                  </a:lnTo>
                  <a:lnTo>
                    <a:pt x="2096516" y="0"/>
                  </a:lnTo>
                  <a:lnTo>
                    <a:pt x="2141496" y="7246"/>
                  </a:lnTo>
                  <a:lnTo>
                    <a:pt x="2180545" y="27427"/>
                  </a:lnTo>
                  <a:lnTo>
                    <a:pt x="2211328" y="58210"/>
                  </a:lnTo>
                  <a:lnTo>
                    <a:pt x="2231509" y="97259"/>
                  </a:lnTo>
                  <a:lnTo>
                    <a:pt x="2238755" y="142239"/>
                  </a:lnTo>
                  <a:lnTo>
                    <a:pt x="2238755" y="1279652"/>
                  </a:lnTo>
                  <a:lnTo>
                    <a:pt x="2231509" y="1324632"/>
                  </a:lnTo>
                  <a:lnTo>
                    <a:pt x="2211328" y="1363681"/>
                  </a:lnTo>
                  <a:lnTo>
                    <a:pt x="2180545" y="1394464"/>
                  </a:lnTo>
                  <a:lnTo>
                    <a:pt x="2141496" y="1414645"/>
                  </a:lnTo>
                  <a:lnTo>
                    <a:pt x="2096516" y="1421892"/>
                  </a:lnTo>
                  <a:lnTo>
                    <a:pt x="142239" y="1421892"/>
                  </a:lnTo>
                  <a:lnTo>
                    <a:pt x="97259" y="1414645"/>
                  </a:lnTo>
                  <a:lnTo>
                    <a:pt x="58210" y="1394464"/>
                  </a:lnTo>
                  <a:lnTo>
                    <a:pt x="27427" y="1363681"/>
                  </a:lnTo>
                  <a:lnTo>
                    <a:pt x="7246" y="1324632"/>
                  </a:lnTo>
                  <a:lnTo>
                    <a:pt x="0" y="1279652"/>
                  </a:lnTo>
                  <a:lnTo>
                    <a:pt x="0" y="142239"/>
                  </a:lnTo>
                  <a:close/>
                </a:path>
              </a:pathLst>
            </a:custGeom>
            <a:ln w="12700">
              <a:solidFill>
                <a:srgbClr val="C00000"/>
              </a:solidFill>
            </a:ln>
          </p:spPr>
          <p:txBody>
            <a:bodyPr wrap="square" lIns="0" tIns="0" rIns="0" bIns="0" rtlCol="0"/>
            <a:lstStyle/>
            <a:p>
              <a:endParaRPr/>
            </a:p>
          </p:txBody>
        </p:sp>
      </p:grpSp>
      <p:sp>
        <p:nvSpPr>
          <p:cNvPr id="40" name="object 40"/>
          <p:cNvSpPr txBox="1"/>
          <p:nvPr/>
        </p:nvSpPr>
        <p:spPr>
          <a:xfrm>
            <a:off x="5707760" y="4164939"/>
            <a:ext cx="1345565" cy="1104900"/>
          </a:xfrm>
          <a:prstGeom prst="rect">
            <a:avLst/>
          </a:prstGeom>
        </p:spPr>
        <p:txBody>
          <a:bodyPr vert="horz" wrap="square" lIns="0" tIns="67310" rIns="0" bIns="0" rtlCol="0">
            <a:spAutoFit/>
          </a:bodyPr>
          <a:lstStyle/>
          <a:p>
            <a:pPr marL="290830" indent="-278765">
              <a:lnSpc>
                <a:spcPct val="100000"/>
              </a:lnSpc>
              <a:spcBef>
                <a:spcPts val="530"/>
              </a:spcBef>
              <a:buAutoNum type="arabicPeriod"/>
              <a:tabLst>
                <a:tab pos="291465" algn="l"/>
              </a:tabLst>
            </a:pPr>
            <a:r>
              <a:rPr sz="2000" spc="-10" dirty="0">
                <a:latin typeface="Franklin Gothic Medium"/>
                <a:cs typeface="Franklin Gothic Medium"/>
              </a:rPr>
              <a:t>Arrays</a:t>
            </a:r>
            <a:endParaRPr sz="2000">
              <a:latin typeface="Franklin Gothic Medium"/>
              <a:cs typeface="Franklin Gothic Medium"/>
            </a:endParaRPr>
          </a:p>
          <a:p>
            <a:pPr marL="286385" indent="-274320">
              <a:lnSpc>
                <a:spcPct val="100000"/>
              </a:lnSpc>
              <a:spcBef>
                <a:spcPts val="430"/>
              </a:spcBef>
              <a:buAutoNum type="arabicPeriod"/>
              <a:tabLst>
                <a:tab pos="287020" algn="l"/>
              </a:tabLst>
            </a:pPr>
            <a:r>
              <a:rPr sz="2000" spc="-10" dirty="0">
                <a:latin typeface="Franklin Gothic Medium"/>
                <a:cs typeface="Franklin Gothic Medium"/>
              </a:rPr>
              <a:t>Functions</a:t>
            </a:r>
            <a:endParaRPr sz="2000">
              <a:latin typeface="Franklin Gothic Medium"/>
              <a:cs typeface="Franklin Gothic Medium"/>
            </a:endParaRPr>
          </a:p>
          <a:p>
            <a:pPr marL="286385" indent="-274320">
              <a:lnSpc>
                <a:spcPct val="100000"/>
              </a:lnSpc>
              <a:spcBef>
                <a:spcPts val="434"/>
              </a:spcBef>
              <a:buAutoNum type="arabicPeriod"/>
              <a:tabLst>
                <a:tab pos="287020" algn="l"/>
              </a:tabLst>
            </a:pPr>
            <a:r>
              <a:rPr sz="2000" spc="-5" dirty="0">
                <a:latin typeface="Franklin Gothic Medium"/>
                <a:cs typeface="Franklin Gothic Medium"/>
              </a:rPr>
              <a:t>Pointers</a:t>
            </a:r>
            <a:endParaRPr sz="2000">
              <a:latin typeface="Franklin Gothic Medium"/>
              <a:cs typeface="Franklin Gothic Medium"/>
            </a:endParaRPr>
          </a:p>
        </p:txBody>
      </p:sp>
      <p:grpSp>
        <p:nvGrpSpPr>
          <p:cNvPr id="41" name="object 41"/>
          <p:cNvGrpSpPr/>
          <p:nvPr/>
        </p:nvGrpSpPr>
        <p:grpSpPr>
          <a:xfrm>
            <a:off x="8333231" y="2029967"/>
            <a:ext cx="2028825" cy="1412875"/>
            <a:chOff x="8333231" y="2029967"/>
            <a:chExt cx="2028825" cy="1412875"/>
          </a:xfrm>
        </p:grpSpPr>
        <p:pic>
          <p:nvPicPr>
            <p:cNvPr id="42" name="object 42"/>
            <p:cNvPicPr/>
            <p:nvPr/>
          </p:nvPicPr>
          <p:blipFill>
            <a:blip r:embed="rId17" cstate="print"/>
            <a:stretch>
              <a:fillRect/>
            </a:stretch>
          </p:blipFill>
          <p:spPr>
            <a:xfrm>
              <a:off x="8333231" y="2029967"/>
              <a:ext cx="1782318" cy="1180338"/>
            </a:xfrm>
            <a:prstGeom prst="rect">
              <a:avLst/>
            </a:prstGeom>
          </p:spPr>
        </p:pic>
        <p:pic>
          <p:nvPicPr>
            <p:cNvPr id="43" name="object 43"/>
            <p:cNvPicPr/>
            <p:nvPr/>
          </p:nvPicPr>
          <p:blipFill>
            <a:blip r:embed="rId18" cstate="print"/>
            <a:stretch>
              <a:fillRect/>
            </a:stretch>
          </p:blipFill>
          <p:spPr>
            <a:xfrm>
              <a:off x="8584691" y="2269235"/>
              <a:ext cx="1776983" cy="1173480"/>
            </a:xfrm>
            <a:prstGeom prst="rect">
              <a:avLst/>
            </a:prstGeom>
          </p:spPr>
        </p:pic>
        <p:pic>
          <p:nvPicPr>
            <p:cNvPr id="44" name="object 44"/>
            <p:cNvPicPr/>
            <p:nvPr/>
          </p:nvPicPr>
          <p:blipFill>
            <a:blip r:embed="rId19" cstate="print"/>
            <a:stretch>
              <a:fillRect/>
            </a:stretch>
          </p:blipFill>
          <p:spPr>
            <a:xfrm>
              <a:off x="8607551" y="2587739"/>
              <a:ext cx="1729740" cy="579132"/>
            </a:xfrm>
            <a:prstGeom prst="rect">
              <a:avLst/>
            </a:prstGeom>
          </p:spPr>
        </p:pic>
        <p:sp>
          <p:nvSpPr>
            <p:cNvPr id="45" name="object 45"/>
            <p:cNvSpPr/>
            <p:nvPr/>
          </p:nvSpPr>
          <p:spPr>
            <a:xfrm>
              <a:off x="8612123" y="2296667"/>
              <a:ext cx="1690370" cy="1087120"/>
            </a:xfrm>
            <a:custGeom>
              <a:avLst/>
              <a:gdLst/>
              <a:ahLst/>
              <a:cxnLst/>
              <a:rect l="l" t="t" r="r" b="b"/>
              <a:pathLst>
                <a:path w="1690370" h="1087120">
                  <a:moveTo>
                    <a:pt x="1581403" y="0"/>
                  </a:moveTo>
                  <a:lnTo>
                    <a:pt x="108711" y="0"/>
                  </a:lnTo>
                  <a:lnTo>
                    <a:pt x="66383" y="8538"/>
                  </a:lnTo>
                  <a:lnTo>
                    <a:pt x="31829" y="31829"/>
                  </a:lnTo>
                  <a:lnTo>
                    <a:pt x="8538" y="66383"/>
                  </a:lnTo>
                  <a:lnTo>
                    <a:pt x="0" y="108712"/>
                  </a:lnTo>
                  <a:lnTo>
                    <a:pt x="0" y="977900"/>
                  </a:lnTo>
                  <a:lnTo>
                    <a:pt x="8538" y="1020228"/>
                  </a:lnTo>
                  <a:lnTo>
                    <a:pt x="31829" y="1054782"/>
                  </a:lnTo>
                  <a:lnTo>
                    <a:pt x="66383" y="1078073"/>
                  </a:lnTo>
                  <a:lnTo>
                    <a:pt x="108711" y="1086612"/>
                  </a:lnTo>
                  <a:lnTo>
                    <a:pt x="1581403" y="1086612"/>
                  </a:lnTo>
                  <a:lnTo>
                    <a:pt x="1623732" y="1078073"/>
                  </a:lnTo>
                  <a:lnTo>
                    <a:pt x="1658286" y="1054782"/>
                  </a:lnTo>
                  <a:lnTo>
                    <a:pt x="1681577" y="1020228"/>
                  </a:lnTo>
                  <a:lnTo>
                    <a:pt x="1690116" y="977900"/>
                  </a:lnTo>
                  <a:lnTo>
                    <a:pt x="1690116" y="108712"/>
                  </a:lnTo>
                  <a:lnTo>
                    <a:pt x="1681577" y="66383"/>
                  </a:lnTo>
                  <a:lnTo>
                    <a:pt x="1658286" y="31829"/>
                  </a:lnTo>
                  <a:lnTo>
                    <a:pt x="1623732" y="8538"/>
                  </a:lnTo>
                  <a:lnTo>
                    <a:pt x="1581403" y="0"/>
                  </a:lnTo>
                  <a:close/>
                </a:path>
              </a:pathLst>
            </a:custGeom>
            <a:solidFill>
              <a:srgbClr val="FFFFFF">
                <a:alpha val="90194"/>
              </a:srgbClr>
            </a:solidFill>
          </p:spPr>
          <p:txBody>
            <a:bodyPr wrap="square" lIns="0" tIns="0" rIns="0" bIns="0" rtlCol="0"/>
            <a:lstStyle/>
            <a:p>
              <a:endParaRPr/>
            </a:p>
          </p:txBody>
        </p:sp>
        <p:sp>
          <p:nvSpPr>
            <p:cNvPr id="46" name="object 46"/>
            <p:cNvSpPr/>
            <p:nvPr/>
          </p:nvSpPr>
          <p:spPr>
            <a:xfrm>
              <a:off x="8612123" y="2296667"/>
              <a:ext cx="1690370" cy="1087120"/>
            </a:xfrm>
            <a:custGeom>
              <a:avLst/>
              <a:gdLst/>
              <a:ahLst/>
              <a:cxnLst/>
              <a:rect l="l" t="t" r="r" b="b"/>
              <a:pathLst>
                <a:path w="1690370" h="1087120">
                  <a:moveTo>
                    <a:pt x="0" y="108712"/>
                  </a:moveTo>
                  <a:lnTo>
                    <a:pt x="8538" y="66383"/>
                  </a:lnTo>
                  <a:lnTo>
                    <a:pt x="31829" y="31829"/>
                  </a:lnTo>
                  <a:lnTo>
                    <a:pt x="66383" y="8538"/>
                  </a:lnTo>
                  <a:lnTo>
                    <a:pt x="108711" y="0"/>
                  </a:lnTo>
                  <a:lnTo>
                    <a:pt x="1581403" y="0"/>
                  </a:lnTo>
                  <a:lnTo>
                    <a:pt x="1623732" y="8538"/>
                  </a:lnTo>
                  <a:lnTo>
                    <a:pt x="1658286" y="31829"/>
                  </a:lnTo>
                  <a:lnTo>
                    <a:pt x="1681577" y="66383"/>
                  </a:lnTo>
                  <a:lnTo>
                    <a:pt x="1690116" y="108712"/>
                  </a:lnTo>
                  <a:lnTo>
                    <a:pt x="1690116" y="977900"/>
                  </a:lnTo>
                  <a:lnTo>
                    <a:pt x="1681577" y="1020228"/>
                  </a:lnTo>
                  <a:lnTo>
                    <a:pt x="1658286" y="1054782"/>
                  </a:lnTo>
                  <a:lnTo>
                    <a:pt x="1623732" y="1078073"/>
                  </a:lnTo>
                  <a:lnTo>
                    <a:pt x="1581403" y="1086612"/>
                  </a:lnTo>
                  <a:lnTo>
                    <a:pt x="108711" y="1086612"/>
                  </a:lnTo>
                  <a:lnTo>
                    <a:pt x="66383" y="1078073"/>
                  </a:lnTo>
                  <a:lnTo>
                    <a:pt x="31829" y="1054782"/>
                  </a:lnTo>
                  <a:lnTo>
                    <a:pt x="8538" y="1020228"/>
                  </a:lnTo>
                  <a:lnTo>
                    <a:pt x="0" y="977900"/>
                  </a:lnTo>
                  <a:lnTo>
                    <a:pt x="0" y="108712"/>
                  </a:lnTo>
                  <a:close/>
                </a:path>
              </a:pathLst>
            </a:custGeom>
            <a:ln w="12700">
              <a:solidFill>
                <a:srgbClr val="6FAC46"/>
              </a:solidFill>
            </a:ln>
          </p:spPr>
          <p:txBody>
            <a:bodyPr wrap="square" lIns="0" tIns="0" rIns="0" bIns="0" rtlCol="0"/>
            <a:lstStyle/>
            <a:p>
              <a:endParaRPr/>
            </a:p>
          </p:txBody>
        </p:sp>
      </p:grpSp>
      <p:sp>
        <p:nvSpPr>
          <p:cNvPr id="47" name="object 47"/>
          <p:cNvSpPr txBox="1"/>
          <p:nvPr/>
        </p:nvSpPr>
        <p:spPr>
          <a:xfrm>
            <a:off x="8761856" y="2647569"/>
            <a:ext cx="1392555"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Franklin Gothic Medium"/>
                <a:cs typeface="Franklin Gothic Medium"/>
              </a:rPr>
              <a:t>User-defined</a:t>
            </a:r>
            <a:endParaRPr sz="2000">
              <a:latin typeface="Franklin Gothic Medium"/>
              <a:cs typeface="Franklin Gothic Medium"/>
            </a:endParaRPr>
          </a:p>
        </p:txBody>
      </p:sp>
      <p:grpSp>
        <p:nvGrpSpPr>
          <p:cNvPr id="48" name="object 48"/>
          <p:cNvGrpSpPr/>
          <p:nvPr/>
        </p:nvGrpSpPr>
        <p:grpSpPr>
          <a:xfrm>
            <a:off x="8058911" y="3767328"/>
            <a:ext cx="2577465" cy="1748155"/>
            <a:chOff x="8058911" y="3767328"/>
            <a:chExt cx="2577465" cy="1748155"/>
          </a:xfrm>
        </p:grpSpPr>
        <p:pic>
          <p:nvPicPr>
            <p:cNvPr id="49" name="object 49"/>
            <p:cNvPicPr/>
            <p:nvPr/>
          </p:nvPicPr>
          <p:blipFill>
            <a:blip r:embed="rId20" cstate="print"/>
            <a:stretch>
              <a:fillRect/>
            </a:stretch>
          </p:blipFill>
          <p:spPr>
            <a:xfrm>
              <a:off x="8058911" y="3767328"/>
              <a:ext cx="2332481" cy="1515618"/>
            </a:xfrm>
            <a:prstGeom prst="rect">
              <a:avLst/>
            </a:prstGeom>
          </p:spPr>
        </p:pic>
        <p:pic>
          <p:nvPicPr>
            <p:cNvPr id="50" name="object 50"/>
            <p:cNvPicPr/>
            <p:nvPr/>
          </p:nvPicPr>
          <p:blipFill>
            <a:blip r:embed="rId15" cstate="print"/>
            <a:stretch>
              <a:fillRect/>
            </a:stretch>
          </p:blipFill>
          <p:spPr>
            <a:xfrm>
              <a:off x="8310371" y="4006596"/>
              <a:ext cx="2325624" cy="1508759"/>
            </a:xfrm>
            <a:prstGeom prst="rect">
              <a:avLst/>
            </a:prstGeom>
          </p:spPr>
        </p:pic>
        <p:pic>
          <p:nvPicPr>
            <p:cNvPr id="51" name="object 51"/>
            <p:cNvPicPr/>
            <p:nvPr/>
          </p:nvPicPr>
          <p:blipFill>
            <a:blip r:embed="rId21" cstate="print"/>
            <a:stretch>
              <a:fillRect/>
            </a:stretch>
          </p:blipFill>
          <p:spPr>
            <a:xfrm>
              <a:off x="8290559" y="4133088"/>
              <a:ext cx="1760220" cy="1296924"/>
            </a:xfrm>
            <a:prstGeom prst="rect">
              <a:avLst/>
            </a:prstGeom>
          </p:spPr>
        </p:pic>
        <p:sp>
          <p:nvSpPr>
            <p:cNvPr id="52" name="object 52"/>
            <p:cNvSpPr/>
            <p:nvPr/>
          </p:nvSpPr>
          <p:spPr>
            <a:xfrm>
              <a:off x="8337803" y="4034028"/>
              <a:ext cx="2239010" cy="1422400"/>
            </a:xfrm>
            <a:custGeom>
              <a:avLst/>
              <a:gdLst/>
              <a:ahLst/>
              <a:cxnLst/>
              <a:rect l="l" t="t" r="r" b="b"/>
              <a:pathLst>
                <a:path w="2239009" h="1422400">
                  <a:moveTo>
                    <a:pt x="2096516" y="0"/>
                  </a:moveTo>
                  <a:lnTo>
                    <a:pt x="142240" y="0"/>
                  </a:lnTo>
                  <a:lnTo>
                    <a:pt x="97259" y="7246"/>
                  </a:lnTo>
                  <a:lnTo>
                    <a:pt x="58210" y="27427"/>
                  </a:lnTo>
                  <a:lnTo>
                    <a:pt x="27427" y="58210"/>
                  </a:lnTo>
                  <a:lnTo>
                    <a:pt x="7246" y="97259"/>
                  </a:lnTo>
                  <a:lnTo>
                    <a:pt x="0" y="142240"/>
                  </a:lnTo>
                  <a:lnTo>
                    <a:pt x="0" y="1279652"/>
                  </a:lnTo>
                  <a:lnTo>
                    <a:pt x="7246" y="1324632"/>
                  </a:lnTo>
                  <a:lnTo>
                    <a:pt x="27427" y="1363681"/>
                  </a:lnTo>
                  <a:lnTo>
                    <a:pt x="58210" y="1394464"/>
                  </a:lnTo>
                  <a:lnTo>
                    <a:pt x="97259" y="1414645"/>
                  </a:lnTo>
                  <a:lnTo>
                    <a:pt x="142240" y="1421892"/>
                  </a:lnTo>
                  <a:lnTo>
                    <a:pt x="2096516" y="1421892"/>
                  </a:lnTo>
                  <a:lnTo>
                    <a:pt x="2141496" y="1414645"/>
                  </a:lnTo>
                  <a:lnTo>
                    <a:pt x="2180545" y="1394464"/>
                  </a:lnTo>
                  <a:lnTo>
                    <a:pt x="2211328" y="1363681"/>
                  </a:lnTo>
                  <a:lnTo>
                    <a:pt x="2231509" y="1324632"/>
                  </a:lnTo>
                  <a:lnTo>
                    <a:pt x="2238755" y="1279652"/>
                  </a:lnTo>
                  <a:lnTo>
                    <a:pt x="2238755" y="142240"/>
                  </a:lnTo>
                  <a:lnTo>
                    <a:pt x="2231509" y="97259"/>
                  </a:lnTo>
                  <a:lnTo>
                    <a:pt x="2211328" y="58210"/>
                  </a:lnTo>
                  <a:lnTo>
                    <a:pt x="2180545" y="27427"/>
                  </a:lnTo>
                  <a:lnTo>
                    <a:pt x="2141496" y="7246"/>
                  </a:lnTo>
                  <a:lnTo>
                    <a:pt x="2096516" y="0"/>
                  </a:lnTo>
                  <a:close/>
                </a:path>
              </a:pathLst>
            </a:custGeom>
            <a:solidFill>
              <a:srgbClr val="FFFFFF">
                <a:alpha val="90194"/>
              </a:srgbClr>
            </a:solidFill>
          </p:spPr>
          <p:txBody>
            <a:bodyPr wrap="square" lIns="0" tIns="0" rIns="0" bIns="0" rtlCol="0"/>
            <a:lstStyle/>
            <a:p>
              <a:endParaRPr/>
            </a:p>
          </p:txBody>
        </p:sp>
        <p:sp>
          <p:nvSpPr>
            <p:cNvPr id="53" name="object 53"/>
            <p:cNvSpPr/>
            <p:nvPr/>
          </p:nvSpPr>
          <p:spPr>
            <a:xfrm>
              <a:off x="8337803" y="4034028"/>
              <a:ext cx="2239010" cy="1422400"/>
            </a:xfrm>
            <a:custGeom>
              <a:avLst/>
              <a:gdLst/>
              <a:ahLst/>
              <a:cxnLst/>
              <a:rect l="l" t="t" r="r" b="b"/>
              <a:pathLst>
                <a:path w="2239009" h="1422400">
                  <a:moveTo>
                    <a:pt x="0" y="142240"/>
                  </a:moveTo>
                  <a:lnTo>
                    <a:pt x="7246" y="97259"/>
                  </a:lnTo>
                  <a:lnTo>
                    <a:pt x="27427" y="58210"/>
                  </a:lnTo>
                  <a:lnTo>
                    <a:pt x="58210" y="27427"/>
                  </a:lnTo>
                  <a:lnTo>
                    <a:pt x="97259" y="7246"/>
                  </a:lnTo>
                  <a:lnTo>
                    <a:pt x="142240" y="0"/>
                  </a:lnTo>
                  <a:lnTo>
                    <a:pt x="2096516" y="0"/>
                  </a:lnTo>
                  <a:lnTo>
                    <a:pt x="2141496" y="7246"/>
                  </a:lnTo>
                  <a:lnTo>
                    <a:pt x="2180545" y="27427"/>
                  </a:lnTo>
                  <a:lnTo>
                    <a:pt x="2211328" y="58210"/>
                  </a:lnTo>
                  <a:lnTo>
                    <a:pt x="2231509" y="97259"/>
                  </a:lnTo>
                  <a:lnTo>
                    <a:pt x="2238755" y="142240"/>
                  </a:lnTo>
                  <a:lnTo>
                    <a:pt x="2238755" y="1279652"/>
                  </a:lnTo>
                  <a:lnTo>
                    <a:pt x="2231509" y="1324632"/>
                  </a:lnTo>
                  <a:lnTo>
                    <a:pt x="2211328" y="1363681"/>
                  </a:lnTo>
                  <a:lnTo>
                    <a:pt x="2180545" y="1394464"/>
                  </a:lnTo>
                  <a:lnTo>
                    <a:pt x="2141496" y="1414645"/>
                  </a:lnTo>
                  <a:lnTo>
                    <a:pt x="2096516" y="1421892"/>
                  </a:lnTo>
                  <a:lnTo>
                    <a:pt x="142240" y="1421892"/>
                  </a:lnTo>
                  <a:lnTo>
                    <a:pt x="97259" y="1414645"/>
                  </a:lnTo>
                  <a:lnTo>
                    <a:pt x="58210" y="1394464"/>
                  </a:lnTo>
                  <a:lnTo>
                    <a:pt x="27427" y="1363681"/>
                  </a:lnTo>
                  <a:lnTo>
                    <a:pt x="7246" y="1324632"/>
                  </a:lnTo>
                  <a:lnTo>
                    <a:pt x="0" y="1279652"/>
                  </a:lnTo>
                  <a:lnTo>
                    <a:pt x="0" y="142240"/>
                  </a:lnTo>
                  <a:close/>
                </a:path>
              </a:pathLst>
            </a:custGeom>
            <a:ln w="12700">
              <a:solidFill>
                <a:srgbClr val="C00000"/>
              </a:solidFill>
            </a:ln>
          </p:spPr>
          <p:txBody>
            <a:bodyPr wrap="square" lIns="0" tIns="0" rIns="0" bIns="0" rtlCol="0"/>
            <a:lstStyle/>
            <a:p>
              <a:endParaRPr/>
            </a:p>
          </p:txBody>
        </p:sp>
      </p:grpSp>
      <p:sp>
        <p:nvSpPr>
          <p:cNvPr id="54" name="object 54"/>
          <p:cNvSpPr txBox="1"/>
          <p:nvPr/>
        </p:nvSpPr>
        <p:spPr>
          <a:xfrm>
            <a:off x="8443976" y="4139020"/>
            <a:ext cx="1421130" cy="1104900"/>
          </a:xfrm>
          <a:prstGeom prst="rect">
            <a:avLst/>
          </a:prstGeom>
        </p:spPr>
        <p:txBody>
          <a:bodyPr vert="horz" wrap="square" lIns="0" tIns="66675" rIns="0" bIns="0" rtlCol="0">
            <a:spAutoFit/>
          </a:bodyPr>
          <a:lstStyle/>
          <a:p>
            <a:pPr marL="290830" indent="-278765">
              <a:lnSpc>
                <a:spcPct val="100000"/>
              </a:lnSpc>
              <a:spcBef>
                <a:spcPts val="525"/>
              </a:spcBef>
              <a:buAutoNum type="arabicPeriod"/>
              <a:tabLst>
                <a:tab pos="291465" algn="l"/>
              </a:tabLst>
            </a:pPr>
            <a:r>
              <a:rPr sz="2000" spc="-10" dirty="0">
                <a:latin typeface="Franklin Gothic Medium"/>
                <a:cs typeface="Franklin Gothic Medium"/>
              </a:rPr>
              <a:t>Structures</a:t>
            </a:r>
            <a:endParaRPr sz="2000">
              <a:latin typeface="Franklin Gothic Medium"/>
              <a:cs typeface="Franklin Gothic Medium"/>
            </a:endParaRPr>
          </a:p>
          <a:p>
            <a:pPr marL="286385" indent="-274320">
              <a:lnSpc>
                <a:spcPct val="100000"/>
              </a:lnSpc>
              <a:spcBef>
                <a:spcPts val="434"/>
              </a:spcBef>
              <a:buAutoNum type="arabicPeriod"/>
              <a:tabLst>
                <a:tab pos="287020" algn="l"/>
              </a:tabLst>
            </a:pPr>
            <a:r>
              <a:rPr sz="2000" spc="-5" dirty="0">
                <a:latin typeface="Franklin Gothic Medium"/>
                <a:cs typeface="Franklin Gothic Medium"/>
              </a:rPr>
              <a:t>Union</a:t>
            </a:r>
            <a:endParaRPr sz="2000">
              <a:latin typeface="Franklin Gothic Medium"/>
              <a:cs typeface="Franklin Gothic Medium"/>
            </a:endParaRPr>
          </a:p>
          <a:p>
            <a:pPr marL="286385" indent="-274320">
              <a:lnSpc>
                <a:spcPct val="100000"/>
              </a:lnSpc>
              <a:spcBef>
                <a:spcPts val="434"/>
              </a:spcBef>
              <a:buAutoNum type="arabicPeriod"/>
              <a:tabLst>
                <a:tab pos="287020" algn="l"/>
              </a:tabLst>
            </a:pPr>
            <a:r>
              <a:rPr sz="2000" dirty="0">
                <a:latin typeface="Franklin Gothic Medium"/>
                <a:cs typeface="Franklin Gothic Medium"/>
              </a:rPr>
              <a:t>Enum</a:t>
            </a:r>
            <a:endParaRPr sz="2000">
              <a:latin typeface="Franklin Gothic Medium"/>
              <a:cs typeface="Franklin Gothic Medium"/>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84" y="202819"/>
            <a:ext cx="5969000" cy="391160"/>
          </a:xfrm>
          <a:prstGeom prst="rect">
            <a:avLst/>
          </a:prstGeom>
        </p:spPr>
        <p:txBody>
          <a:bodyPr vert="horz" wrap="square" lIns="0" tIns="12700" rIns="0" bIns="0" rtlCol="0">
            <a:spAutoFit/>
          </a:bodyPr>
          <a:lstStyle/>
          <a:p>
            <a:pPr marL="12700">
              <a:lnSpc>
                <a:spcPct val="100000"/>
              </a:lnSpc>
              <a:spcBef>
                <a:spcPts val="100"/>
              </a:spcBef>
            </a:pPr>
            <a:r>
              <a:rPr sz="2400" dirty="0"/>
              <a:t>Data</a:t>
            </a:r>
            <a:r>
              <a:rPr sz="2400" spc="-40" dirty="0"/>
              <a:t> </a:t>
            </a:r>
            <a:r>
              <a:rPr sz="2400" spc="-20" dirty="0"/>
              <a:t>Types</a:t>
            </a:r>
            <a:r>
              <a:rPr sz="2400" spc="-30" dirty="0"/>
              <a:t> </a:t>
            </a:r>
            <a:r>
              <a:rPr sz="2400" dirty="0"/>
              <a:t>-</a:t>
            </a:r>
            <a:r>
              <a:rPr sz="2400" spc="-10" dirty="0"/>
              <a:t> </a:t>
            </a:r>
            <a:r>
              <a:rPr sz="2400" spc="10" dirty="0">
                <a:solidFill>
                  <a:srgbClr val="000099"/>
                </a:solidFill>
              </a:rPr>
              <a:t>Primary</a:t>
            </a:r>
            <a:r>
              <a:rPr sz="2400" spc="-55" dirty="0">
                <a:solidFill>
                  <a:srgbClr val="000099"/>
                </a:solidFill>
              </a:rPr>
              <a:t> </a:t>
            </a:r>
            <a:r>
              <a:rPr sz="2400" spc="-5" dirty="0">
                <a:solidFill>
                  <a:srgbClr val="000099"/>
                </a:solidFill>
              </a:rPr>
              <a:t>(Fundamental)</a:t>
            </a:r>
            <a:r>
              <a:rPr sz="2400" spc="-45" dirty="0">
                <a:solidFill>
                  <a:srgbClr val="000099"/>
                </a:solidFill>
              </a:rPr>
              <a:t> </a:t>
            </a:r>
            <a:r>
              <a:rPr sz="2400" dirty="0">
                <a:solidFill>
                  <a:srgbClr val="000099"/>
                </a:solidFill>
              </a:rPr>
              <a:t>Datatype</a:t>
            </a:r>
            <a:endParaRPr sz="2400"/>
          </a:p>
        </p:txBody>
      </p:sp>
      <p:graphicFrame>
        <p:nvGraphicFramePr>
          <p:cNvPr id="3" name="object 3"/>
          <p:cNvGraphicFramePr>
            <a:graphicFrameLocks noGrp="1"/>
          </p:cNvGraphicFramePr>
          <p:nvPr/>
        </p:nvGraphicFramePr>
        <p:xfrm>
          <a:off x="1025397" y="1374139"/>
          <a:ext cx="9183370" cy="3789042"/>
        </p:xfrm>
        <a:graphic>
          <a:graphicData uri="http://schemas.openxmlformats.org/drawingml/2006/table">
            <a:tbl>
              <a:tblPr firstRow="1" bandRow="1">
                <a:tableStyleId>{2D5ABB26-0587-4C30-8999-92F81FD0307C}</a:tableStyleId>
              </a:tblPr>
              <a:tblGrid>
                <a:gridCol w="1376045">
                  <a:extLst>
                    <a:ext uri="{9D8B030D-6E8A-4147-A177-3AD203B41FA5}">
                      <a16:colId xmlns:a16="http://schemas.microsoft.com/office/drawing/2014/main" val="20000"/>
                    </a:ext>
                  </a:extLst>
                </a:gridCol>
                <a:gridCol w="2985770">
                  <a:extLst>
                    <a:ext uri="{9D8B030D-6E8A-4147-A177-3AD203B41FA5}">
                      <a16:colId xmlns:a16="http://schemas.microsoft.com/office/drawing/2014/main" val="20001"/>
                    </a:ext>
                  </a:extLst>
                </a:gridCol>
                <a:gridCol w="2033905">
                  <a:extLst>
                    <a:ext uri="{9D8B030D-6E8A-4147-A177-3AD203B41FA5}">
                      <a16:colId xmlns:a16="http://schemas.microsoft.com/office/drawing/2014/main" val="20002"/>
                    </a:ext>
                  </a:extLst>
                </a:gridCol>
                <a:gridCol w="2787650">
                  <a:extLst>
                    <a:ext uri="{9D8B030D-6E8A-4147-A177-3AD203B41FA5}">
                      <a16:colId xmlns:a16="http://schemas.microsoft.com/office/drawing/2014/main" val="20003"/>
                    </a:ext>
                  </a:extLst>
                </a:gridCol>
              </a:tblGrid>
              <a:tr h="625729">
                <a:tc>
                  <a:txBody>
                    <a:bodyPr/>
                    <a:lstStyle/>
                    <a:p>
                      <a:pPr marL="182880">
                        <a:lnSpc>
                          <a:spcPct val="100000"/>
                        </a:lnSpc>
                        <a:spcBef>
                          <a:spcPts val="75"/>
                        </a:spcBef>
                      </a:pPr>
                      <a:r>
                        <a:rPr sz="2000" spc="5" dirty="0">
                          <a:solidFill>
                            <a:srgbClr val="FFFFFF"/>
                          </a:solidFill>
                          <a:latin typeface="Franklin Gothic Medium"/>
                          <a:cs typeface="Franklin Gothic Medium"/>
                        </a:rPr>
                        <a:t>Data</a:t>
                      </a:r>
                      <a:r>
                        <a:rPr sz="2000" spc="-60"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type</a:t>
                      </a:r>
                      <a:endParaRPr sz="2000">
                        <a:latin typeface="Franklin Gothic Medium"/>
                        <a:cs typeface="Franklin Gothic Medium"/>
                      </a:endParaRPr>
                    </a:p>
                  </a:txBody>
                  <a:tcPr marL="0" marR="0" marT="9525" marB="0">
                    <a:lnT w="28575">
                      <a:solidFill>
                        <a:srgbClr val="000000"/>
                      </a:solidFill>
                      <a:prstDash val="solid"/>
                    </a:lnT>
                    <a:lnB w="28575">
                      <a:solidFill>
                        <a:srgbClr val="000000"/>
                      </a:solidFill>
                      <a:prstDash val="solid"/>
                    </a:lnB>
                    <a:solidFill>
                      <a:srgbClr val="00AFEF"/>
                    </a:solidFill>
                  </a:tcPr>
                </a:tc>
                <a:tc>
                  <a:txBody>
                    <a:bodyPr/>
                    <a:lstStyle/>
                    <a:p>
                      <a:pPr marL="135890">
                        <a:lnSpc>
                          <a:spcPct val="100000"/>
                        </a:lnSpc>
                        <a:spcBef>
                          <a:spcPts val="75"/>
                        </a:spcBef>
                      </a:pPr>
                      <a:r>
                        <a:rPr sz="2000" dirty="0">
                          <a:solidFill>
                            <a:srgbClr val="FFFFFF"/>
                          </a:solidFill>
                          <a:latin typeface="Franklin Gothic Medium"/>
                          <a:cs typeface="Franklin Gothic Medium"/>
                        </a:rPr>
                        <a:t>Description</a:t>
                      </a:r>
                      <a:endParaRPr sz="2000">
                        <a:latin typeface="Franklin Gothic Medium"/>
                        <a:cs typeface="Franklin Gothic Medium"/>
                      </a:endParaRPr>
                    </a:p>
                  </a:txBody>
                  <a:tcPr marL="0" marR="0" marT="9525" marB="0">
                    <a:lnT w="28575">
                      <a:solidFill>
                        <a:srgbClr val="000000"/>
                      </a:solidFill>
                      <a:prstDash val="solid"/>
                    </a:lnT>
                    <a:lnB w="28575">
                      <a:solidFill>
                        <a:srgbClr val="000000"/>
                      </a:solidFill>
                      <a:prstDash val="solid"/>
                    </a:lnB>
                    <a:solidFill>
                      <a:srgbClr val="00AFEF"/>
                    </a:solidFill>
                  </a:tcPr>
                </a:tc>
                <a:tc>
                  <a:txBody>
                    <a:bodyPr/>
                    <a:lstStyle/>
                    <a:p>
                      <a:pPr marR="22860" algn="ctr">
                        <a:lnSpc>
                          <a:spcPct val="100000"/>
                        </a:lnSpc>
                        <a:spcBef>
                          <a:spcPts val="75"/>
                        </a:spcBef>
                      </a:pPr>
                      <a:r>
                        <a:rPr sz="2000" dirty="0">
                          <a:solidFill>
                            <a:srgbClr val="FFFFFF"/>
                          </a:solidFill>
                          <a:latin typeface="Franklin Gothic Medium"/>
                          <a:cs typeface="Franklin Gothic Medium"/>
                        </a:rPr>
                        <a:t>Size</a:t>
                      </a:r>
                      <a:r>
                        <a:rPr sz="2000" spc="425" dirty="0">
                          <a:solidFill>
                            <a:srgbClr val="FFFFFF"/>
                          </a:solidFill>
                          <a:latin typeface="Franklin Gothic Medium"/>
                          <a:cs typeface="Franklin Gothic Medium"/>
                        </a:rPr>
                        <a:t> </a:t>
                      </a:r>
                      <a:r>
                        <a:rPr sz="2000" spc="-5" dirty="0">
                          <a:solidFill>
                            <a:srgbClr val="FFFFFF"/>
                          </a:solidFill>
                          <a:latin typeface="Franklin Gothic Medium"/>
                          <a:cs typeface="Franklin Gothic Medium"/>
                        </a:rPr>
                        <a:t>(bytes)</a:t>
                      </a:r>
                      <a:endParaRPr sz="2000">
                        <a:latin typeface="Franklin Gothic Medium"/>
                        <a:cs typeface="Franklin Gothic Medium"/>
                      </a:endParaRPr>
                    </a:p>
                  </a:txBody>
                  <a:tcPr marL="0" marR="0" marT="9525" marB="0">
                    <a:lnT w="28575">
                      <a:solidFill>
                        <a:srgbClr val="000000"/>
                      </a:solidFill>
                      <a:prstDash val="solid"/>
                    </a:lnT>
                    <a:lnB w="28575">
                      <a:solidFill>
                        <a:srgbClr val="000000"/>
                      </a:solidFill>
                      <a:prstDash val="solid"/>
                    </a:lnB>
                    <a:solidFill>
                      <a:srgbClr val="00AFEF"/>
                    </a:solidFill>
                  </a:tcPr>
                </a:tc>
                <a:tc>
                  <a:txBody>
                    <a:bodyPr/>
                    <a:lstStyle/>
                    <a:p>
                      <a:pPr marL="80645" algn="ctr">
                        <a:lnSpc>
                          <a:spcPct val="100000"/>
                        </a:lnSpc>
                        <a:spcBef>
                          <a:spcPts val="75"/>
                        </a:spcBef>
                      </a:pPr>
                      <a:r>
                        <a:rPr sz="2000" spc="5" dirty="0">
                          <a:solidFill>
                            <a:srgbClr val="FFFFFF"/>
                          </a:solidFill>
                          <a:latin typeface="Franklin Gothic Medium"/>
                          <a:cs typeface="Franklin Gothic Medium"/>
                        </a:rPr>
                        <a:t>Range</a:t>
                      </a:r>
                      <a:endParaRPr sz="2000">
                        <a:latin typeface="Franklin Gothic Medium"/>
                        <a:cs typeface="Franklin Gothic Medium"/>
                      </a:endParaRPr>
                    </a:p>
                  </a:txBody>
                  <a:tcPr marL="0" marR="0" marT="9525" marB="0">
                    <a:lnT w="28575">
                      <a:solidFill>
                        <a:srgbClr val="000000"/>
                      </a:solidFill>
                      <a:prstDash val="solid"/>
                    </a:lnT>
                    <a:lnB w="28575">
                      <a:solidFill>
                        <a:srgbClr val="000000"/>
                      </a:solidFill>
                      <a:prstDash val="solid"/>
                    </a:lnB>
                    <a:solidFill>
                      <a:srgbClr val="00AFEF"/>
                    </a:solidFill>
                  </a:tcPr>
                </a:tc>
                <a:extLst>
                  <a:ext uri="{0D108BD9-81ED-4DB2-BD59-A6C34878D82A}">
                    <a16:rowId xmlns:a16="http://schemas.microsoft.com/office/drawing/2014/main" val="10000"/>
                  </a:ext>
                </a:extLst>
              </a:tr>
              <a:tr h="625601">
                <a:tc>
                  <a:txBody>
                    <a:bodyPr/>
                    <a:lstStyle/>
                    <a:p>
                      <a:pPr marL="182880">
                        <a:lnSpc>
                          <a:spcPct val="100000"/>
                        </a:lnSpc>
                        <a:spcBef>
                          <a:spcPts val="80"/>
                        </a:spcBef>
                      </a:pPr>
                      <a:r>
                        <a:rPr sz="2000" dirty="0">
                          <a:solidFill>
                            <a:srgbClr val="C00000"/>
                          </a:solidFill>
                          <a:latin typeface="Franklin Gothic Medium"/>
                          <a:cs typeface="Franklin Gothic Medium"/>
                        </a:rPr>
                        <a:t>int</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tc>
                  <a:txBody>
                    <a:bodyPr/>
                    <a:lstStyle/>
                    <a:p>
                      <a:pPr marL="135890">
                        <a:lnSpc>
                          <a:spcPct val="100000"/>
                        </a:lnSpc>
                        <a:spcBef>
                          <a:spcPts val="80"/>
                        </a:spcBef>
                      </a:pPr>
                      <a:r>
                        <a:rPr sz="2000" spc="-10" dirty="0">
                          <a:latin typeface="Franklin Gothic Medium"/>
                          <a:cs typeface="Franklin Gothic Medium"/>
                        </a:rPr>
                        <a:t>Stores</a:t>
                      </a:r>
                      <a:r>
                        <a:rPr sz="2000" spc="-15" dirty="0">
                          <a:latin typeface="Franklin Gothic Medium"/>
                          <a:cs typeface="Franklin Gothic Medium"/>
                        </a:rPr>
                        <a:t> </a:t>
                      </a:r>
                      <a:r>
                        <a:rPr sz="2000" dirty="0">
                          <a:latin typeface="Franklin Gothic Medium"/>
                          <a:cs typeface="Franklin Gothic Medium"/>
                        </a:rPr>
                        <a:t>integer</a:t>
                      </a:r>
                      <a:r>
                        <a:rPr sz="2000" spc="-25" dirty="0">
                          <a:latin typeface="Franklin Gothic Medium"/>
                          <a:cs typeface="Franklin Gothic Medium"/>
                        </a:rPr>
                        <a:t> </a:t>
                      </a:r>
                      <a:r>
                        <a:rPr sz="2000" spc="-5" dirty="0">
                          <a:latin typeface="Franklin Gothic Medium"/>
                          <a:cs typeface="Franklin Gothic Medium"/>
                        </a:rPr>
                        <a:t>values</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tc>
                  <a:txBody>
                    <a:bodyPr/>
                    <a:lstStyle/>
                    <a:p>
                      <a:pPr marR="20955" algn="ctr">
                        <a:lnSpc>
                          <a:spcPct val="100000"/>
                        </a:lnSpc>
                        <a:spcBef>
                          <a:spcPts val="80"/>
                        </a:spcBef>
                      </a:pPr>
                      <a:r>
                        <a:rPr sz="2000" dirty="0">
                          <a:latin typeface="Franklin Gothic Medium"/>
                          <a:cs typeface="Franklin Gothic Medium"/>
                        </a:rPr>
                        <a:t>2</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tc>
                  <a:txBody>
                    <a:bodyPr/>
                    <a:lstStyle/>
                    <a:p>
                      <a:pPr marL="83185" algn="ctr">
                        <a:lnSpc>
                          <a:spcPct val="100000"/>
                        </a:lnSpc>
                        <a:spcBef>
                          <a:spcPts val="80"/>
                        </a:spcBef>
                      </a:pPr>
                      <a:r>
                        <a:rPr sz="2000" dirty="0">
                          <a:latin typeface="Franklin Gothic Medium"/>
                          <a:cs typeface="Franklin Gothic Medium"/>
                        </a:rPr>
                        <a:t>-</a:t>
                      </a:r>
                      <a:r>
                        <a:rPr sz="2000" spc="-15" dirty="0">
                          <a:latin typeface="Franklin Gothic Medium"/>
                          <a:cs typeface="Franklin Gothic Medium"/>
                        </a:rPr>
                        <a:t> </a:t>
                      </a:r>
                      <a:r>
                        <a:rPr sz="2000" spc="-30" dirty="0">
                          <a:latin typeface="Franklin Gothic Medium"/>
                          <a:cs typeface="Franklin Gothic Medium"/>
                        </a:rPr>
                        <a:t>32768</a:t>
                      </a:r>
                      <a:r>
                        <a:rPr sz="2000" spc="-20" dirty="0">
                          <a:latin typeface="Franklin Gothic Medium"/>
                          <a:cs typeface="Franklin Gothic Medium"/>
                        </a:rPr>
                        <a:t> to</a:t>
                      </a:r>
                      <a:r>
                        <a:rPr sz="2000" spc="-15" dirty="0">
                          <a:latin typeface="Franklin Gothic Medium"/>
                          <a:cs typeface="Franklin Gothic Medium"/>
                        </a:rPr>
                        <a:t> </a:t>
                      </a:r>
                      <a:r>
                        <a:rPr sz="2000" spc="-30" dirty="0">
                          <a:latin typeface="Franklin Gothic Medium"/>
                          <a:cs typeface="Franklin Gothic Medium"/>
                        </a:rPr>
                        <a:t>32767</a:t>
                      </a:r>
                      <a:endParaRPr sz="2000">
                        <a:latin typeface="Franklin Gothic Medium"/>
                        <a:cs typeface="Franklin Gothic Medium"/>
                      </a:endParaRPr>
                    </a:p>
                  </a:txBody>
                  <a:tcPr marL="0" marR="0" marT="10160" marB="0">
                    <a:lnT w="28575">
                      <a:solidFill>
                        <a:srgbClr val="000000"/>
                      </a:solidFill>
                      <a:prstDash val="solid"/>
                    </a:lnT>
                    <a:solidFill>
                      <a:srgbClr val="E7E7E7"/>
                    </a:solidFill>
                  </a:tcPr>
                </a:tc>
                <a:extLst>
                  <a:ext uri="{0D108BD9-81ED-4DB2-BD59-A6C34878D82A}">
                    <a16:rowId xmlns:a16="http://schemas.microsoft.com/office/drawing/2014/main" val="10001"/>
                  </a:ext>
                </a:extLst>
              </a:tr>
              <a:tr h="625576">
                <a:tc>
                  <a:txBody>
                    <a:bodyPr/>
                    <a:lstStyle/>
                    <a:p>
                      <a:pPr marL="182880">
                        <a:lnSpc>
                          <a:spcPct val="100000"/>
                        </a:lnSpc>
                        <a:spcBef>
                          <a:spcPts val="80"/>
                        </a:spcBef>
                      </a:pPr>
                      <a:r>
                        <a:rPr sz="2000" spc="10" dirty="0">
                          <a:solidFill>
                            <a:srgbClr val="C00000"/>
                          </a:solidFill>
                          <a:latin typeface="Franklin Gothic Medium"/>
                          <a:cs typeface="Franklin Gothic Medium"/>
                        </a:rPr>
                        <a:t>char</a:t>
                      </a:r>
                      <a:endParaRPr sz="2000">
                        <a:latin typeface="Franklin Gothic Medium"/>
                        <a:cs typeface="Franklin Gothic Medium"/>
                      </a:endParaRPr>
                    </a:p>
                  </a:txBody>
                  <a:tcPr marL="0" marR="0" marT="10160" marB="0"/>
                </a:tc>
                <a:tc>
                  <a:txBody>
                    <a:bodyPr/>
                    <a:lstStyle/>
                    <a:p>
                      <a:pPr marL="135890">
                        <a:lnSpc>
                          <a:spcPct val="100000"/>
                        </a:lnSpc>
                        <a:spcBef>
                          <a:spcPts val="80"/>
                        </a:spcBef>
                      </a:pPr>
                      <a:r>
                        <a:rPr sz="2000" spc="-10" dirty="0">
                          <a:latin typeface="Franklin Gothic Medium"/>
                          <a:cs typeface="Franklin Gothic Medium"/>
                        </a:rPr>
                        <a:t>Stores</a:t>
                      </a:r>
                      <a:r>
                        <a:rPr sz="2000" spc="-15" dirty="0">
                          <a:latin typeface="Franklin Gothic Medium"/>
                          <a:cs typeface="Franklin Gothic Medium"/>
                        </a:rPr>
                        <a:t> </a:t>
                      </a:r>
                      <a:r>
                        <a:rPr sz="2000" dirty="0">
                          <a:latin typeface="Franklin Gothic Medium"/>
                          <a:cs typeface="Franklin Gothic Medium"/>
                        </a:rPr>
                        <a:t>single</a:t>
                      </a:r>
                      <a:r>
                        <a:rPr sz="2000" spc="-20" dirty="0">
                          <a:latin typeface="Franklin Gothic Medium"/>
                          <a:cs typeface="Franklin Gothic Medium"/>
                        </a:rPr>
                        <a:t> </a:t>
                      </a:r>
                      <a:r>
                        <a:rPr sz="2000" dirty="0">
                          <a:latin typeface="Franklin Gothic Medium"/>
                          <a:cs typeface="Franklin Gothic Medium"/>
                        </a:rPr>
                        <a:t>character</a:t>
                      </a:r>
                      <a:endParaRPr sz="2000">
                        <a:latin typeface="Franklin Gothic Medium"/>
                        <a:cs typeface="Franklin Gothic Medium"/>
                      </a:endParaRPr>
                    </a:p>
                  </a:txBody>
                  <a:tcPr marL="0" marR="0" marT="10160" marB="0"/>
                </a:tc>
                <a:tc>
                  <a:txBody>
                    <a:bodyPr/>
                    <a:lstStyle/>
                    <a:p>
                      <a:pPr marR="20955" algn="ctr">
                        <a:lnSpc>
                          <a:spcPct val="100000"/>
                        </a:lnSpc>
                        <a:spcBef>
                          <a:spcPts val="80"/>
                        </a:spcBef>
                      </a:pPr>
                      <a:r>
                        <a:rPr sz="2000" dirty="0">
                          <a:latin typeface="Franklin Gothic Medium"/>
                          <a:cs typeface="Franklin Gothic Medium"/>
                        </a:rPr>
                        <a:t>1</a:t>
                      </a:r>
                      <a:endParaRPr sz="2000">
                        <a:latin typeface="Franklin Gothic Medium"/>
                        <a:cs typeface="Franklin Gothic Medium"/>
                      </a:endParaRPr>
                    </a:p>
                  </a:txBody>
                  <a:tcPr marL="0" marR="0" marT="10160" marB="0"/>
                </a:tc>
                <a:tc>
                  <a:txBody>
                    <a:bodyPr/>
                    <a:lstStyle/>
                    <a:p>
                      <a:pPr marL="80645" algn="ctr">
                        <a:lnSpc>
                          <a:spcPct val="100000"/>
                        </a:lnSpc>
                        <a:spcBef>
                          <a:spcPts val="80"/>
                        </a:spcBef>
                      </a:pPr>
                      <a:r>
                        <a:rPr sz="2000" dirty="0">
                          <a:latin typeface="Franklin Gothic Medium"/>
                          <a:cs typeface="Franklin Gothic Medium"/>
                        </a:rPr>
                        <a:t>-128</a:t>
                      </a:r>
                      <a:r>
                        <a:rPr sz="2000" spc="-20" dirty="0">
                          <a:latin typeface="Franklin Gothic Medium"/>
                          <a:cs typeface="Franklin Gothic Medium"/>
                        </a:rPr>
                        <a:t> to </a:t>
                      </a:r>
                      <a:r>
                        <a:rPr sz="2000" spc="-10" dirty="0">
                          <a:latin typeface="Franklin Gothic Medium"/>
                          <a:cs typeface="Franklin Gothic Medium"/>
                        </a:rPr>
                        <a:t>127</a:t>
                      </a:r>
                      <a:endParaRPr sz="2000">
                        <a:latin typeface="Franklin Gothic Medium"/>
                        <a:cs typeface="Franklin Gothic Medium"/>
                      </a:endParaRPr>
                    </a:p>
                  </a:txBody>
                  <a:tcPr marL="0" marR="0" marT="10160" marB="0"/>
                </a:tc>
                <a:extLst>
                  <a:ext uri="{0D108BD9-81ED-4DB2-BD59-A6C34878D82A}">
                    <a16:rowId xmlns:a16="http://schemas.microsoft.com/office/drawing/2014/main" val="10002"/>
                  </a:ext>
                </a:extLst>
              </a:tr>
              <a:tr h="625627">
                <a:tc>
                  <a:txBody>
                    <a:bodyPr/>
                    <a:lstStyle/>
                    <a:p>
                      <a:pPr marL="182880">
                        <a:lnSpc>
                          <a:spcPct val="100000"/>
                        </a:lnSpc>
                        <a:spcBef>
                          <a:spcPts val="80"/>
                        </a:spcBef>
                      </a:pPr>
                      <a:r>
                        <a:rPr sz="2000" spc="5" dirty="0">
                          <a:solidFill>
                            <a:srgbClr val="C00000"/>
                          </a:solidFill>
                          <a:latin typeface="Franklin Gothic Medium"/>
                          <a:cs typeface="Franklin Gothic Medium"/>
                        </a:rPr>
                        <a:t>float</a:t>
                      </a:r>
                      <a:endParaRPr sz="2000">
                        <a:latin typeface="Franklin Gothic Medium"/>
                        <a:cs typeface="Franklin Gothic Medium"/>
                      </a:endParaRPr>
                    </a:p>
                  </a:txBody>
                  <a:tcPr marL="0" marR="0" marT="10160" marB="0">
                    <a:solidFill>
                      <a:srgbClr val="E7E7E7"/>
                    </a:solidFill>
                  </a:tcPr>
                </a:tc>
                <a:tc>
                  <a:txBody>
                    <a:bodyPr/>
                    <a:lstStyle/>
                    <a:p>
                      <a:pPr marL="135890">
                        <a:lnSpc>
                          <a:spcPct val="100000"/>
                        </a:lnSpc>
                        <a:spcBef>
                          <a:spcPts val="80"/>
                        </a:spcBef>
                      </a:pPr>
                      <a:r>
                        <a:rPr sz="2000" spc="-10" dirty="0">
                          <a:latin typeface="Franklin Gothic Medium"/>
                          <a:cs typeface="Franklin Gothic Medium"/>
                        </a:rPr>
                        <a:t>Stores</a:t>
                      </a:r>
                      <a:r>
                        <a:rPr sz="2000" spc="-15" dirty="0">
                          <a:latin typeface="Franklin Gothic Medium"/>
                          <a:cs typeface="Franklin Gothic Medium"/>
                        </a:rPr>
                        <a:t> </a:t>
                      </a:r>
                      <a:r>
                        <a:rPr sz="2000" dirty="0">
                          <a:latin typeface="Franklin Gothic Medium"/>
                          <a:cs typeface="Franklin Gothic Medium"/>
                        </a:rPr>
                        <a:t>real</a:t>
                      </a:r>
                      <a:r>
                        <a:rPr sz="2000" spc="-30" dirty="0">
                          <a:latin typeface="Franklin Gothic Medium"/>
                          <a:cs typeface="Franklin Gothic Medium"/>
                        </a:rPr>
                        <a:t> </a:t>
                      </a:r>
                      <a:r>
                        <a:rPr sz="2000" spc="5" dirty="0">
                          <a:latin typeface="Franklin Gothic Medium"/>
                          <a:cs typeface="Franklin Gothic Medium"/>
                        </a:rPr>
                        <a:t>numbers</a:t>
                      </a:r>
                      <a:endParaRPr sz="2000">
                        <a:latin typeface="Franklin Gothic Medium"/>
                        <a:cs typeface="Franklin Gothic Medium"/>
                      </a:endParaRPr>
                    </a:p>
                  </a:txBody>
                  <a:tcPr marL="0" marR="0" marT="10160" marB="0">
                    <a:solidFill>
                      <a:srgbClr val="E7E7E7"/>
                    </a:solidFill>
                  </a:tcPr>
                </a:tc>
                <a:tc>
                  <a:txBody>
                    <a:bodyPr/>
                    <a:lstStyle/>
                    <a:p>
                      <a:pPr marR="20955" algn="ctr">
                        <a:lnSpc>
                          <a:spcPct val="100000"/>
                        </a:lnSpc>
                        <a:spcBef>
                          <a:spcPts val="80"/>
                        </a:spcBef>
                      </a:pPr>
                      <a:r>
                        <a:rPr sz="2000" dirty="0">
                          <a:latin typeface="Franklin Gothic Medium"/>
                          <a:cs typeface="Franklin Gothic Medium"/>
                        </a:rPr>
                        <a:t>4</a:t>
                      </a:r>
                      <a:endParaRPr sz="2000">
                        <a:latin typeface="Franklin Gothic Medium"/>
                        <a:cs typeface="Franklin Gothic Medium"/>
                      </a:endParaRPr>
                    </a:p>
                  </a:txBody>
                  <a:tcPr marL="0" marR="0" marT="10160" marB="0">
                    <a:solidFill>
                      <a:srgbClr val="E7E7E7"/>
                    </a:solidFill>
                  </a:tcPr>
                </a:tc>
                <a:tc>
                  <a:txBody>
                    <a:bodyPr/>
                    <a:lstStyle/>
                    <a:p>
                      <a:pPr marL="81915" algn="ctr">
                        <a:lnSpc>
                          <a:spcPct val="100000"/>
                        </a:lnSpc>
                        <a:spcBef>
                          <a:spcPts val="80"/>
                        </a:spcBef>
                      </a:pPr>
                      <a:r>
                        <a:rPr sz="2000" spc="-5" dirty="0">
                          <a:latin typeface="Franklin Gothic Medium"/>
                          <a:cs typeface="Franklin Gothic Medium"/>
                        </a:rPr>
                        <a:t>3.4</a:t>
                      </a:r>
                      <a:r>
                        <a:rPr sz="2000" spc="-15" dirty="0">
                          <a:latin typeface="Franklin Gothic Medium"/>
                          <a:cs typeface="Franklin Gothic Medium"/>
                        </a:rPr>
                        <a:t> </a:t>
                      </a:r>
                      <a:r>
                        <a:rPr sz="2000" spc="10" dirty="0">
                          <a:latin typeface="Franklin Gothic Medium"/>
                          <a:cs typeface="Franklin Gothic Medium"/>
                        </a:rPr>
                        <a:t>e</a:t>
                      </a:r>
                      <a:r>
                        <a:rPr sz="1950" spc="15" baseline="25641" dirty="0">
                          <a:latin typeface="Franklin Gothic Medium"/>
                          <a:cs typeface="Franklin Gothic Medium"/>
                        </a:rPr>
                        <a:t>-38</a:t>
                      </a:r>
                      <a:r>
                        <a:rPr sz="1950" spc="262" baseline="25641" dirty="0">
                          <a:latin typeface="Franklin Gothic Medium"/>
                          <a:cs typeface="Franklin Gothic Medium"/>
                        </a:rPr>
                        <a:t> </a:t>
                      </a:r>
                      <a:r>
                        <a:rPr sz="2000" spc="-20" dirty="0">
                          <a:latin typeface="Franklin Gothic Medium"/>
                          <a:cs typeface="Franklin Gothic Medium"/>
                        </a:rPr>
                        <a:t>to</a:t>
                      </a:r>
                      <a:r>
                        <a:rPr sz="2000" spc="-10" dirty="0">
                          <a:latin typeface="Franklin Gothic Medium"/>
                          <a:cs typeface="Franklin Gothic Medium"/>
                        </a:rPr>
                        <a:t> </a:t>
                      </a:r>
                      <a:r>
                        <a:rPr sz="2000" spc="-5" dirty="0">
                          <a:latin typeface="Franklin Gothic Medium"/>
                          <a:cs typeface="Franklin Gothic Medium"/>
                        </a:rPr>
                        <a:t>3.4</a:t>
                      </a:r>
                      <a:r>
                        <a:rPr sz="2000" spc="-15" dirty="0">
                          <a:latin typeface="Franklin Gothic Medium"/>
                          <a:cs typeface="Franklin Gothic Medium"/>
                        </a:rPr>
                        <a:t> </a:t>
                      </a:r>
                      <a:r>
                        <a:rPr sz="2000" spc="10" dirty="0">
                          <a:latin typeface="Franklin Gothic Medium"/>
                          <a:cs typeface="Franklin Gothic Medium"/>
                        </a:rPr>
                        <a:t>e</a:t>
                      </a:r>
                      <a:r>
                        <a:rPr sz="1950" spc="15" baseline="25641" dirty="0">
                          <a:latin typeface="Franklin Gothic Medium"/>
                          <a:cs typeface="Franklin Gothic Medium"/>
                        </a:rPr>
                        <a:t>38</a:t>
                      </a:r>
                      <a:endParaRPr sz="1950" baseline="25641">
                        <a:latin typeface="Franklin Gothic Medium"/>
                        <a:cs typeface="Franklin Gothic Medium"/>
                      </a:endParaRPr>
                    </a:p>
                  </a:txBody>
                  <a:tcPr marL="0" marR="0" marT="10160" marB="0">
                    <a:solidFill>
                      <a:srgbClr val="E7E7E7"/>
                    </a:solidFill>
                  </a:tcPr>
                </a:tc>
                <a:extLst>
                  <a:ext uri="{0D108BD9-81ED-4DB2-BD59-A6C34878D82A}">
                    <a16:rowId xmlns:a16="http://schemas.microsoft.com/office/drawing/2014/main" val="10003"/>
                  </a:ext>
                </a:extLst>
              </a:tr>
              <a:tr h="607885">
                <a:tc>
                  <a:txBody>
                    <a:bodyPr/>
                    <a:lstStyle/>
                    <a:p>
                      <a:pPr marL="182880">
                        <a:lnSpc>
                          <a:spcPct val="100000"/>
                        </a:lnSpc>
                        <a:spcBef>
                          <a:spcPts val="80"/>
                        </a:spcBef>
                      </a:pPr>
                      <a:r>
                        <a:rPr sz="2000" dirty="0">
                          <a:solidFill>
                            <a:srgbClr val="C00000"/>
                          </a:solidFill>
                          <a:latin typeface="Franklin Gothic Medium"/>
                          <a:cs typeface="Franklin Gothic Medium"/>
                        </a:rPr>
                        <a:t>double</a:t>
                      </a:r>
                      <a:endParaRPr sz="2000">
                        <a:latin typeface="Franklin Gothic Medium"/>
                        <a:cs typeface="Franklin Gothic Medium"/>
                      </a:endParaRPr>
                    </a:p>
                  </a:txBody>
                  <a:tcPr marL="0" marR="0" marT="10160" marB="0"/>
                </a:tc>
                <a:tc>
                  <a:txBody>
                    <a:bodyPr/>
                    <a:lstStyle/>
                    <a:p>
                      <a:pPr marL="135890">
                        <a:lnSpc>
                          <a:spcPct val="100000"/>
                        </a:lnSpc>
                        <a:spcBef>
                          <a:spcPts val="80"/>
                        </a:spcBef>
                      </a:pPr>
                      <a:r>
                        <a:rPr sz="2000" spc="-10" dirty="0">
                          <a:latin typeface="Franklin Gothic Medium"/>
                          <a:cs typeface="Franklin Gothic Medium"/>
                        </a:rPr>
                        <a:t>Stores</a:t>
                      </a:r>
                      <a:r>
                        <a:rPr sz="2000" spc="-15" dirty="0">
                          <a:latin typeface="Franklin Gothic Medium"/>
                          <a:cs typeface="Franklin Gothic Medium"/>
                        </a:rPr>
                        <a:t> </a:t>
                      </a:r>
                      <a:r>
                        <a:rPr sz="2000" dirty="0">
                          <a:latin typeface="Franklin Gothic Medium"/>
                          <a:cs typeface="Franklin Gothic Medium"/>
                        </a:rPr>
                        <a:t>real</a:t>
                      </a:r>
                      <a:r>
                        <a:rPr sz="2000" spc="-30" dirty="0">
                          <a:latin typeface="Franklin Gothic Medium"/>
                          <a:cs typeface="Franklin Gothic Medium"/>
                        </a:rPr>
                        <a:t> </a:t>
                      </a:r>
                      <a:r>
                        <a:rPr sz="2000" spc="5" dirty="0">
                          <a:latin typeface="Franklin Gothic Medium"/>
                          <a:cs typeface="Franklin Gothic Medium"/>
                        </a:rPr>
                        <a:t>numbers</a:t>
                      </a:r>
                      <a:endParaRPr sz="2000">
                        <a:latin typeface="Franklin Gothic Medium"/>
                        <a:cs typeface="Franklin Gothic Medium"/>
                      </a:endParaRPr>
                    </a:p>
                  </a:txBody>
                  <a:tcPr marL="0" marR="0" marT="10160" marB="0"/>
                </a:tc>
                <a:tc>
                  <a:txBody>
                    <a:bodyPr/>
                    <a:lstStyle/>
                    <a:p>
                      <a:pPr marR="20955" algn="ctr">
                        <a:lnSpc>
                          <a:spcPct val="100000"/>
                        </a:lnSpc>
                        <a:spcBef>
                          <a:spcPts val="80"/>
                        </a:spcBef>
                      </a:pPr>
                      <a:r>
                        <a:rPr sz="2000" dirty="0">
                          <a:latin typeface="Franklin Gothic Medium"/>
                          <a:cs typeface="Franklin Gothic Medium"/>
                        </a:rPr>
                        <a:t>8</a:t>
                      </a:r>
                      <a:endParaRPr sz="2000">
                        <a:latin typeface="Franklin Gothic Medium"/>
                        <a:cs typeface="Franklin Gothic Medium"/>
                      </a:endParaRPr>
                    </a:p>
                  </a:txBody>
                  <a:tcPr marL="0" marR="0" marT="10160" marB="0"/>
                </a:tc>
                <a:tc>
                  <a:txBody>
                    <a:bodyPr/>
                    <a:lstStyle/>
                    <a:p>
                      <a:pPr marL="81915" algn="ctr">
                        <a:lnSpc>
                          <a:spcPct val="100000"/>
                        </a:lnSpc>
                        <a:spcBef>
                          <a:spcPts val="80"/>
                        </a:spcBef>
                      </a:pPr>
                      <a:r>
                        <a:rPr sz="2000" spc="15" dirty="0">
                          <a:latin typeface="Franklin Gothic Medium"/>
                          <a:cs typeface="Franklin Gothic Medium"/>
                        </a:rPr>
                        <a:t>1.7</a:t>
                      </a:r>
                      <a:r>
                        <a:rPr sz="2000" spc="-15" dirty="0">
                          <a:latin typeface="Franklin Gothic Medium"/>
                          <a:cs typeface="Franklin Gothic Medium"/>
                        </a:rPr>
                        <a:t> </a:t>
                      </a:r>
                      <a:r>
                        <a:rPr sz="2000" spc="10" dirty="0">
                          <a:latin typeface="Franklin Gothic Medium"/>
                          <a:cs typeface="Franklin Gothic Medium"/>
                        </a:rPr>
                        <a:t>e</a:t>
                      </a:r>
                      <a:r>
                        <a:rPr sz="1950" spc="15" baseline="25641" dirty="0">
                          <a:latin typeface="Franklin Gothic Medium"/>
                          <a:cs typeface="Franklin Gothic Medium"/>
                        </a:rPr>
                        <a:t>-308</a:t>
                      </a:r>
                      <a:r>
                        <a:rPr sz="1950" spc="262" baseline="25641" dirty="0">
                          <a:latin typeface="Franklin Gothic Medium"/>
                          <a:cs typeface="Franklin Gothic Medium"/>
                        </a:rPr>
                        <a:t> </a:t>
                      </a:r>
                      <a:r>
                        <a:rPr sz="2000" spc="-20" dirty="0">
                          <a:latin typeface="Franklin Gothic Medium"/>
                          <a:cs typeface="Franklin Gothic Medium"/>
                        </a:rPr>
                        <a:t>to</a:t>
                      </a:r>
                      <a:r>
                        <a:rPr sz="2000" spc="-10" dirty="0">
                          <a:latin typeface="Franklin Gothic Medium"/>
                          <a:cs typeface="Franklin Gothic Medium"/>
                        </a:rPr>
                        <a:t> </a:t>
                      </a:r>
                      <a:r>
                        <a:rPr sz="2000" spc="15" dirty="0">
                          <a:latin typeface="Franklin Gothic Medium"/>
                          <a:cs typeface="Franklin Gothic Medium"/>
                        </a:rPr>
                        <a:t>1.7</a:t>
                      </a:r>
                      <a:r>
                        <a:rPr sz="2000" spc="-15" dirty="0">
                          <a:latin typeface="Franklin Gothic Medium"/>
                          <a:cs typeface="Franklin Gothic Medium"/>
                        </a:rPr>
                        <a:t> </a:t>
                      </a:r>
                      <a:r>
                        <a:rPr sz="2000" spc="10" dirty="0">
                          <a:latin typeface="Franklin Gothic Medium"/>
                          <a:cs typeface="Franklin Gothic Medium"/>
                        </a:rPr>
                        <a:t>e</a:t>
                      </a:r>
                      <a:r>
                        <a:rPr sz="1950" spc="15" baseline="25641" dirty="0">
                          <a:latin typeface="Franklin Gothic Medium"/>
                          <a:cs typeface="Franklin Gothic Medium"/>
                        </a:rPr>
                        <a:t>308</a:t>
                      </a:r>
                      <a:endParaRPr sz="1950" baseline="25641">
                        <a:latin typeface="Franklin Gothic Medium"/>
                        <a:cs typeface="Franklin Gothic Medium"/>
                      </a:endParaRPr>
                    </a:p>
                  </a:txBody>
                  <a:tcPr marL="0" marR="0" marT="10160" marB="0"/>
                </a:tc>
                <a:extLst>
                  <a:ext uri="{0D108BD9-81ED-4DB2-BD59-A6C34878D82A}">
                    <a16:rowId xmlns:a16="http://schemas.microsoft.com/office/drawing/2014/main" val="10004"/>
                  </a:ext>
                </a:extLst>
              </a:tr>
              <a:tr h="678624">
                <a:tc>
                  <a:txBody>
                    <a:bodyPr/>
                    <a:lstStyle/>
                    <a:p>
                      <a:pPr marL="182880">
                        <a:lnSpc>
                          <a:spcPct val="100000"/>
                        </a:lnSpc>
                        <a:spcBef>
                          <a:spcPts val="80"/>
                        </a:spcBef>
                      </a:pPr>
                      <a:r>
                        <a:rPr sz="2000" dirty="0">
                          <a:solidFill>
                            <a:srgbClr val="C00000"/>
                          </a:solidFill>
                          <a:latin typeface="Franklin Gothic Medium"/>
                          <a:cs typeface="Franklin Gothic Medium"/>
                        </a:rPr>
                        <a:t>void</a:t>
                      </a:r>
                      <a:endParaRPr sz="2000">
                        <a:latin typeface="Franklin Gothic Medium"/>
                        <a:cs typeface="Franklin Gothic Medium"/>
                      </a:endParaRPr>
                    </a:p>
                  </a:txBody>
                  <a:tcPr marL="0" marR="0" marT="10160" marB="0">
                    <a:lnB w="28575">
                      <a:solidFill>
                        <a:srgbClr val="000000"/>
                      </a:solidFill>
                      <a:prstDash val="solid"/>
                    </a:lnB>
                    <a:solidFill>
                      <a:srgbClr val="E7E7E7"/>
                    </a:solidFill>
                  </a:tcPr>
                </a:tc>
                <a:tc>
                  <a:txBody>
                    <a:bodyPr/>
                    <a:lstStyle/>
                    <a:p>
                      <a:pPr marL="135890">
                        <a:lnSpc>
                          <a:spcPct val="100000"/>
                        </a:lnSpc>
                        <a:spcBef>
                          <a:spcPts val="80"/>
                        </a:spcBef>
                      </a:pPr>
                      <a:r>
                        <a:rPr sz="2000" spc="-10" dirty="0">
                          <a:latin typeface="Franklin Gothic Medium"/>
                          <a:cs typeface="Franklin Gothic Medium"/>
                        </a:rPr>
                        <a:t>Stores</a:t>
                      </a:r>
                      <a:r>
                        <a:rPr sz="2000" spc="-15" dirty="0">
                          <a:latin typeface="Franklin Gothic Medium"/>
                          <a:cs typeface="Franklin Gothic Medium"/>
                        </a:rPr>
                        <a:t> </a:t>
                      </a:r>
                      <a:r>
                        <a:rPr sz="2000" dirty="0">
                          <a:latin typeface="Franklin Gothic Medium"/>
                          <a:cs typeface="Franklin Gothic Medium"/>
                        </a:rPr>
                        <a:t>no</a:t>
                      </a:r>
                      <a:r>
                        <a:rPr sz="2000" spc="-5" dirty="0">
                          <a:latin typeface="Franklin Gothic Medium"/>
                          <a:cs typeface="Franklin Gothic Medium"/>
                        </a:rPr>
                        <a:t> values</a:t>
                      </a:r>
                      <a:endParaRPr sz="2000">
                        <a:latin typeface="Franklin Gothic Medium"/>
                        <a:cs typeface="Franklin Gothic Medium"/>
                      </a:endParaRPr>
                    </a:p>
                    <a:p>
                      <a:pPr marL="135890">
                        <a:lnSpc>
                          <a:spcPct val="100000"/>
                        </a:lnSpc>
                        <a:spcBef>
                          <a:spcPts val="360"/>
                        </a:spcBef>
                      </a:pPr>
                      <a:r>
                        <a:rPr sz="2000" spc="-10" dirty="0">
                          <a:latin typeface="Franklin Gothic Medium"/>
                          <a:cs typeface="Franklin Gothic Medium"/>
                        </a:rPr>
                        <a:t>Returns</a:t>
                      </a:r>
                      <a:r>
                        <a:rPr sz="2000" spc="-20" dirty="0">
                          <a:latin typeface="Franklin Gothic Medium"/>
                          <a:cs typeface="Franklin Gothic Medium"/>
                        </a:rPr>
                        <a:t> </a:t>
                      </a:r>
                      <a:r>
                        <a:rPr sz="2000" dirty="0">
                          <a:latin typeface="Franklin Gothic Medium"/>
                          <a:cs typeface="Franklin Gothic Medium"/>
                        </a:rPr>
                        <a:t>no</a:t>
                      </a:r>
                      <a:r>
                        <a:rPr sz="2000" spc="-5" dirty="0">
                          <a:latin typeface="Franklin Gothic Medium"/>
                          <a:cs typeface="Franklin Gothic Medium"/>
                        </a:rPr>
                        <a:t> values</a:t>
                      </a:r>
                      <a:endParaRPr sz="2000">
                        <a:latin typeface="Franklin Gothic Medium"/>
                        <a:cs typeface="Franklin Gothic Medium"/>
                      </a:endParaRPr>
                    </a:p>
                  </a:txBody>
                  <a:tcPr marL="0" marR="0" marT="10160" marB="0">
                    <a:lnB w="28575">
                      <a:solidFill>
                        <a:srgbClr val="000000"/>
                      </a:solidFill>
                      <a:prstDash val="solid"/>
                    </a:lnB>
                    <a:solidFill>
                      <a:srgbClr val="E7E7E7"/>
                    </a:solidFill>
                  </a:tcPr>
                </a:tc>
                <a:tc>
                  <a:txBody>
                    <a:bodyPr/>
                    <a:lstStyle/>
                    <a:p>
                      <a:pPr marR="20955" algn="ctr">
                        <a:lnSpc>
                          <a:spcPct val="100000"/>
                        </a:lnSpc>
                        <a:spcBef>
                          <a:spcPts val="80"/>
                        </a:spcBef>
                      </a:pPr>
                      <a:r>
                        <a:rPr sz="2000" dirty="0">
                          <a:latin typeface="Franklin Gothic Medium"/>
                          <a:cs typeface="Franklin Gothic Medium"/>
                        </a:rPr>
                        <a:t>-</a:t>
                      </a:r>
                      <a:endParaRPr sz="2000">
                        <a:latin typeface="Franklin Gothic Medium"/>
                        <a:cs typeface="Franklin Gothic Medium"/>
                      </a:endParaRPr>
                    </a:p>
                  </a:txBody>
                  <a:tcPr marL="0" marR="0" marT="10160" marB="0">
                    <a:lnB w="28575">
                      <a:solidFill>
                        <a:srgbClr val="000000"/>
                      </a:solidFill>
                      <a:prstDash val="solid"/>
                    </a:lnB>
                    <a:solidFill>
                      <a:srgbClr val="E7E7E7"/>
                    </a:solidFill>
                  </a:tcPr>
                </a:tc>
                <a:tc>
                  <a:txBody>
                    <a:bodyPr/>
                    <a:lstStyle/>
                    <a:p>
                      <a:pPr marL="83820" algn="ctr">
                        <a:lnSpc>
                          <a:spcPct val="100000"/>
                        </a:lnSpc>
                        <a:spcBef>
                          <a:spcPts val="80"/>
                        </a:spcBef>
                      </a:pPr>
                      <a:r>
                        <a:rPr sz="2000" dirty="0">
                          <a:latin typeface="Franklin Gothic Medium"/>
                          <a:cs typeface="Franklin Gothic Medium"/>
                        </a:rPr>
                        <a:t>-</a:t>
                      </a:r>
                      <a:endParaRPr sz="2000">
                        <a:latin typeface="Franklin Gothic Medium"/>
                        <a:cs typeface="Franklin Gothic Medium"/>
                      </a:endParaRPr>
                    </a:p>
                  </a:txBody>
                  <a:tcPr marL="0" marR="0" marT="10160" marB="0">
                    <a:lnB w="28575">
                      <a:solidFill>
                        <a:srgbClr val="000000"/>
                      </a:solidFill>
                      <a:prstDash val="solid"/>
                    </a:lnB>
                    <a:solidFill>
                      <a:srgbClr val="E7E7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384" y="202819"/>
            <a:ext cx="5969000" cy="391160"/>
          </a:xfrm>
          <a:prstGeom prst="rect">
            <a:avLst/>
          </a:prstGeom>
        </p:spPr>
        <p:txBody>
          <a:bodyPr vert="horz" wrap="square" lIns="0" tIns="12700" rIns="0" bIns="0" rtlCol="0">
            <a:spAutoFit/>
          </a:bodyPr>
          <a:lstStyle/>
          <a:p>
            <a:pPr marL="12700">
              <a:lnSpc>
                <a:spcPct val="100000"/>
              </a:lnSpc>
              <a:spcBef>
                <a:spcPts val="100"/>
              </a:spcBef>
            </a:pPr>
            <a:r>
              <a:rPr sz="2400" dirty="0"/>
              <a:t>Data</a:t>
            </a:r>
            <a:r>
              <a:rPr sz="2400" spc="-40" dirty="0"/>
              <a:t> </a:t>
            </a:r>
            <a:r>
              <a:rPr sz="2400" spc="-20" dirty="0"/>
              <a:t>Types</a:t>
            </a:r>
            <a:r>
              <a:rPr sz="2400" spc="-30" dirty="0"/>
              <a:t> </a:t>
            </a:r>
            <a:r>
              <a:rPr sz="2400" dirty="0"/>
              <a:t>-</a:t>
            </a:r>
            <a:r>
              <a:rPr sz="2400" spc="-10" dirty="0"/>
              <a:t> </a:t>
            </a:r>
            <a:r>
              <a:rPr sz="2400" spc="10" dirty="0">
                <a:solidFill>
                  <a:srgbClr val="000099"/>
                </a:solidFill>
              </a:rPr>
              <a:t>Primary</a:t>
            </a:r>
            <a:r>
              <a:rPr sz="2400" spc="-55" dirty="0">
                <a:solidFill>
                  <a:srgbClr val="000099"/>
                </a:solidFill>
              </a:rPr>
              <a:t> </a:t>
            </a:r>
            <a:r>
              <a:rPr sz="2400" spc="-5" dirty="0">
                <a:solidFill>
                  <a:srgbClr val="000099"/>
                </a:solidFill>
              </a:rPr>
              <a:t>(Fundamental)</a:t>
            </a:r>
            <a:r>
              <a:rPr sz="2400" spc="-45" dirty="0">
                <a:solidFill>
                  <a:srgbClr val="000099"/>
                </a:solidFill>
              </a:rPr>
              <a:t> </a:t>
            </a:r>
            <a:r>
              <a:rPr sz="2400" dirty="0">
                <a:solidFill>
                  <a:srgbClr val="000099"/>
                </a:solidFill>
              </a:rPr>
              <a:t>Datatype</a:t>
            </a:r>
            <a:endParaRPr sz="2400"/>
          </a:p>
        </p:txBody>
      </p:sp>
      <p:graphicFrame>
        <p:nvGraphicFramePr>
          <p:cNvPr id="3" name="object 3"/>
          <p:cNvGraphicFramePr>
            <a:graphicFrameLocks noGrp="1"/>
          </p:cNvGraphicFramePr>
          <p:nvPr/>
        </p:nvGraphicFramePr>
        <p:xfrm>
          <a:off x="1245984" y="1285747"/>
          <a:ext cx="9273540" cy="4586258"/>
        </p:xfrm>
        <a:graphic>
          <a:graphicData uri="http://schemas.openxmlformats.org/drawingml/2006/table">
            <a:tbl>
              <a:tblPr firstRow="1" bandRow="1">
                <a:tableStyleId>{2D5ABB26-0587-4C30-8999-92F81FD0307C}</a:tableStyleId>
              </a:tblPr>
              <a:tblGrid>
                <a:gridCol w="2016125">
                  <a:extLst>
                    <a:ext uri="{9D8B030D-6E8A-4147-A177-3AD203B41FA5}">
                      <a16:colId xmlns:a16="http://schemas.microsoft.com/office/drawing/2014/main" val="20000"/>
                    </a:ext>
                  </a:extLst>
                </a:gridCol>
                <a:gridCol w="2016125">
                  <a:extLst>
                    <a:ext uri="{9D8B030D-6E8A-4147-A177-3AD203B41FA5}">
                      <a16:colId xmlns:a16="http://schemas.microsoft.com/office/drawing/2014/main" val="20001"/>
                    </a:ext>
                  </a:extLst>
                </a:gridCol>
                <a:gridCol w="1633220">
                  <a:extLst>
                    <a:ext uri="{9D8B030D-6E8A-4147-A177-3AD203B41FA5}">
                      <a16:colId xmlns:a16="http://schemas.microsoft.com/office/drawing/2014/main" val="20002"/>
                    </a:ext>
                  </a:extLst>
                </a:gridCol>
                <a:gridCol w="3608070">
                  <a:extLst>
                    <a:ext uri="{9D8B030D-6E8A-4147-A177-3AD203B41FA5}">
                      <a16:colId xmlns:a16="http://schemas.microsoft.com/office/drawing/2014/main" val="20003"/>
                    </a:ext>
                  </a:extLst>
                </a:gridCol>
              </a:tblGrid>
              <a:tr h="406653">
                <a:tc>
                  <a:txBody>
                    <a:bodyPr/>
                    <a:lstStyle/>
                    <a:p>
                      <a:pPr marL="174625">
                        <a:lnSpc>
                          <a:spcPct val="100000"/>
                        </a:lnSpc>
                        <a:spcBef>
                          <a:spcPts val="60"/>
                        </a:spcBef>
                      </a:pPr>
                      <a:r>
                        <a:rPr sz="1800" dirty="0">
                          <a:solidFill>
                            <a:srgbClr val="FFFFFF"/>
                          </a:solidFill>
                          <a:latin typeface="Franklin Gothic Medium"/>
                          <a:cs typeface="Franklin Gothic Medium"/>
                        </a:rPr>
                        <a:t>Data</a:t>
                      </a:r>
                      <a:r>
                        <a:rPr sz="1800" spc="-70"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type</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175260">
                        <a:lnSpc>
                          <a:spcPct val="100000"/>
                        </a:lnSpc>
                        <a:spcBef>
                          <a:spcPts val="60"/>
                        </a:spcBef>
                      </a:pPr>
                      <a:r>
                        <a:rPr sz="1800" dirty="0">
                          <a:solidFill>
                            <a:srgbClr val="FFFFFF"/>
                          </a:solidFill>
                          <a:latin typeface="Franklin Gothic Medium"/>
                          <a:cs typeface="Franklin Gothic Medium"/>
                        </a:rPr>
                        <a:t>Modifiers</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175260">
                        <a:lnSpc>
                          <a:spcPct val="100000"/>
                        </a:lnSpc>
                        <a:spcBef>
                          <a:spcPts val="60"/>
                        </a:spcBef>
                      </a:pPr>
                      <a:r>
                        <a:rPr sz="1800" dirty="0">
                          <a:solidFill>
                            <a:srgbClr val="FFFFFF"/>
                          </a:solidFill>
                          <a:latin typeface="Franklin Gothic Medium"/>
                          <a:cs typeface="Franklin Gothic Medium"/>
                        </a:rPr>
                        <a:t>Size</a:t>
                      </a:r>
                      <a:r>
                        <a:rPr sz="1800" spc="-65" dirty="0">
                          <a:solidFill>
                            <a:srgbClr val="FFFFFF"/>
                          </a:solidFill>
                          <a:latin typeface="Franklin Gothic Medium"/>
                          <a:cs typeface="Franklin Gothic Medium"/>
                        </a:rPr>
                        <a:t> </a:t>
                      </a:r>
                      <a:r>
                        <a:rPr sz="1800" spc="-5" dirty="0">
                          <a:solidFill>
                            <a:srgbClr val="FFFFFF"/>
                          </a:solidFill>
                          <a:latin typeface="Franklin Gothic Medium"/>
                          <a:cs typeface="Franklin Gothic Medium"/>
                        </a:rPr>
                        <a:t>(bytes)</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175260">
                        <a:lnSpc>
                          <a:spcPct val="100000"/>
                        </a:lnSpc>
                        <a:spcBef>
                          <a:spcPts val="60"/>
                        </a:spcBef>
                      </a:pPr>
                      <a:r>
                        <a:rPr sz="1800" spc="5" dirty="0">
                          <a:solidFill>
                            <a:srgbClr val="FFFFFF"/>
                          </a:solidFill>
                          <a:latin typeface="Franklin Gothic Medium"/>
                          <a:cs typeface="Franklin Gothic Medium"/>
                        </a:rPr>
                        <a:t>Range</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0"/>
                  </a:ext>
                </a:extLst>
              </a:tr>
              <a:tr h="411861">
                <a:tc rowSpan="6">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25"/>
                        </a:spcBef>
                      </a:pPr>
                      <a:endParaRPr sz="1650">
                        <a:latin typeface="Times New Roman"/>
                        <a:cs typeface="Times New Roman"/>
                      </a:endParaRPr>
                    </a:p>
                    <a:p>
                      <a:pPr marL="174625">
                        <a:lnSpc>
                          <a:spcPct val="100000"/>
                        </a:lnSpc>
                      </a:pPr>
                      <a:r>
                        <a:rPr sz="1800" dirty="0">
                          <a:latin typeface="Franklin Gothic Medium"/>
                          <a:cs typeface="Franklin Gothic Medium"/>
                        </a:rPr>
                        <a:t>int</a:t>
                      </a:r>
                      <a:endParaRPr sz="1800">
                        <a:latin typeface="Franklin Gothic Medium"/>
                        <a:cs typeface="Franklin Gothic Medium"/>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spc="-5" dirty="0">
                          <a:latin typeface="Franklin Gothic Medium"/>
                          <a:cs typeface="Franklin Gothic Medium"/>
                        </a:rPr>
                        <a:t>signed</a:t>
                      </a:r>
                      <a:r>
                        <a:rPr sz="1800" spc="-3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2</a:t>
                      </a:r>
                      <a:r>
                        <a:rPr sz="1800" spc="-35" dirty="0">
                          <a:latin typeface="Franklin Gothic Medium"/>
                          <a:cs typeface="Franklin Gothic Medium"/>
                        </a:rPr>
                        <a:t> </a:t>
                      </a:r>
                      <a:r>
                        <a:rPr sz="1800" spc="-15" dirty="0">
                          <a:latin typeface="Franklin Gothic Medium"/>
                          <a:cs typeface="Franklin Gothic Medium"/>
                        </a:rPr>
                        <a:t>(16</a:t>
                      </a:r>
                      <a:r>
                        <a:rPr sz="1800" spc="-45" dirty="0">
                          <a:latin typeface="Franklin Gothic Medium"/>
                          <a:cs typeface="Franklin Gothic Medium"/>
                        </a:rPr>
                        <a:t> </a:t>
                      </a:r>
                      <a:r>
                        <a:rPr sz="1800" dirty="0">
                          <a:latin typeface="Franklin Gothic Medium"/>
                          <a:cs typeface="Franklin Gothic Medium"/>
                        </a:rPr>
                        <a:t>bits)</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spc="-25" dirty="0">
                          <a:latin typeface="Franklin Gothic Medium"/>
                          <a:cs typeface="Franklin Gothic Medium"/>
                        </a:rPr>
                        <a:t>-32768</a:t>
                      </a:r>
                      <a:r>
                        <a:rPr sz="1800" spc="-50" dirty="0">
                          <a:latin typeface="Franklin Gothic Medium"/>
                          <a:cs typeface="Franklin Gothic Medium"/>
                        </a:rPr>
                        <a:t> </a:t>
                      </a:r>
                      <a:r>
                        <a:rPr sz="1800" spc="-25" dirty="0">
                          <a:latin typeface="Franklin Gothic Medium"/>
                          <a:cs typeface="Franklin Gothic Medium"/>
                        </a:rPr>
                        <a:t>to </a:t>
                      </a:r>
                      <a:r>
                        <a:rPr sz="1800" spc="-30" dirty="0">
                          <a:latin typeface="Franklin Gothic Medium"/>
                          <a:cs typeface="Franklin Gothic Medium"/>
                        </a:rPr>
                        <a:t>32767</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1"/>
                  </a:ext>
                </a:extLst>
              </a:tr>
              <a:tr h="411988">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unsigned</a:t>
                      </a:r>
                      <a:r>
                        <a:rPr sz="1800" spc="-3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2</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0</a:t>
                      </a:r>
                      <a:r>
                        <a:rPr sz="1800" spc="-35" dirty="0">
                          <a:latin typeface="Franklin Gothic Medium"/>
                          <a:cs typeface="Franklin Gothic Medium"/>
                        </a:rPr>
                        <a:t> </a:t>
                      </a:r>
                      <a:r>
                        <a:rPr sz="1800" spc="-25" dirty="0">
                          <a:latin typeface="Franklin Gothic Medium"/>
                          <a:cs typeface="Franklin Gothic Medium"/>
                        </a:rPr>
                        <a:t>to </a:t>
                      </a:r>
                      <a:r>
                        <a:rPr sz="1800" spc="-5" dirty="0">
                          <a:latin typeface="Franklin Gothic Medium"/>
                          <a:cs typeface="Franklin Gothic Medium"/>
                        </a:rPr>
                        <a:t>65535</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2"/>
                  </a:ext>
                </a:extLst>
              </a:tr>
              <a:tr h="411861">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short</a:t>
                      </a:r>
                      <a:r>
                        <a:rPr sz="1800" spc="-4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1</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0"/>
                        </a:spcBef>
                      </a:pPr>
                      <a:r>
                        <a:rPr sz="1800" dirty="0">
                          <a:latin typeface="Franklin Gothic Medium"/>
                          <a:cs typeface="Franklin Gothic Medium"/>
                        </a:rPr>
                        <a:t>-128</a:t>
                      </a:r>
                      <a:r>
                        <a:rPr sz="1800" spc="-45"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10" dirty="0">
                          <a:latin typeface="Franklin Gothic Medium"/>
                          <a:cs typeface="Franklin Gothic Medium"/>
                        </a:rPr>
                        <a:t>127</a:t>
                      </a:r>
                      <a:endParaRPr sz="1800">
                        <a:latin typeface="Franklin Gothic Medium"/>
                        <a:cs typeface="Franklin Gothic Medium"/>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3"/>
                  </a:ext>
                </a:extLst>
              </a:tr>
              <a:tr h="434848">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long</a:t>
                      </a:r>
                      <a:r>
                        <a:rPr sz="1800" spc="-5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4</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spc="-35" dirty="0">
                          <a:latin typeface="Franklin Gothic Medium"/>
                          <a:cs typeface="Franklin Gothic Medium"/>
                        </a:rPr>
                        <a:t>-2147483648</a:t>
                      </a:r>
                      <a:r>
                        <a:rPr sz="1800" spc="-60"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45" dirty="0">
                          <a:latin typeface="Franklin Gothic Medium"/>
                          <a:cs typeface="Franklin Gothic Medium"/>
                        </a:rPr>
                        <a:t>2147483647</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4"/>
                  </a:ext>
                </a:extLst>
              </a:tr>
              <a:tr h="424433">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unsigned</a:t>
                      </a:r>
                      <a:r>
                        <a:rPr sz="1800" spc="-20" dirty="0">
                          <a:latin typeface="Franklin Gothic Medium"/>
                          <a:cs typeface="Franklin Gothic Medium"/>
                        </a:rPr>
                        <a:t> </a:t>
                      </a:r>
                      <a:r>
                        <a:rPr sz="1800" dirty="0">
                          <a:latin typeface="Franklin Gothic Medium"/>
                          <a:cs typeface="Franklin Gothic Medium"/>
                        </a:rPr>
                        <a:t>short</a:t>
                      </a:r>
                      <a:r>
                        <a:rPr sz="1800" spc="-3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1</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0</a:t>
                      </a:r>
                      <a:r>
                        <a:rPr sz="1800" spc="-35"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5" dirty="0">
                          <a:latin typeface="Franklin Gothic Medium"/>
                          <a:cs typeface="Franklin Gothic Medium"/>
                        </a:rPr>
                        <a:t>255</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5"/>
                  </a:ext>
                </a:extLst>
              </a:tr>
              <a:tr h="424433">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spc="-5" dirty="0">
                          <a:latin typeface="Franklin Gothic Medium"/>
                          <a:cs typeface="Franklin Gothic Medium"/>
                        </a:rPr>
                        <a:t>unsigned</a:t>
                      </a:r>
                      <a:r>
                        <a:rPr sz="1800" spc="-15" dirty="0">
                          <a:latin typeface="Franklin Gothic Medium"/>
                          <a:cs typeface="Franklin Gothic Medium"/>
                        </a:rPr>
                        <a:t> </a:t>
                      </a:r>
                      <a:r>
                        <a:rPr sz="1800" spc="-5" dirty="0">
                          <a:latin typeface="Franklin Gothic Medium"/>
                          <a:cs typeface="Franklin Gothic Medium"/>
                        </a:rPr>
                        <a:t>long</a:t>
                      </a:r>
                      <a:r>
                        <a:rPr sz="1800" spc="-20" dirty="0">
                          <a:latin typeface="Franklin Gothic Medium"/>
                          <a:cs typeface="Franklin Gothic Medium"/>
                        </a:rPr>
                        <a:t> </a:t>
                      </a:r>
                      <a:r>
                        <a:rPr sz="1800" spc="-5" dirty="0">
                          <a:latin typeface="Franklin Gothic Medium"/>
                          <a:cs typeface="Franklin Gothic Medium"/>
                        </a:rPr>
                        <a:t>int</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4</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0</a:t>
                      </a:r>
                      <a:r>
                        <a:rPr sz="1800" spc="-40"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5" dirty="0">
                          <a:latin typeface="Franklin Gothic Medium"/>
                          <a:cs typeface="Franklin Gothic Medium"/>
                        </a:rPr>
                        <a:t>4294967295</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6"/>
                  </a:ext>
                </a:extLst>
              </a:tr>
              <a:tr h="411988">
                <a:tc rowSpan="2">
                  <a:txBody>
                    <a:bodyPr/>
                    <a:lstStyle/>
                    <a:p>
                      <a:pPr>
                        <a:lnSpc>
                          <a:spcPct val="100000"/>
                        </a:lnSpc>
                        <a:spcBef>
                          <a:spcPts val="10"/>
                        </a:spcBef>
                      </a:pPr>
                      <a:endParaRPr sz="1900">
                        <a:latin typeface="Times New Roman"/>
                        <a:cs typeface="Times New Roman"/>
                      </a:endParaRPr>
                    </a:p>
                    <a:p>
                      <a:pPr marL="174625">
                        <a:lnSpc>
                          <a:spcPct val="100000"/>
                        </a:lnSpc>
                      </a:pPr>
                      <a:r>
                        <a:rPr sz="1800" dirty="0">
                          <a:latin typeface="Franklin Gothic Medium"/>
                          <a:cs typeface="Franklin Gothic Medium"/>
                        </a:rPr>
                        <a:t>char</a:t>
                      </a:r>
                      <a:endParaRPr sz="1800">
                        <a:latin typeface="Franklin Gothic Medium"/>
                        <a:cs typeface="Franklin Gothic Medium"/>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spc="-5" dirty="0">
                          <a:latin typeface="Franklin Gothic Medium"/>
                          <a:cs typeface="Franklin Gothic Medium"/>
                        </a:rPr>
                        <a:t>signed</a:t>
                      </a:r>
                      <a:r>
                        <a:rPr sz="1800" spc="-35" dirty="0">
                          <a:latin typeface="Franklin Gothic Medium"/>
                          <a:cs typeface="Franklin Gothic Medium"/>
                        </a:rPr>
                        <a:t> </a:t>
                      </a:r>
                      <a:r>
                        <a:rPr sz="1800" dirty="0">
                          <a:latin typeface="Franklin Gothic Medium"/>
                          <a:cs typeface="Franklin Gothic Medium"/>
                        </a:rPr>
                        <a:t>char</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dirty="0">
                          <a:latin typeface="Franklin Gothic Medium"/>
                          <a:cs typeface="Franklin Gothic Medium"/>
                        </a:rPr>
                        <a:t>1</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dirty="0">
                          <a:latin typeface="Franklin Gothic Medium"/>
                          <a:cs typeface="Franklin Gothic Medium"/>
                        </a:rPr>
                        <a:t>-128</a:t>
                      </a:r>
                      <a:r>
                        <a:rPr sz="1800" spc="-45"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10" dirty="0">
                          <a:latin typeface="Franklin Gothic Medium"/>
                          <a:cs typeface="Franklin Gothic Medium"/>
                        </a:rPr>
                        <a:t>127</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extLst>
                  <a:ext uri="{0D108BD9-81ED-4DB2-BD59-A6C34878D82A}">
                    <a16:rowId xmlns:a16="http://schemas.microsoft.com/office/drawing/2014/main" val="10007"/>
                  </a:ext>
                </a:extLst>
              </a:tr>
              <a:tr h="424433">
                <a:tc vMerge="1">
                  <a:txBody>
                    <a:bodyPr/>
                    <a:lstStyle/>
                    <a:p>
                      <a:endParaRPr/>
                    </a:p>
                  </a:txBody>
                  <a:tcPr marL="0" marR="0" marT="12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dirty="0">
                          <a:latin typeface="Franklin Gothic Medium"/>
                          <a:cs typeface="Franklin Gothic Medium"/>
                        </a:rPr>
                        <a:t>unsigned</a:t>
                      </a:r>
                      <a:r>
                        <a:rPr sz="1800" spc="-30" dirty="0">
                          <a:latin typeface="Franklin Gothic Medium"/>
                          <a:cs typeface="Franklin Gothic Medium"/>
                        </a:rPr>
                        <a:t> </a:t>
                      </a:r>
                      <a:r>
                        <a:rPr sz="1800" dirty="0">
                          <a:latin typeface="Franklin Gothic Medium"/>
                          <a:cs typeface="Franklin Gothic Medium"/>
                        </a:rPr>
                        <a:t>char</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dirty="0">
                          <a:latin typeface="Franklin Gothic Medium"/>
                          <a:cs typeface="Franklin Gothic Medium"/>
                        </a:rPr>
                        <a:t>1</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75260">
                        <a:lnSpc>
                          <a:spcPct val="100000"/>
                        </a:lnSpc>
                        <a:spcBef>
                          <a:spcPts val="65"/>
                        </a:spcBef>
                      </a:pPr>
                      <a:r>
                        <a:rPr sz="1800" dirty="0">
                          <a:latin typeface="Franklin Gothic Medium"/>
                          <a:cs typeface="Franklin Gothic Medium"/>
                        </a:rPr>
                        <a:t>0</a:t>
                      </a:r>
                      <a:r>
                        <a:rPr sz="1800" spc="-35" dirty="0">
                          <a:latin typeface="Franklin Gothic Medium"/>
                          <a:cs typeface="Franklin Gothic Medium"/>
                        </a:rPr>
                        <a:t> </a:t>
                      </a:r>
                      <a:r>
                        <a:rPr sz="1800" spc="-25" dirty="0">
                          <a:latin typeface="Franklin Gothic Medium"/>
                          <a:cs typeface="Franklin Gothic Medium"/>
                        </a:rPr>
                        <a:t>to</a:t>
                      </a:r>
                      <a:r>
                        <a:rPr sz="1800" spc="-30" dirty="0">
                          <a:latin typeface="Franklin Gothic Medium"/>
                          <a:cs typeface="Franklin Gothic Medium"/>
                        </a:rPr>
                        <a:t> </a:t>
                      </a:r>
                      <a:r>
                        <a:rPr sz="1800" spc="-5" dirty="0">
                          <a:latin typeface="Franklin Gothic Medium"/>
                          <a:cs typeface="Franklin Gothic Medium"/>
                        </a:rPr>
                        <a:t>255</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extLst>
                  <a:ext uri="{0D108BD9-81ED-4DB2-BD59-A6C34878D82A}">
                    <a16:rowId xmlns:a16="http://schemas.microsoft.com/office/drawing/2014/main" val="10008"/>
                  </a:ext>
                </a:extLst>
              </a:tr>
              <a:tr h="411861">
                <a:tc rowSpan="2">
                  <a:txBody>
                    <a:bodyPr/>
                    <a:lstStyle/>
                    <a:p>
                      <a:pPr>
                        <a:lnSpc>
                          <a:spcPct val="100000"/>
                        </a:lnSpc>
                        <a:spcBef>
                          <a:spcPts val="20"/>
                        </a:spcBef>
                      </a:pPr>
                      <a:endParaRPr sz="1850">
                        <a:latin typeface="Times New Roman"/>
                        <a:cs typeface="Times New Roman"/>
                      </a:endParaRPr>
                    </a:p>
                    <a:p>
                      <a:pPr marL="174625">
                        <a:lnSpc>
                          <a:spcPct val="100000"/>
                        </a:lnSpc>
                      </a:pPr>
                      <a:r>
                        <a:rPr sz="1800" dirty="0">
                          <a:latin typeface="Franklin Gothic Medium"/>
                          <a:cs typeface="Franklin Gothic Medium"/>
                        </a:rPr>
                        <a:t>double</a:t>
                      </a:r>
                      <a:endParaRPr sz="1800">
                        <a:latin typeface="Franklin Gothic Medium"/>
                        <a:cs typeface="Franklin Gothic Medium"/>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70"/>
                        </a:spcBef>
                      </a:pPr>
                      <a:r>
                        <a:rPr sz="1800" dirty="0">
                          <a:latin typeface="Franklin Gothic Medium"/>
                          <a:cs typeface="Franklin Gothic Medium"/>
                        </a:rPr>
                        <a:t>double</a:t>
                      </a:r>
                      <a:endParaRPr sz="1800">
                        <a:latin typeface="Franklin Gothic Medium"/>
                        <a:cs typeface="Franklin Gothic Medium"/>
                      </a:endParaRPr>
                    </a:p>
                  </a:txBody>
                  <a:tcPr marL="0" marR="0" marT="88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70"/>
                        </a:spcBef>
                      </a:pPr>
                      <a:r>
                        <a:rPr sz="1800" dirty="0">
                          <a:latin typeface="Franklin Gothic Medium"/>
                          <a:cs typeface="Franklin Gothic Medium"/>
                        </a:rPr>
                        <a:t>8</a:t>
                      </a:r>
                      <a:endParaRPr sz="1800">
                        <a:latin typeface="Franklin Gothic Medium"/>
                        <a:cs typeface="Franklin Gothic Medium"/>
                      </a:endParaRPr>
                    </a:p>
                  </a:txBody>
                  <a:tcPr marL="0" marR="0" marT="88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70"/>
                        </a:spcBef>
                      </a:pPr>
                      <a:r>
                        <a:rPr sz="1800" spc="10" dirty="0">
                          <a:latin typeface="Franklin Gothic Medium"/>
                          <a:cs typeface="Franklin Gothic Medium"/>
                        </a:rPr>
                        <a:t>1.7</a:t>
                      </a:r>
                      <a:r>
                        <a:rPr sz="1800" spc="-25" dirty="0">
                          <a:latin typeface="Franklin Gothic Medium"/>
                          <a:cs typeface="Franklin Gothic Medium"/>
                        </a:rPr>
                        <a:t> </a:t>
                      </a:r>
                      <a:r>
                        <a:rPr sz="1800" spc="-5" dirty="0">
                          <a:latin typeface="Franklin Gothic Medium"/>
                          <a:cs typeface="Franklin Gothic Medium"/>
                        </a:rPr>
                        <a:t>e</a:t>
                      </a:r>
                      <a:r>
                        <a:rPr sz="1800" spc="-7" baseline="25462" dirty="0">
                          <a:latin typeface="Franklin Gothic Medium"/>
                          <a:cs typeface="Franklin Gothic Medium"/>
                        </a:rPr>
                        <a:t>-308</a:t>
                      </a:r>
                      <a:r>
                        <a:rPr sz="1800" spc="187" baseline="25462" dirty="0">
                          <a:latin typeface="Franklin Gothic Medium"/>
                          <a:cs typeface="Franklin Gothic Medium"/>
                        </a:rPr>
                        <a:t> </a:t>
                      </a:r>
                      <a:r>
                        <a:rPr sz="1800" spc="-25" dirty="0">
                          <a:latin typeface="Franklin Gothic Medium"/>
                          <a:cs typeface="Franklin Gothic Medium"/>
                        </a:rPr>
                        <a:t>to</a:t>
                      </a:r>
                      <a:r>
                        <a:rPr sz="1800" spc="-15" dirty="0">
                          <a:latin typeface="Franklin Gothic Medium"/>
                          <a:cs typeface="Franklin Gothic Medium"/>
                        </a:rPr>
                        <a:t> </a:t>
                      </a:r>
                      <a:r>
                        <a:rPr sz="1800" spc="10" dirty="0">
                          <a:latin typeface="Franklin Gothic Medium"/>
                          <a:cs typeface="Franklin Gothic Medium"/>
                        </a:rPr>
                        <a:t>1.7</a:t>
                      </a:r>
                      <a:r>
                        <a:rPr sz="1800" spc="-20" dirty="0">
                          <a:latin typeface="Franklin Gothic Medium"/>
                          <a:cs typeface="Franklin Gothic Medium"/>
                        </a:rPr>
                        <a:t> </a:t>
                      </a:r>
                      <a:r>
                        <a:rPr sz="1800" dirty="0">
                          <a:latin typeface="Franklin Gothic Medium"/>
                          <a:cs typeface="Franklin Gothic Medium"/>
                        </a:rPr>
                        <a:t>e</a:t>
                      </a:r>
                      <a:r>
                        <a:rPr sz="1800" baseline="25462" dirty="0">
                          <a:latin typeface="Franklin Gothic Medium"/>
                          <a:cs typeface="Franklin Gothic Medium"/>
                        </a:rPr>
                        <a:t>308</a:t>
                      </a:r>
                      <a:endParaRPr sz="1800" baseline="25462">
                        <a:latin typeface="Franklin Gothic Medium"/>
                        <a:cs typeface="Franklin Gothic Medium"/>
                      </a:endParaRPr>
                    </a:p>
                  </a:txBody>
                  <a:tcPr marL="0" marR="0" marT="88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09"/>
                  </a:ext>
                </a:extLst>
              </a:tr>
              <a:tr h="411899">
                <a:tc vMerge="1">
                  <a:txBody>
                    <a:bodyPr/>
                    <a:lstStyle/>
                    <a:p>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dirty="0">
                          <a:latin typeface="Franklin Gothic Medium"/>
                          <a:cs typeface="Franklin Gothic Medium"/>
                        </a:rPr>
                        <a:t>long</a:t>
                      </a:r>
                      <a:r>
                        <a:rPr sz="1800" spc="-55" dirty="0">
                          <a:latin typeface="Franklin Gothic Medium"/>
                          <a:cs typeface="Franklin Gothic Medium"/>
                        </a:rPr>
                        <a:t> </a:t>
                      </a:r>
                      <a:r>
                        <a:rPr sz="1800" dirty="0">
                          <a:latin typeface="Franklin Gothic Medium"/>
                          <a:cs typeface="Franklin Gothic Medium"/>
                        </a:rPr>
                        <a:t>double</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spc="-10" dirty="0">
                          <a:latin typeface="Franklin Gothic Medium"/>
                          <a:cs typeface="Franklin Gothic Medium"/>
                        </a:rPr>
                        <a:t>10</a:t>
                      </a:r>
                      <a:endParaRPr sz="1800">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tc>
                  <a:txBody>
                    <a:bodyPr/>
                    <a:lstStyle/>
                    <a:p>
                      <a:pPr marL="175260">
                        <a:lnSpc>
                          <a:spcPct val="100000"/>
                        </a:lnSpc>
                        <a:spcBef>
                          <a:spcPts val="65"/>
                        </a:spcBef>
                      </a:pPr>
                      <a:r>
                        <a:rPr sz="1800" spc="-5" dirty="0">
                          <a:latin typeface="Franklin Gothic Medium"/>
                          <a:cs typeface="Franklin Gothic Medium"/>
                        </a:rPr>
                        <a:t>3.4</a:t>
                      </a:r>
                      <a:r>
                        <a:rPr sz="1800" spc="-30" dirty="0">
                          <a:latin typeface="Franklin Gothic Medium"/>
                          <a:cs typeface="Franklin Gothic Medium"/>
                        </a:rPr>
                        <a:t> </a:t>
                      </a:r>
                      <a:r>
                        <a:rPr sz="1800" dirty="0">
                          <a:latin typeface="Franklin Gothic Medium"/>
                          <a:cs typeface="Franklin Gothic Medium"/>
                        </a:rPr>
                        <a:t>e</a:t>
                      </a:r>
                      <a:r>
                        <a:rPr sz="1800" baseline="25462" dirty="0">
                          <a:latin typeface="Franklin Gothic Medium"/>
                          <a:cs typeface="Franklin Gothic Medium"/>
                        </a:rPr>
                        <a:t>-4932</a:t>
                      </a:r>
                      <a:r>
                        <a:rPr sz="1800" spc="157" baseline="25462" dirty="0">
                          <a:latin typeface="Franklin Gothic Medium"/>
                          <a:cs typeface="Franklin Gothic Medium"/>
                        </a:rPr>
                        <a:t> </a:t>
                      </a:r>
                      <a:r>
                        <a:rPr sz="1800" spc="-25" dirty="0">
                          <a:latin typeface="Franklin Gothic Medium"/>
                          <a:cs typeface="Franklin Gothic Medium"/>
                        </a:rPr>
                        <a:t>to</a:t>
                      </a:r>
                      <a:r>
                        <a:rPr sz="1800" spc="-15" dirty="0">
                          <a:latin typeface="Franklin Gothic Medium"/>
                          <a:cs typeface="Franklin Gothic Medium"/>
                        </a:rPr>
                        <a:t> </a:t>
                      </a:r>
                      <a:r>
                        <a:rPr sz="1800" spc="-5" dirty="0">
                          <a:latin typeface="Franklin Gothic Medium"/>
                          <a:cs typeface="Franklin Gothic Medium"/>
                        </a:rPr>
                        <a:t>3.4</a:t>
                      </a:r>
                      <a:r>
                        <a:rPr sz="1800" spc="-20" dirty="0">
                          <a:latin typeface="Franklin Gothic Medium"/>
                          <a:cs typeface="Franklin Gothic Medium"/>
                        </a:rPr>
                        <a:t> </a:t>
                      </a:r>
                      <a:r>
                        <a:rPr sz="1800" dirty="0">
                          <a:latin typeface="Franklin Gothic Medium"/>
                          <a:cs typeface="Franklin Gothic Medium"/>
                        </a:rPr>
                        <a:t>e</a:t>
                      </a:r>
                      <a:r>
                        <a:rPr sz="1800" baseline="25462" dirty="0">
                          <a:latin typeface="Franklin Gothic Medium"/>
                          <a:cs typeface="Franklin Gothic Medium"/>
                        </a:rPr>
                        <a:t>4932</a:t>
                      </a:r>
                      <a:endParaRPr sz="1800" baseline="25462">
                        <a:latin typeface="Franklin Gothic Medium"/>
                        <a:cs typeface="Franklin Gothic Medium"/>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BCD6ED"/>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2000" y="381000"/>
            <a:ext cx="10135718" cy="5755422"/>
          </a:xfrm>
        </p:spPr>
        <p:txBody>
          <a:bodyPr>
            <a:noAutofit/>
          </a:bodyPr>
          <a:lstStyle/>
          <a:p>
            <a:pPr marL="0" indent="0" algn="just">
              <a:buNone/>
            </a:pPr>
            <a:r>
              <a:rPr lang="en-US" sz="1400" cap="none" dirty="0">
                <a:latin typeface="Times New Roman" panose="02020603050405020304" pitchFamily="18" charset="0"/>
                <a:cs typeface="Times New Roman" panose="02020603050405020304" pitchFamily="18" charset="0"/>
              </a:rPr>
              <a:t>#include &lt;</a:t>
            </a:r>
            <a:r>
              <a:rPr lang="en-US" sz="1400" cap="none" dirty="0" err="1">
                <a:latin typeface="Times New Roman" panose="02020603050405020304" pitchFamily="18" charset="0"/>
                <a:cs typeface="Times New Roman" panose="02020603050405020304" pitchFamily="18" charset="0"/>
              </a:rPr>
              <a:t>stdio.h</a:t>
            </a:r>
            <a:r>
              <a:rPr lang="en-US" sz="1400" cap="none" dirty="0">
                <a:latin typeface="Times New Roman" panose="02020603050405020304" pitchFamily="18" charset="0"/>
                <a:cs typeface="Times New Roman" panose="02020603050405020304" pitchFamily="18" charset="0"/>
              </a:rPr>
              <a:t>&gt;</a:t>
            </a:r>
          </a:p>
          <a:p>
            <a:pPr marL="0" indent="0" algn="just">
              <a:buNone/>
            </a:pPr>
            <a:r>
              <a:rPr lang="en-US" sz="1400" cap="none" dirty="0">
                <a:latin typeface="Times New Roman" panose="02020603050405020304" pitchFamily="18" charset="0"/>
                <a:cs typeface="Times New Roman" panose="02020603050405020304" pitchFamily="18" charset="0"/>
              </a:rPr>
              <a:t> int main()</a:t>
            </a:r>
          </a:p>
          <a:p>
            <a:pPr marL="0" indent="0" algn="just">
              <a:buNone/>
            </a:pPr>
            <a:r>
              <a:rPr lang="en-US" sz="1400" cap="none" dirty="0">
                <a:latin typeface="Times New Roman" panose="02020603050405020304" pitchFamily="18" charset="0"/>
                <a:cs typeface="Times New Roman" panose="02020603050405020304" pitchFamily="18" charset="0"/>
              </a:rPr>
              <a:t>{    </a:t>
            </a:r>
          </a:p>
          <a:p>
            <a:pPr marL="0" indent="0" algn="just">
              <a:buNone/>
            </a:pPr>
            <a:r>
              <a:rPr lang="en-US" sz="1400" cap="none" dirty="0">
                <a:latin typeface="Times New Roman" panose="02020603050405020304" pitchFamily="18" charset="0"/>
                <a:cs typeface="Times New Roman" panose="02020603050405020304" pitchFamily="18" charset="0"/>
              </a:rPr>
              <a:t>// integer value with positive data.   </a:t>
            </a:r>
          </a:p>
          <a:p>
            <a:pPr marL="0" indent="0" algn="just">
              <a:buNone/>
            </a:pPr>
            <a:r>
              <a:rPr lang="en-US" sz="1400" cap="none" dirty="0">
                <a:latin typeface="Times New Roman" panose="02020603050405020304" pitchFamily="18" charset="0"/>
                <a:cs typeface="Times New Roman" panose="02020603050405020304" pitchFamily="18" charset="0"/>
              </a:rPr>
              <a:t> int a = 9;      </a:t>
            </a:r>
          </a:p>
          <a:p>
            <a:pPr marL="0" indent="0" algn="just">
              <a:buNone/>
            </a:pPr>
            <a:r>
              <a:rPr lang="en-US" sz="1400" cap="none" dirty="0">
                <a:latin typeface="Times New Roman" panose="02020603050405020304" pitchFamily="18" charset="0"/>
                <a:cs typeface="Times New Roman" panose="02020603050405020304" pitchFamily="18" charset="0"/>
              </a:rPr>
              <a:t> // integer value with negative data.  </a:t>
            </a:r>
          </a:p>
          <a:p>
            <a:pPr marL="0" indent="0" algn="just">
              <a:buNone/>
            </a:pPr>
            <a:r>
              <a:rPr lang="en-US" sz="1400" cap="none" dirty="0">
                <a:latin typeface="Times New Roman" panose="02020603050405020304" pitchFamily="18" charset="0"/>
                <a:cs typeface="Times New Roman" panose="02020603050405020304" pitchFamily="18" charset="0"/>
              </a:rPr>
              <a:t>int b = -9;      </a:t>
            </a:r>
          </a:p>
          <a:p>
            <a:pPr marL="0" indent="0" algn="just">
              <a:buNone/>
            </a:pPr>
            <a:r>
              <a:rPr lang="en-US" sz="1400" cap="none" dirty="0">
                <a:latin typeface="Times New Roman" panose="02020603050405020304" pitchFamily="18" charset="0"/>
                <a:cs typeface="Times New Roman" panose="02020603050405020304" pitchFamily="18" charset="0"/>
              </a:rPr>
              <a:t> // u or u is used for unsigned int in c.   </a:t>
            </a:r>
          </a:p>
          <a:p>
            <a:pPr marL="0" indent="0" algn="just">
              <a:buNone/>
            </a:pPr>
            <a:r>
              <a:rPr lang="en-US" sz="1400" cap="none" dirty="0">
                <a:latin typeface="Times New Roman" panose="02020603050405020304" pitchFamily="18" charset="0"/>
                <a:cs typeface="Times New Roman" panose="02020603050405020304" pitchFamily="18" charset="0"/>
              </a:rPr>
              <a:t>unsigned int c = 89;      </a:t>
            </a:r>
          </a:p>
          <a:p>
            <a:pPr marL="0" indent="0" algn="just">
              <a:buNone/>
            </a:pPr>
            <a:r>
              <a:rPr lang="en-US" sz="1400" cap="none" dirty="0">
                <a:latin typeface="Times New Roman" panose="02020603050405020304" pitchFamily="18" charset="0"/>
                <a:cs typeface="Times New Roman" panose="02020603050405020304" pitchFamily="18" charset="0"/>
              </a:rPr>
              <a:t>// l or l is used for long int in c.   </a:t>
            </a:r>
          </a:p>
          <a:p>
            <a:pPr marL="0" indent="0" algn="just">
              <a:buNone/>
            </a:pPr>
            <a:r>
              <a:rPr lang="en-US" sz="1400" cap="none" dirty="0">
                <a:latin typeface="Times New Roman" panose="02020603050405020304" pitchFamily="18" charset="0"/>
                <a:cs typeface="Times New Roman" panose="02020603050405020304" pitchFamily="18" charset="0"/>
              </a:rPr>
              <a:t>long int d = 99998l;   </a:t>
            </a:r>
          </a:p>
          <a:p>
            <a:pPr marL="0" indent="0" algn="just">
              <a:buNone/>
            </a:pPr>
            <a:r>
              <a:rPr lang="en-US" sz="1400" cap="none" dirty="0" err="1">
                <a:latin typeface="Times New Roman" panose="02020603050405020304" pitchFamily="18" charset="0"/>
                <a:cs typeface="Times New Roman" panose="02020603050405020304" pitchFamily="18" charset="0"/>
              </a:rPr>
              <a:t>printf</a:t>
            </a:r>
            <a:r>
              <a:rPr lang="en-US" sz="1400" cap="none" dirty="0">
                <a:latin typeface="Times New Roman" panose="02020603050405020304" pitchFamily="18" charset="0"/>
                <a:cs typeface="Times New Roman" panose="02020603050405020304" pitchFamily="18" charset="0"/>
              </a:rPr>
              <a:t>("integer value with positive data: %d\n", a);    </a:t>
            </a:r>
          </a:p>
          <a:p>
            <a:pPr marL="0" indent="0" algn="just">
              <a:buNone/>
            </a:pPr>
            <a:r>
              <a:rPr lang="en-US" sz="1400" cap="none" dirty="0" err="1">
                <a:latin typeface="Times New Roman" panose="02020603050405020304" pitchFamily="18" charset="0"/>
                <a:cs typeface="Times New Roman" panose="02020603050405020304" pitchFamily="18" charset="0"/>
              </a:rPr>
              <a:t>printf</a:t>
            </a:r>
            <a:r>
              <a:rPr lang="en-US" sz="1400" cap="none" dirty="0">
                <a:latin typeface="Times New Roman" panose="02020603050405020304" pitchFamily="18" charset="0"/>
                <a:cs typeface="Times New Roman" panose="02020603050405020304" pitchFamily="18" charset="0"/>
              </a:rPr>
              <a:t>("integer value with negative data: %u\n", b);  </a:t>
            </a:r>
          </a:p>
          <a:p>
            <a:pPr marL="0" indent="0" algn="just">
              <a:buNone/>
            </a:pPr>
            <a:r>
              <a:rPr lang="en-US" sz="1400" cap="none" dirty="0" err="1">
                <a:latin typeface="Times New Roman" panose="02020603050405020304" pitchFamily="18" charset="0"/>
                <a:cs typeface="Times New Roman" panose="02020603050405020304" pitchFamily="18" charset="0"/>
              </a:rPr>
              <a:t>printf</a:t>
            </a:r>
            <a:r>
              <a:rPr lang="en-US" sz="1400" cap="none" dirty="0">
                <a:latin typeface="Times New Roman" panose="02020603050405020304" pitchFamily="18" charset="0"/>
                <a:cs typeface="Times New Roman" panose="02020603050405020304" pitchFamily="18" charset="0"/>
              </a:rPr>
              <a:t>("integer value with an unsigned int data: %u\n", c);   </a:t>
            </a:r>
          </a:p>
          <a:p>
            <a:pPr marL="0" indent="0" algn="just">
              <a:buNone/>
            </a:pPr>
            <a:r>
              <a:rPr lang="en-US" sz="1400" cap="none" dirty="0" err="1">
                <a:latin typeface="Times New Roman" panose="02020603050405020304" pitchFamily="18" charset="0"/>
                <a:cs typeface="Times New Roman" panose="02020603050405020304" pitchFamily="18" charset="0"/>
              </a:rPr>
              <a:t>printf</a:t>
            </a:r>
            <a:r>
              <a:rPr lang="en-US" sz="1400" cap="none" dirty="0">
                <a:latin typeface="Times New Roman" panose="02020603050405020304" pitchFamily="18" charset="0"/>
                <a:cs typeface="Times New Roman" panose="02020603050405020304" pitchFamily="18" charset="0"/>
              </a:rPr>
              <a:t>("integer value with an long int data: %</a:t>
            </a:r>
            <a:r>
              <a:rPr lang="en-US" sz="1400" cap="none" dirty="0" err="1">
                <a:latin typeface="Times New Roman" panose="02020603050405020304" pitchFamily="18" charset="0"/>
                <a:cs typeface="Times New Roman" panose="02020603050405020304" pitchFamily="18" charset="0"/>
              </a:rPr>
              <a:t>ld</a:t>
            </a:r>
            <a:r>
              <a:rPr lang="en-US" sz="1400" cap="none" dirty="0">
                <a:latin typeface="Times New Roman" panose="02020603050405020304" pitchFamily="18" charset="0"/>
                <a:cs typeface="Times New Roman" panose="02020603050405020304" pitchFamily="18" charset="0"/>
              </a:rPr>
              <a:t>", d);    </a:t>
            </a:r>
          </a:p>
          <a:p>
            <a:pPr marL="0" indent="0" algn="just">
              <a:buNone/>
            </a:pPr>
            <a:r>
              <a:rPr lang="en-US" sz="1400" cap="none" dirty="0">
                <a:latin typeface="Times New Roman" panose="02020603050405020304" pitchFamily="18" charset="0"/>
                <a:cs typeface="Times New Roman" panose="02020603050405020304" pitchFamily="18" charset="0"/>
              </a:rPr>
              <a:t>return 0;</a:t>
            </a:r>
          </a:p>
          <a:p>
            <a:pPr marL="0" indent="0" algn="just">
              <a:buNone/>
            </a:pPr>
            <a:r>
              <a:rPr lang="en-US" sz="1400" cap="none"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486874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p:cNvSpPr>
            <a:spLocks noGrp="1" noChangeArrowheads="1"/>
          </p:cNvSpPr>
          <p:nvPr>
            <p:ph type="body" idx="1"/>
          </p:nvPr>
        </p:nvSpPr>
        <p:spPr bwMode="auto">
          <a:xfrm>
            <a:off x="1066800" y="228600"/>
            <a:ext cx="75438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808080"/>
                </a:solidFill>
                <a:effectLst/>
                <a:latin typeface="Times New Roman" panose="02020603050405020304" pitchFamily="18" charset="0"/>
                <a:cs typeface="Times New Roman" panose="02020603050405020304" pitchFamily="18" charset="0"/>
              </a:rPr>
              <a:t>#include &lt;</a:t>
            </a:r>
            <a:r>
              <a:rPr kumimoji="0" lang="en-US" altLang="en-US" sz="1400" b="0" i="0" u="none" strike="noStrike" cap="none" normalizeH="0" baseline="0" dirty="0" err="1">
                <a:ln>
                  <a:noFill/>
                </a:ln>
                <a:solidFill>
                  <a:srgbClr val="808080"/>
                </a:solidFill>
                <a:effectLst/>
                <a:latin typeface="Times New Roman" panose="02020603050405020304" pitchFamily="18" charset="0"/>
                <a:cs typeface="Times New Roman" panose="02020603050405020304" pitchFamily="18" charset="0"/>
              </a:rPr>
              <a:t>stdio.h</a:t>
            </a:r>
            <a:r>
              <a:rPr kumimoji="0" lang="en-US" altLang="en-US" sz="1400" b="0" i="0" u="none" strike="noStrike" cap="none" normalizeH="0" baseline="0" dirty="0">
                <a:ln>
                  <a:noFill/>
                </a:ln>
                <a:solidFill>
                  <a:srgbClr val="808080"/>
                </a:solidFill>
                <a:effectLst/>
                <a:latin typeface="Times New Roman" panose="02020603050405020304" pitchFamily="18" charset="0"/>
                <a:cs typeface="Times New Roman" panose="02020603050405020304" pitchFamily="18" charset="0"/>
              </a:rPr>
              <a:t>&gt;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808080"/>
                </a:solidFill>
                <a:effectLst/>
                <a:latin typeface="Times New Roman" panose="02020603050405020304" pitchFamily="18" charset="0"/>
                <a:cs typeface="Times New Roman" panose="02020603050405020304" pitchFamily="18" charset="0"/>
              </a:rPr>
              <a:t>int</a:t>
            </a: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main()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rgbClr val="808080"/>
                </a:solidFill>
                <a:effectLst/>
                <a:latin typeface="Times New Roman" panose="02020603050405020304" pitchFamily="18" charset="0"/>
                <a:cs typeface="Times New Roman" panose="02020603050405020304" pitchFamily="18" charset="0"/>
              </a:rPr>
              <a:t>char</a:t>
            </a: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 = </a:t>
            </a:r>
            <a:r>
              <a:rPr kumimoji="0" lang="en-US"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'a'</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rgbClr val="808080"/>
                </a:solidFill>
                <a:effectLst/>
                <a:latin typeface="Times New Roman" panose="02020603050405020304" pitchFamily="18" charset="0"/>
                <a:cs typeface="Times New Roman" panose="02020603050405020304" pitchFamily="18" charset="0"/>
              </a:rPr>
              <a:t>char</a:t>
            </a: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a:ln>
                  <a:noFill/>
                </a:ln>
                <a:solidFill>
                  <a:srgbClr val="FF1493"/>
                </a:solidFill>
                <a:effectLst/>
                <a:latin typeface="Times New Roman" panose="02020603050405020304" pitchFamily="18" charset="0"/>
                <a:cs typeface="Times New Roman" panose="02020603050405020304" pitchFamily="18" charset="0"/>
              </a:rPr>
              <a:t>printf</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"Value of a: %c\n"</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a:ln>
                  <a:noFill/>
                </a:ln>
                <a:solidFill>
                  <a:srgbClr val="FF1493"/>
                </a:solidFill>
                <a:effectLst/>
                <a:latin typeface="Times New Roman" panose="02020603050405020304" pitchFamily="18" charset="0"/>
                <a:cs typeface="Times New Roman" panose="02020603050405020304" pitchFamily="18" charset="0"/>
              </a:rPr>
              <a:t>printf</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"Value of a after increment is: %c\n"</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8200"/>
                </a:solidFill>
                <a:effectLst/>
                <a:latin typeface="Times New Roman" panose="02020603050405020304" pitchFamily="18" charset="0"/>
                <a:cs typeface="Times New Roman" panose="02020603050405020304" pitchFamily="18" charset="0"/>
              </a:rPr>
              <a:t>// c is assigned ASCII values</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8200"/>
                </a:solidFill>
                <a:effectLst/>
                <a:latin typeface="Times New Roman" panose="02020603050405020304" pitchFamily="18" charset="0"/>
                <a:cs typeface="Times New Roman" panose="02020603050405020304" pitchFamily="18" charset="0"/>
              </a:rPr>
              <a:t>// which corresponds to the</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8200"/>
                </a:solidFill>
                <a:effectLst/>
                <a:latin typeface="Times New Roman" panose="02020603050405020304" pitchFamily="18" charset="0"/>
                <a:cs typeface="Times New Roman" panose="02020603050405020304" pitchFamily="18" charset="0"/>
              </a:rPr>
              <a:t>// character 'c'</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8200"/>
                </a:solidFill>
                <a:effectLst/>
                <a:latin typeface="Times New Roman" panose="02020603050405020304" pitchFamily="18" charset="0"/>
                <a:cs typeface="Times New Roman" panose="02020603050405020304" pitchFamily="18" charset="0"/>
              </a:rPr>
              <a:t>// a--&gt;97 b--&gt;98 c--&gt;99</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8200"/>
                </a:solidFill>
                <a:effectLst/>
                <a:latin typeface="Times New Roman" panose="02020603050405020304" pitchFamily="18" charset="0"/>
                <a:cs typeface="Times New Roman" panose="02020603050405020304" pitchFamily="18" charset="0"/>
              </a:rPr>
              <a:t>// here c will be printed</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 = 99;</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err="1">
                <a:ln>
                  <a:noFill/>
                </a:ln>
                <a:solidFill>
                  <a:srgbClr val="FF1493"/>
                </a:solidFill>
                <a:effectLst/>
                <a:latin typeface="Times New Roman" panose="02020603050405020304" pitchFamily="18" charset="0"/>
                <a:cs typeface="Times New Roman" panose="02020603050405020304" pitchFamily="18" charset="0"/>
              </a:rPr>
              <a:t>printf</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rPr>
              <a:t>"Value of c: %c"</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rgbClr val="006699"/>
                </a:solidFill>
                <a:effectLst/>
                <a:latin typeface="Times New Roman" panose="02020603050405020304" pitchFamily="18" charset="0"/>
                <a:cs typeface="Times New Roman" panose="02020603050405020304" pitchFamily="18" charset="0"/>
              </a:rPr>
              <a:t>return</a:t>
            </a:r>
            <a:r>
              <a:rPr kumimoji="0" lang="en-US" altLang="en-US" sz="14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60481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27372" y="2747517"/>
            <a:ext cx="3829050" cy="452120"/>
          </a:xfrm>
          <a:prstGeom prst="rect">
            <a:avLst/>
          </a:prstGeom>
        </p:spPr>
        <p:txBody>
          <a:bodyPr vert="horz" wrap="square" lIns="0" tIns="12065" rIns="0" bIns="0" rtlCol="0">
            <a:spAutoFit/>
          </a:bodyPr>
          <a:lstStyle/>
          <a:p>
            <a:pPr marL="12700">
              <a:lnSpc>
                <a:spcPct val="100000"/>
              </a:lnSpc>
              <a:spcBef>
                <a:spcPts val="95"/>
              </a:spcBef>
            </a:pPr>
            <a:r>
              <a:rPr spc="-5" dirty="0"/>
              <a:t>Managing</a:t>
            </a:r>
            <a:r>
              <a:rPr spc="-50" dirty="0"/>
              <a:t> </a:t>
            </a:r>
            <a:r>
              <a:rPr dirty="0"/>
              <a:t>I/O</a:t>
            </a:r>
            <a:r>
              <a:rPr spc="-45" dirty="0"/>
              <a:t> </a:t>
            </a:r>
            <a:r>
              <a:rPr dirty="0"/>
              <a:t>operations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8126" y="1376324"/>
            <a:ext cx="2947035" cy="2037714"/>
          </a:xfrm>
          <a:prstGeom prst="rect">
            <a:avLst/>
          </a:prstGeom>
        </p:spPr>
        <p:txBody>
          <a:bodyPr vert="horz" wrap="square" lIns="0" tIns="180340" rIns="0" bIns="0" rtlCol="0">
            <a:spAutoFit/>
          </a:bodyPr>
          <a:lstStyle/>
          <a:p>
            <a:pPr marL="527685" indent="-515620">
              <a:lnSpc>
                <a:spcPct val="100000"/>
              </a:lnSpc>
              <a:spcBef>
                <a:spcPts val="1420"/>
              </a:spcBef>
              <a:buAutoNum type="alphaLcParenR"/>
              <a:tabLst>
                <a:tab pos="527685" algn="l"/>
                <a:tab pos="528320" algn="l"/>
              </a:tabLst>
            </a:pPr>
            <a:r>
              <a:rPr sz="2200" spc="-10" dirty="0">
                <a:latin typeface="Franklin Gothic Medium"/>
                <a:cs typeface="Franklin Gothic Medium"/>
              </a:rPr>
              <a:t>Reading</a:t>
            </a:r>
            <a:r>
              <a:rPr sz="2200" spc="-35" dirty="0">
                <a:latin typeface="Franklin Gothic Medium"/>
                <a:cs typeface="Franklin Gothic Medium"/>
              </a:rPr>
              <a:t> </a:t>
            </a:r>
            <a:r>
              <a:rPr sz="2200" spc="-5" dirty="0">
                <a:latin typeface="Franklin Gothic Medium"/>
                <a:cs typeface="Franklin Gothic Medium"/>
              </a:rPr>
              <a:t>a</a:t>
            </a:r>
            <a:r>
              <a:rPr sz="2200" spc="-35" dirty="0">
                <a:latin typeface="Franklin Gothic Medium"/>
                <a:cs typeface="Franklin Gothic Medium"/>
              </a:rPr>
              <a:t> </a:t>
            </a:r>
            <a:r>
              <a:rPr sz="2200" spc="-10" dirty="0">
                <a:latin typeface="Franklin Gothic Medium"/>
                <a:cs typeface="Franklin Gothic Medium"/>
              </a:rPr>
              <a:t>character</a:t>
            </a:r>
            <a:endParaRPr sz="2200">
              <a:latin typeface="Franklin Gothic Medium"/>
              <a:cs typeface="Franklin Gothic Medium"/>
            </a:endParaRPr>
          </a:p>
          <a:p>
            <a:pPr marL="527685" indent="-515620">
              <a:lnSpc>
                <a:spcPct val="100000"/>
              </a:lnSpc>
              <a:spcBef>
                <a:spcPts val="1320"/>
              </a:spcBef>
              <a:buAutoNum type="alphaLcParenR"/>
              <a:tabLst>
                <a:tab pos="527685" algn="l"/>
                <a:tab pos="528320" algn="l"/>
              </a:tabLst>
            </a:pPr>
            <a:r>
              <a:rPr sz="2200" spc="-10" dirty="0">
                <a:latin typeface="Franklin Gothic Medium"/>
                <a:cs typeface="Franklin Gothic Medium"/>
              </a:rPr>
              <a:t>Writing</a:t>
            </a:r>
            <a:r>
              <a:rPr sz="2200" spc="-45" dirty="0">
                <a:latin typeface="Franklin Gothic Medium"/>
                <a:cs typeface="Franklin Gothic Medium"/>
              </a:rPr>
              <a:t> </a:t>
            </a:r>
            <a:r>
              <a:rPr sz="2200" spc="-5" dirty="0">
                <a:latin typeface="Franklin Gothic Medium"/>
                <a:cs typeface="Franklin Gothic Medium"/>
              </a:rPr>
              <a:t>a</a:t>
            </a:r>
            <a:r>
              <a:rPr sz="2200" spc="-30" dirty="0">
                <a:latin typeface="Franklin Gothic Medium"/>
                <a:cs typeface="Franklin Gothic Medium"/>
              </a:rPr>
              <a:t> </a:t>
            </a:r>
            <a:r>
              <a:rPr sz="2200" spc="-10" dirty="0">
                <a:latin typeface="Franklin Gothic Medium"/>
                <a:cs typeface="Franklin Gothic Medium"/>
              </a:rPr>
              <a:t>character</a:t>
            </a:r>
            <a:endParaRPr sz="2200">
              <a:latin typeface="Franklin Gothic Medium"/>
              <a:cs typeface="Franklin Gothic Medium"/>
            </a:endParaRPr>
          </a:p>
          <a:p>
            <a:pPr marL="527685" indent="-515620">
              <a:lnSpc>
                <a:spcPct val="100000"/>
              </a:lnSpc>
              <a:spcBef>
                <a:spcPts val="1320"/>
              </a:spcBef>
              <a:buAutoNum type="alphaLcParenR"/>
              <a:tabLst>
                <a:tab pos="527685" algn="l"/>
                <a:tab pos="528320" algn="l"/>
              </a:tabLst>
            </a:pPr>
            <a:r>
              <a:rPr sz="2200" spc="-15" dirty="0">
                <a:latin typeface="Franklin Gothic Medium"/>
                <a:cs typeface="Franklin Gothic Medium"/>
              </a:rPr>
              <a:t>Formatted</a:t>
            </a:r>
            <a:r>
              <a:rPr sz="2200" spc="-25" dirty="0">
                <a:latin typeface="Franklin Gothic Medium"/>
                <a:cs typeface="Franklin Gothic Medium"/>
              </a:rPr>
              <a:t> </a:t>
            </a:r>
            <a:r>
              <a:rPr sz="2200" spc="-5" dirty="0">
                <a:latin typeface="Franklin Gothic Medium"/>
                <a:cs typeface="Franklin Gothic Medium"/>
              </a:rPr>
              <a:t>Input</a:t>
            </a:r>
            <a:endParaRPr sz="2200">
              <a:latin typeface="Franklin Gothic Medium"/>
              <a:cs typeface="Franklin Gothic Medium"/>
            </a:endParaRPr>
          </a:p>
          <a:p>
            <a:pPr marL="527685" indent="-515620">
              <a:lnSpc>
                <a:spcPct val="100000"/>
              </a:lnSpc>
              <a:spcBef>
                <a:spcPts val="1320"/>
              </a:spcBef>
              <a:buAutoNum type="alphaLcParenR"/>
              <a:tabLst>
                <a:tab pos="527685" algn="l"/>
                <a:tab pos="528320" algn="l"/>
              </a:tabLst>
            </a:pPr>
            <a:r>
              <a:rPr sz="2200" spc="-15" dirty="0">
                <a:latin typeface="Franklin Gothic Medium"/>
                <a:cs typeface="Franklin Gothic Medium"/>
              </a:rPr>
              <a:t>Formatted</a:t>
            </a:r>
            <a:r>
              <a:rPr sz="2200" spc="-25" dirty="0">
                <a:latin typeface="Franklin Gothic Medium"/>
                <a:cs typeface="Franklin Gothic Medium"/>
              </a:rPr>
              <a:t> </a:t>
            </a:r>
            <a:r>
              <a:rPr sz="2200" spc="-5" dirty="0">
                <a:latin typeface="Franklin Gothic Medium"/>
                <a:cs typeface="Franklin Gothic Medium"/>
              </a:rPr>
              <a:t>Output</a:t>
            </a:r>
            <a:endParaRPr sz="2200">
              <a:latin typeface="Franklin Gothic Medium"/>
              <a:cs typeface="Franklin Gothic Medium"/>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120" y="1474978"/>
            <a:ext cx="5071745" cy="1366520"/>
          </a:xfrm>
          <a:prstGeom prst="rect">
            <a:avLst/>
          </a:prstGeom>
        </p:spPr>
        <p:txBody>
          <a:bodyPr vert="horz" wrap="square" lIns="0" tIns="12065" rIns="0" bIns="0" rtlCol="0">
            <a:spAutoFit/>
          </a:bodyPr>
          <a:lstStyle/>
          <a:p>
            <a:pPr marL="455295" indent="-443230">
              <a:lnSpc>
                <a:spcPct val="100000"/>
              </a:lnSpc>
              <a:spcBef>
                <a:spcPts val="95"/>
              </a:spcBef>
              <a:buAutoNum type="alphaLcParenR"/>
              <a:tabLst>
                <a:tab pos="454659" algn="l"/>
                <a:tab pos="455930" algn="l"/>
              </a:tabLst>
            </a:pPr>
            <a:r>
              <a:rPr sz="2200" spc="-5" dirty="0">
                <a:solidFill>
                  <a:srgbClr val="C00000"/>
                </a:solidFill>
                <a:latin typeface="Franklin Gothic Medium"/>
                <a:cs typeface="Franklin Gothic Medium"/>
              </a:rPr>
              <a:t>Reading</a:t>
            </a:r>
            <a:r>
              <a:rPr sz="2200" spc="-6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a:t>
            </a:r>
            <a:r>
              <a:rPr sz="2200" spc="-1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character</a:t>
            </a:r>
            <a:endParaRPr sz="2200">
              <a:latin typeface="Franklin Gothic Medium"/>
              <a:cs typeface="Franklin Gothic Medium"/>
            </a:endParaRPr>
          </a:p>
          <a:p>
            <a:pPr>
              <a:lnSpc>
                <a:spcPct val="100000"/>
              </a:lnSpc>
              <a:buClr>
                <a:srgbClr val="C00000"/>
              </a:buClr>
              <a:buFont typeface="Franklin Gothic Medium"/>
              <a:buAutoNum type="alphaLcParenR"/>
            </a:pPr>
            <a:endParaRPr sz="2500">
              <a:latin typeface="Franklin Gothic Medium"/>
              <a:cs typeface="Franklin Gothic Medium"/>
            </a:endParaRPr>
          </a:p>
          <a:p>
            <a:pPr>
              <a:lnSpc>
                <a:spcPct val="100000"/>
              </a:lnSpc>
              <a:spcBef>
                <a:spcPts val="5"/>
              </a:spcBef>
              <a:buClr>
                <a:srgbClr val="C00000"/>
              </a:buClr>
              <a:buFont typeface="Franklin Gothic Medium"/>
              <a:buAutoNum type="alphaLcParenR"/>
            </a:pPr>
            <a:endParaRPr sz="2150">
              <a:latin typeface="Franklin Gothic Medium"/>
              <a:cs typeface="Franklin Gothic Medium"/>
            </a:endParaRPr>
          </a:p>
          <a:p>
            <a:pPr marL="927100" lvl="1" indent="-457834">
              <a:lnSpc>
                <a:spcPct val="100000"/>
              </a:lnSpc>
              <a:buAutoNum type="arabicPeriod"/>
              <a:tabLst>
                <a:tab pos="927100" algn="l"/>
                <a:tab pos="927735" algn="l"/>
              </a:tabLst>
            </a:pPr>
            <a:r>
              <a:rPr sz="2200" spc="-35" dirty="0">
                <a:latin typeface="Franklin Gothic Medium"/>
                <a:cs typeface="Franklin Gothic Medium"/>
              </a:rPr>
              <a:t>We</a:t>
            </a:r>
            <a:r>
              <a:rPr sz="2200" spc="-10" dirty="0">
                <a:latin typeface="Franklin Gothic Medium"/>
                <a:cs typeface="Franklin Gothic Medium"/>
              </a:rPr>
              <a:t> </a:t>
            </a:r>
            <a:r>
              <a:rPr sz="2200" spc="-5" dirty="0">
                <a:latin typeface="Franklin Gothic Medium"/>
                <a:cs typeface="Franklin Gothic Medium"/>
              </a:rPr>
              <a:t>can use </a:t>
            </a:r>
            <a:r>
              <a:rPr sz="2200" spc="-10" dirty="0">
                <a:latin typeface="Franklin Gothic Medium"/>
                <a:cs typeface="Franklin Gothic Medium"/>
              </a:rPr>
              <a:t>scanf()</a:t>
            </a:r>
            <a:r>
              <a:rPr sz="2200" spc="15" dirty="0">
                <a:latin typeface="Franklin Gothic Medium"/>
                <a:cs typeface="Franklin Gothic Medium"/>
              </a:rPr>
              <a:t> </a:t>
            </a:r>
            <a:r>
              <a:rPr sz="2200" spc="-5" dirty="0">
                <a:latin typeface="Franklin Gothic Medium"/>
                <a:cs typeface="Franklin Gothic Medium"/>
              </a:rPr>
              <a:t>with</a:t>
            </a:r>
            <a:r>
              <a:rPr sz="2200" spc="-10" dirty="0">
                <a:latin typeface="Franklin Gothic Medium"/>
                <a:cs typeface="Franklin Gothic Medium"/>
              </a:rPr>
              <a:t> </a:t>
            </a:r>
            <a:r>
              <a:rPr sz="2200" spc="-5" dirty="0">
                <a:latin typeface="Franklin Gothic Medium"/>
                <a:cs typeface="Franklin Gothic Medium"/>
              </a:rPr>
              <a:t>%c</a:t>
            </a:r>
            <a:r>
              <a:rPr sz="2200" spc="5" dirty="0">
                <a:latin typeface="Franklin Gothic Medium"/>
                <a:cs typeface="Franklin Gothic Medium"/>
              </a:rPr>
              <a:t> </a:t>
            </a:r>
            <a:r>
              <a:rPr sz="2200" spc="-10" dirty="0">
                <a:latin typeface="Franklin Gothic Medium"/>
                <a:cs typeface="Franklin Gothic Medium"/>
              </a:rPr>
              <a:t>format</a:t>
            </a:r>
            <a:endParaRPr sz="2200">
              <a:latin typeface="Franklin Gothic Medium"/>
              <a:cs typeface="Franklin Gothic Medium"/>
            </a:endParaRPr>
          </a:p>
        </p:txBody>
      </p:sp>
      <p:sp>
        <p:nvSpPr>
          <p:cNvPr id="3" name="object 3"/>
          <p:cNvSpPr txBox="1"/>
          <p:nvPr/>
        </p:nvSpPr>
        <p:spPr>
          <a:xfrm>
            <a:off x="1601850" y="2984118"/>
            <a:ext cx="1193165"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1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4" name="object 4"/>
          <p:cNvSpPr txBox="1"/>
          <p:nvPr/>
        </p:nvSpPr>
        <p:spPr>
          <a:xfrm>
            <a:off x="2973451" y="2815869"/>
            <a:ext cx="2079625" cy="1031240"/>
          </a:xfrm>
          <a:prstGeom prst="rect">
            <a:avLst/>
          </a:prstGeom>
        </p:spPr>
        <p:txBody>
          <a:bodyPr vert="horz" wrap="square" lIns="0" tIns="12700" rIns="0" bIns="0" rtlCol="0">
            <a:spAutoFit/>
          </a:bodyPr>
          <a:lstStyle/>
          <a:p>
            <a:pPr marL="12700" marR="5080">
              <a:lnSpc>
                <a:spcPct val="150000"/>
              </a:lnSpc>
              <a:spcBef>
                <a:spcPts val="100"/>
              </a:spcBef>
            </a:pPr>
            <a:r>
              <a:rPr sz="2200" spc="-5" dirty="0">
                <a:latin typeface="Franklin Gothic Medium"/>
                <a:cs typeface="Franklin Gothic Medium"/>
              </a:rPr>
              <a:t>char </a:t>
            </a:r>
            <a:r>
              <a:rPr sz="2200" dirty="0">
                <a:latin typeface="Franklin Gothic Medium"/>
                <a:cs typeface="Franklin Gothic Medium"/>
              </a:rPr>
              <a:t>ch; </a:t>
            </a:r>
            <a:r>
              <a:rPr sz="2200" spc="5" dirty="0">
                <a:latin typeface="Franklin Gothic Medium"/>
                <a:cs typeface="Franklin Gothic Medium"/>
              </a:rPr>
              <a:t> </a:t>
            </a:r>
            <a:r>
              <a:rPr sz="2200" spc="-5" dirty="0">
                <a:latin typeface="Franklin Gothic Medium"/>
                <a:cs typeface="Franklin Gothic Medium"/>
              </a:rPr>
              <a:t>scanf(“%c”,</a:t>
            </a:r>
            <a:r>
              <a:rPr sz="2200" spc="-65" dirty="0">
                <a:latin typeface="Franklin Gothic Medium"/>
                <a:cs typeface="Franklin Gothic Medium"/>
              </a:rPr>
              <a:t> </a:t>
            </a:r>
            <a:r>
              <a:rPr sz="2200" spc="-5" dirty="0">
                <a:latin typeface="Franklin Gothic Medium"/>
                <a:cs typeface="Franklin Gothic Medium"/>
              </a:rPr>
              <a:t>&amp;ch);</a:t>
            </a:r>
            <a:endParaRPr sz="2200">
              <a:latin typeface="Franklin Gothic Medium"/>
              <a:cs typeface="Franklin Gothic Medium"/>
            </a:endParaRPr>
          </a:p>
        </p:txBody>
      </p:sp>
      <p:sp>
        <p:nvSpPr>
          <p:cNvPr id="5" name="object 5"/>
          <p:cNvSpPr txBox="1"/>
          <p:nvPr/>
        </p:nvSpPr>
        <p:spPr>
          <a:xfrm>
            <a:off x="1144320" y="4493133"/>
            <a:ext cx="3004185" cy="360680"/>
          </a:xfrm>
          <a:prstGeom prst="rect">
            <a:avLst/>
          </a:prstGeom>
        </p:spPr>
        <p:txBody>
          <a:bodyPr vert="horz" wrap="square" lIns="0" tIns="12065" rIns="0" bIns="0" rtlCol="0">
            <a:spAutoFit/>
          </a:bodyPr>
          <a:lstStyle/>
          <a:p>
            <a:pPr marL="12700">
              <a:lnSpc>
                <a:spcPct val="100000"/>
              </a:lnSpc>
              <a:spcBef>
                <a:spcPts val="95"/>
              </a:spcBef>
              <a:tabLst>
                <a:tab pos="469900" algn="l"/>
              </a:tabLst>
            </a:pPr>
            <a:r>
              <a:rPr sz="2200" spc="-5" dirty="0">
                <a:latin typeface="Franklin Gothic Medium"/>
                <a:cs typeface="Franklin Gothic Medium"/>
              </a:rPr>
              <a:t>2.	</a:t>
            </a:r>
            <a:r>
              <a:rPr sz="2200" spc="-35" dirty="0">
                <a:latin typeface="Franklin Gothic Medium"/>
                <a:cs typeface="Franklin Gothic Medium"/>
              </a:rPr>
              <a:t>We</a:t>
            </a:r>
            <a:r>
              <a:rPr sz="2200" spc="-25" dirty="0">
                <a:latin typeface="Franklin Gothic Medium"/>
                <a:cs typeface="Franklin Gothic Medium"/>
              </a:rPr>
              <a:t> </a:t>
            </a:r>
            <a:r>
              <a:rPr sz="2200" spc="-5" dirty="0">
                <a:latin typeface="Franklin Gothic Medium"/>
                <a:cs typeface="Franklin Gothic Medium"/>
              </a:rPr>
              <a:t>can</a:t>
            </a:r>
            <a:r>
              <a:rPr sz="2200" spc="-25" dirty="0">
                <a:latin typeface="Franklin Gothic Medium"/>
                <a:cs typeface="Franklin Gothic Medium"/>
              </a:rPr>
              <a:t> </a:t>
            </a:r>
            <a:r>
              <a:rPr sz="2200" spc="-5" dirty="0">
                <a:latin typeface="Franklin Gothic Medium"/>
                <a:cs typeface="Franklin Gothic Medium"/>
              </a:rPr>
              <a:t>use</a:t>
            </a:r>
            <a:r>
              <a:rPr sz="2200" spc="-15" dirty="0">
                <a:latin typeface="Franklin Gothic Medium"/>
                <a:cs typeface="Franklin Gothic Medium"/>
              </a:rPr>
              <a:t> </a:t>
            </a:r>
            <a:r>
              <a:rPr sz="2200" spc="-5" dirty="0">
                <a:latin typeface="Franklin Gothic Medium"/>
                <a:cs typeface="Franklin Gothic Medium"/>
              </a:rPr>
              <a:t>getchar()</a:t>
            </a:r>
            <a:endParaRPr sz="2200">
              <a:latin typeface="Franklin Gothic Medium"/>
              <a:cs typeface="Franklin Gothic Medium"/>
            </a:endParaRPr>
          </a:p>
        </p:txBody>
      </p:sp>
      <p:sp>
        <p:nvSpPr>
          <p:cNvPr id="6" name="object 6"/>
          <p:cNvSpPr txBox="1"/>
          <p:nvPr/>
        </p:nvSpPr>
        <p:spPr>
          <a:xfrm>
            <a:off x="1601850" y="4996052"/>
            <a:ext cx="112776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a:t>
            </a:r>
            <a:r>
              <a:rPr sz="2200" spc="-10" dirty="0">
                <a:solidFill>
                  <a:srgbClr val="000099"/>
                </a:solidFill>
                <a:latin typeface="Franklin Gothic Medium"/>
                <a:cs typeface="Franklin Gothic Medium"/>
              </a:rPr>
              <a:t>x</a:t>
            </a:r>
            <a:r>
              <a:rPr sz="2200" spc="5" dirty="0">
                <a:solidFill>
                  <a:srgbClr val="000099"/>
                </a:solidFill>
                <a:latin typeface="Franklin Gothic Medium"/>
                <a:cs typeface="Franklin Gothic Medium"/>
              </a:rPr>
              <a:t>a</a:t>
            </a:r>
            <a:r>
              <a:rPr sz="2200" dirty="0">
                <a:solidFill>
                  <a:srgbClr val="000099"/>
                </a:solidFill>
                <a:latin typeface="Franklin Gothic Medium"/>
                <a:cs typeface="Franklin Gothic Medium"/>
              </a:rPr>
              <a:t>m</a:t>
            </a:r>
            <a:r>
              <a:rPr sz="2200" spc="-5" dirty="0">
                <a:solidFill>
                  <a:srgbClr val="000099"/>
                </a:solidFill>
                <a:latin typeface="Franklin Gothic Medium"/>
                <a:cs typeface="Franklin Gothic Medium"/>
              </a:rPr>
              <a:t>pl</a:t>
            </a:r>
            <a:r>
              <a:rPr sz="2200" dirty="0">
                <a:solidFill>
                  <a:srgbClr val="000099"/>
                </a:solidFill>
                <a:latin typeface="Franklin Gothic Medium"/>
                <a:cs typeface="Franklin Gothic Medium"/>
              </a:rPr>
              <a:t>e</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7" name="object 7"/>
          <p:cNvSpPr txBox="1"/>
          <p:nvPr/>
        </p:nvSpPr>
        <p:spPr>
          <a:xfrm>
            <a:off x="2973451" y="4827777"/>
            <a:ext cx="1608455" cy="1031875"/>
          </a:xfrm>
          <a:prstGeom prst="rect">
            <a:avLst/>
          </a:prstGeom>
        </p:spPr>
        <p:txBody>
          <a:bodyPr vert="horz" wrap="square" lIns="0" tIns="12700" rIns="0" bIns="0" rtlCol="0">
            <a:spAutoFit/>
          </a:bodyPr>
          <a:lstStyle/>
          <a:p>
            <a:pPr marL="12700" marR="5080">
              <a:lnSpc>
                <a:spcPct val="150000"/>
              </a:lnSpc>
              <a:spcBef>
                <a:spcPts val="100"/>
              </a:spcBef>
            </a:pPr>
            <a:r>
              <a:rPr sz="2200" spc="-5" dirty="0">
                <a:latin typeface="Franklin Gothic Medium"/>
                <a:cs typeface="Franklin Gothic Medium"/>
              </a:rPr>
              <a:t>char </a:t>
            </a:r>
            <a:r>
              <a:rPr sz="2200" dirty="0">
                <a:latin typeface="Franklin Gothic Medium"/>
                <a:cs typeface="Franklin Gothic Medium"/>
              </a:rPr>
              <a:t>ch; </a:t>
            </a:r>
            <a:r>
              <a:rPr sz="2200" spc="5" dirty="0">
                <a:latin typeface="Franklin Gothic Medium"/>
                <a:cs typeface="Franklin Gothic Medium"/>
              </a:rPr>
              <a:t> </a:t>
            </a:r>
            <a:r>
              <a:rPr sz="2200" dirty="0">
                <a:latin typeface="Franklin Gothic Medium"/>
                <a:cs typeface="Franklin Gothic Medium"/>
              </a:rPr>
              <a:t>c</a:t>
            </a:r>
            <a:r>
              <a:rPr sz="2200" spc="-10" dirty="0">
                <a:latin typeface="Franklin Gothic Medium"/>
                <a:cs typeface="Franklin Gothic Medium"/>
              </a:rPr>
              <a:t>h=g</a:t>
            </a:r>
            <a:r>
              <a:rPr sz="2200" spc="-15" dirty="0">
                <a:latin typeface="Franklin Gothic Medium"/>
                <a:cs typeface="Franklin Gothic Medium"/>
              </a:rPr>
              <a:t>e</a:t>
            </a:r>
            <a:r>
              <a:rPr sz="2200" spc="-10" dirty="0">
                <a:latin typeface="Franklin Gothic Medium"/>
                <a:cs typeface="Franklin Gothic Medium"/>
              </a:rPr>
              <a:t>t</a:t>
            </a:r>
            <a:r>
              <a:rPr sz="2200" dirty="0">
                <a:latin typeface="Franklin Gothic Medium"/>
                <a:cs typeface="Franklin Gothic Medium"/>
              </a:rPr>
              <a:t>c</a:t>
            </a:r>
            <a:r>
              <a:rPr sz="2200" spc="-5" dirty="0">
                <a:latin typeface="Franklin Gothic Medium"/>
                <a:cs typeface="Franklin Gothic Medium"/>
              </a:rPr>
              <a:t>ha</a:t>
            </a:r>
            <a:r>
              <a:rPr sz="2200" dirty="0">
                <a:latin typeface="Franklin Gothic Medium"/>
                <a:cs typeface="Franklin Gothic Medium"/>
              </a:rPr>
              <a:t>r</a:t>
            </a:r>
            <a:r>
              <a:rPr sz="2200" spc="-5" dirty="0">
                <a:latin typeface="Franklin Gothic Medium"/>
                <a:cs typeface="Franklin Gothic Medium"/>
              </a:rPr>
              <a:t>();</a:t>
            </a:r>
            <a:endParaRPr sz="2200">
              <a:latin typeface="Franklin Gothic Medium"/>
              <a:cs typeface="Franklin Gothic Medium"/>
            </a:endParaRPr>
          </a:p>
        </p:txBody>
      </p:sp>
      <p:sp>
        <p:nvSpPr>
          <p:cNvPr id="8" name="object 8"/>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120" y="1474978"/>
            <a:ext cx="5066665" cy="1366520"/>
          </a:xfrm>
          <a:prstGeom prst="rect">
            <a:avLst/>
          </a:prstGeom>
        </p:spPr>
        <p:txBody>
          <a:bodyPr vert="horz" wrap="square" lIns="0" tIns="12065" rIns="0" bIns="0" rtlCol="0">
            <a:spAutoFit/>
          </a:bodyPr>
          <a:lstStyle/>
          <a:p>
            <a:pPr marL="455295" indent="-443230">
              <a:lnSpc>
                <a:spcPct val="100000"/>
              </a:lnSpc>
              <a:spcBef>
                <a:spcPts val="95"/>
              </a:spcBef>
              <a:buAutoNum type="alphaLcParenR" startAt="2"/>
              <a:tabLst>
                <a:tab pos="454659" algn="l"/>
                <a:tab pos="455930" algn="l"/>
              </a:tabLst>
            </a:pPr>
            <a:r>
              <a:rPr sz="2200" spc="-10" dirty="0">
                <a:solidFill>
                  <a:srgbClr val="C00000"/>
                </a:solidFill>
                <a:latin typeface="Franklin Gothic Medium"/>
                <a:cs typeface="Franklin Gothic Medium"/>
              </a:rPr>
              <a:t>Writing</a:t>
            </a:r>
            <a:r>
              <a:rPr sz="2200" spc="-5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a:t>
            </a:r>
            <a:r>
              <a:rPr sz="2200" spc="-2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character</a:t>
            </a:r>
            <a:endParaRPr sz="2200">
              <a:latin typeface="Franklin Gothic Medium"/>
              <a:cs typeface="Franklin Gothic Medium"/>
            </a:endParaRPr>
          </a:p>
          <a:p>
            <a:pPr>
              <a:lnSpc>
                <a:spcPct val="100000"/>
              </a:lnSpc>
              <a:buClr>
                <a:srgbClr val="C00000"/>
              </a:buClr>
              <a:buFont typeface="Franklin Gothic Medium"/>
              <a:buAutoNum type="alphaLcParenR" startAt="2"/>
            </a:pPr>
            <a:endParaRPr sz="2500">
              <a:latin typeface="Franklin Gothic Medium"/>
              <a:cs typeface="Franklin Gothic Medium"/>
            </a:endParaRPr>
          </a:p>
          <a:p>
            <a:pPr>
              <a:lnSpc>
                <a:spcPct val="100000"/>
              </a:lnSpc>
              <a:spcBef>
                <a:spcPts val="5"/>
              </a:spcBef>
              <a:buClr>
                <a:srgbClr val="C00000"/>
              </a:buClr>
              <a:buFont typeface="Franklin Gothic Medium"/>
              <a:buAutoNum type="alphaLcParenR" startAt="2"/>
            </a:pPr>
            <a:endParaRPr sz="2150">
              <a:latin typeface="Franklin Gothic Medium"/>
              <a:cs typeface="Franklin Gothic Medium"/>
            </a:endParaRPr>
          </a:p>
          <a:p>
            <a:pPr marL="927100" lvl="1" indent="-457834">
              <a:lnSpc>
                <a:spcPct val="100000"/>
              </a:lnSpc>
              <a:buAutoNum type="arabicPeriod"/>
              <a:tabLst>
                <a:tab pos="927100" algn="l"/>
                <a:tab pos="927735" algn="l"/>
              </a:tabLst>
            </a:pPr>
            <a:r>
              <a:rPr sz="2200" spc="-35" dirty="0">
                <a:latin typeface="Franklin Gothic Medium"/>
                <a:cs typeface="Franklin Gothic Medium"/>
              </a:rPr>
              <a:t>We</a:t>
            </a:r>
            <a:r>
              <a:rPr sz="2200" spc="-10" dirty="0">
                <a:latin typeface="Franklin Gothic Medium"/>
                <a:cs typeface="Franklin Gothic Medium"/>
              </a:rPr>
              <a:t> </a:t>
            </a:r>
            <a:r>
              <a:rPr sz="2200" spc="-5" dirty="0">
                <a:latin typeface="Franklin Gothic Medium"/>
                <a:cs typeface="Franklin Gothic Medium"/>
              </a:rPr>
              <a:t>can use</a:t>
            </a:r>
            <a:r>
              <a:rPr sz="2200" dirty="0">
                <a:latin typeface="Franklin Gothic Medium"/>
                <a:cs typeface="Franklin Gothic Medium"/>
              </a:rPr>
              <a:t> </a:t>
            </a:r>
            <a:r>
              <a:rPr sz="2200" spc="-5" dirty="0">
                <a:latin typeface="Franklin Gothic Medium"/>
                <a:cs typeface="Franklin Gothic Medium"/>
              </a:rPr>
              <a:t>printf()</a:t>
            </a:r>
            <a:r>
              <a:rPr sz="2200" dirty="0">
                <a:latin typeface="Franklin Gothic Medium"/>
                <a:cs typeface="Franklin Gothic Medium"/>
              </a:rPr>
              <a:t> </a:t>
            </a:r>
            <a:r>
              <a:rPr sz="2200" spc="-5" dirty="0">
                <a:latin typeface="Franklin Gothic Medium"/>
                <a:cs typeface="Franklin Gothic Medium"/>
              </a:rPr>
              <a:t>with</a:t>
            </a:r>
            <a:r>
              <a:rPr sz="2200" dirty="0">
                <a:latin typeface="Franklin Gothic Medium"/>
                <a:cs typeface="Franklin Gothic Medium"/>
              </a:rPr>
              <a:t> </a:t>
            </a:r>
            <a:r>
              <a:rPr sz="2200" spc="-5" dirty="0">
                <a:latin typeface="Franklin Gothic Medium"/>
                <a:cs typeface="Franklin Gothic Medium"/>
              </a:rPr>
              <a:t>%c</a:t>
            </a:r>
            <a:r>
              <a:rPr sz="2200" spc="5" dirty="0">
                <a:latin typeface="Franklin Gothic Medium"/>
                <a:cs typeface="Franklin Gothic Medium"/>
              </a:rPr>
              <a:t> </a:t>
            </a:r>
            <a:r>
              <a:rPr sz="2200" spc="-10" dirty="0">
                <a:latin typeface="Franklin Gothic Medium"/>
                <a:cs typeface="Franklin Gothic Medium"/>
              </a:rPr>
              <a:t>format</a:t>
            </a:r>
            <a:endParaRPr sz="2200">
              <a:latin typeface="Franklin Gothic Medium"/>
              <a:cs typeface="Franklin Gothic Medium"/>
            </a:endParaRPr>
          </a:p>
        </p:txBody>
      </p:sp>
      <p:sp>
        <p:nvSpPr>
          <p:cNvPr id="3" name="object 3"/>
          <p:cNvSpPr txBox="1"/>
          <p:nvPr/>
        </p:nvSpPr>
        <p:spPr>
          <a:xfrm>
            <a:off x="1601850" y="2984118"/>
            <a:ext cx="1193165"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1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4" name="object 4"/>
          <p:cNvSpPr txBox="1"/>
          <p:nvPr/>
        </p:nvSpPr>
        <p:spPr>
          <a:xfrm>
            <a:off x="2973451" y="2815869"/>
            <a:ext cx="1873885" cy="1031240"/>
          </a:xfrm>
          <a:prstGeom prst="rect">
            <a:avLst/>
          </a:prstGeom>
        </p:spPr>
        <p:txBody>
          <a:bodyPr vert="horz" wrap="square" lIns="0" tIns="12700" rIns="0" bIns="0" rtlCol="0">
            <a:spAutoFit/>
          </a:bodyPr>
          <a:lstStyle/>
          <a:p>
            <a:pPr marL="12700" marR="5080">
              <a:lnSpc>
                <a:spcPct val="150000"/>
              </a:lnSpc>
              <a:spcBef>
                <a:spcPts val="100"/>
              </a:spcBef>
            </a:pPr>
            <a:r>
              <a:rPr sz="2200" spc="-5" dirty="0">
                <a:latin typeface="Franklin Gothic Medium"/>
                <a:cs typeface="Franklin Gothic Medium"/>
              </a:rPr>
              <a:t>char ch=‘$’; </a:t>
            </a:r>
            <a:r>
              <a:rPr sz="2200" dirty="0">
                <a:latin typeface="Franklin Gothic Medium"/>
                <a:cs typeface="Franklin Gothic Medium"/>
              </a:rPr>
              <a:t> </a:t>
            </a:r>
            <a:r>
              <a:rPr sz="2200" spc="-5" dirty="0">
                <a:latin typeface="Franklin Gothic Medium"/>
                <a:cs typeface="Franklin Gothic Medium"/>
              </a:rPr>
              <a:t>printf(“%c”,</a:t>
            </a:r>
            <a:r>
              <a:rPr sz="2200" spc="-50" dirty="0">
                <a:latin typeface="Franklin Gothic Medium"/>
                <a:cs typeface="Franklin Gothic Medium"/>
              </a:rPr>
              <a:t> </a:t>
            </a:r>
            <a:r>
              <a:rPr sz="2200" spc="-5" dirty="0">
                <a:latin typeface="Franklin Gothic Medium"/>
                <a:cs typeface="Franklin Gothic Medium"/>
              </a:rPr>
              <a:t>ch);</a:t>
            </a:r>
            <a:endParaRPr sz="2200">
              <a:latin typeface="Franklin Gothic Medium"/>
              <a:cs typeface="Franklin Gothic Medium"/>
            </a:endParaRPr>
          </a:p>
        </p:txBody>
      </p:sp>
      <p:sp>
        <p:nvSpPr>
          <p:cNvPr id="5" name="object 5"/>
          <p:cNvSpPr txBox="1"/>
          <p:nvPr/>
        </p:nvSpPr>
        <p:spPr>
          <a:xfrm>
            <a:off x="1144320" y="4493133"/>
            <a:ext cx="3016250" cy="360680"/>
          </a:xfrm>
          <a:prstGeom prst="rect">
            <a:avLst/>
          </a:prstGeom>
        </p:spPr>
        <p:txBody>
          <a:bodyPr vert="horz" wrap="square" lIns="0" tIns="12065" rIns="0" bIns="0" rtlCol="0">
            <a:spAutoFit/>
          </a:bodyPr>
          <a:lstStyle/>
          <a:p>
            <a:pPr marL="12700">
              <a:lnSpc>
                <a:spcPct val="100000"/>
              </a:lnSpc>
              <a:spcBef>
                <a:spcPts val="95"/>
              </a:spcBef>
              <a:tabLst>
                <a:tab pos="469900" algn="l"/>
              </a:tabLst>
            </a:pPr>
            <a:r>
              <a:rPr sz="2200" spc="-5" dirty="0">
                <a:latin typeface="Franklin Gothic Medium"/>
                <a:cs typeface="Franklin Gothic Medium"/>
              </a:rPr>
              <a:t>2.	</a:t>
            </a:r>
            <a:r>
              <a:rPr sz="2200" spc="-35" dirty="0">
                <a:latin typeface="Franklin Gothic Medium"/>
                <a:cs typeface="Franklin Gothic Medium"/>
              </a:rPr>
              <a:t>We</a:t>
            </a:r>
            <a:r>
              <a:rPr sz="2200" spc="-20" dirty="0">
                <a:latin typeface="Franklin Gothic Medium"/>
                <a:cs typeface="Franklin Gothic Medium"/>
              </a:rPr>
              <a:t> </a:t>
            </a:r>
            <a:r>
              <a:rPr sz="2200" spc="-5" dirty="0">
                <a:latin typeface="Franklin Gothic Medium"/>
                <a:cs typeface="Franklin Gothic Medium"/>
              </a:rPr>
              <a:t>can</a:t>
            </a:r>
            <a:r>
              <a:rPr sz="2200" spc="-15" dirty="0">
                <a:latin typeface="Franklin Gothic Medium"/>
                <a:cs typeface="Franklin Gothic Medium"/>
              </a:rPr>
              <a:t> </a:t>
            </a:r>
            <a:r>
              <a:rPr sz="2200" spc="-5" dirty="0">
                <a:latin typeface="Franklin Gothic Medium"/>
                <a:cs typeface="Franklin Gothic Medium"/>
              </a:rPr>
              <a:t>use</a:t>
            </a:r>
            <a:r>
              <a:rPr sz="2200" spc="-10" dirty="0">
                <a:latin typeface="Franklin Gothic Medium"/>
                <a:cs typeface="Franklin Gothic Medium"/>
              </a:rPr>
              <a:t> </a:t>
            </a:r>
            <a:r>
              <a:rPr sz="2200" spc="-5" dirty="0">
                <a:latin typeface="Franklin Gothic Medium"/>
                <a:cs typeface="Franklin Gothic Medium"/>
              </a:rPr>
              <a:t>putchar()</a:t>
            </a:r>
            <a:endParaRPr sz="2200">
              <a:latin typeface="Franklin Gothic Medium"/>
              <a:cs typeface="Franklin Gothic Medium"/>
            </a:endParaRPr>
          </a:p>
        </p:txBody>
      </p:sp>
      <p:sp>
        <p:nvSpPr>
          <p:cNvPr id="6" name="object 6"/>
          <p:cNvSpPr txBox="1"/>
          <p:nvPr/>
        </p:nvSpPr>
        <p:spPr>
          <a:xfrm>
            <a:off x="1601850" y="4996052"/>
            <a:ext cx="112776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a:t>
            </a:r>
            <a:r>
              <a:rPr sz="2200" spc="-10" dirty="0">
                <a:solidFill>
                  <a:srgbClr val="000099"/>
                </a:solidFill>
                <a:latin typeface="Franklin Gothic Medium"/>
                <a:cs typeface="Franklin Gothic Medium"/>
              </a:rPr>
              <a:t>x</a:t>
            </a:r>
            <a:r>
              <a:rPr sz="2200" spc="5" dirty="0">
                <a:solidFill>
                  <a:srgbClr val="000099"/>
                </a:solidFill>
                <a:latin typeface="Franklin Gothic Medium"/>
                <a:cs typeface="Franklin Gothic Medium"/>
              </a:rPr>
              <a:t>a</a:t>
            </a:r>
            <a:r>
              <a:rPr sz="2200" dirty="0">
                <a:solidFill>
                  <a:srgbClr val="000099"/>
                </a:solidFill>
                <a:latin typeface="Franklin Gothic Medium"/>
                <a:cs typeface="Franklin Gothic Medium"/>
              </a:rPr>
              <a:t>m</a:t>
            </a:r>
            <a:r>
              <a:rPr sz="2200" spc="-5" dirty="0">
                <a:solidFill>
                  <a:srgbClr val="000099"/>
                </a:solidFill>
                <a:latin typeface="Franklin Gothic Medium"/>
                <a:cs typeface="Franklin Gothic Medium"/>
              </a:rPr>
              <a:t>pl</a:t>
            </a:r>
            <a:r>
              <a:rPr sz="2200" dirty="0">
                <a:solidFill>
                  <a:srgbClr val="000099"/>
                </a:solidFill>
                <a:latin typeface="Franklin Gothic Medium"/>
                <a:cs typeface="Franklin Gothic Medium"/>
              </a:rPr>
              <a:t>e</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7" name="object 7"/>
          <p:cNvSpPr txBox="1"/>
          <p:nvPr/>
        </p:nvSpPr>
        <p:spPr>
          <a:xfrm>
            <a:off x="2973451" y="4827777"/>
            <a:ext cx="1457325" cy="1031875"/>
          </a:xfrm>
          <a:prstGeom prst="rect">
            <a:avLst/>
          </a:prstGeom>
        </p:spPr>
        <p:txBody>
          <a:bodyPr vert="horz" wrap="square" lIns="0" tIns="12700" rIns="0" bIns="0" rtlCol="0">
            <a:spAutoFit/>
          </a:bodyPr>
          <a:lstStyle/>
          <a:p>
            <a:pPr marL="12700" marR="5080">
              <a:lnSpc>
                <a:spcPct val="150000"/>
              </a:lnSpc>
              <a:spcBef>
                <a:spcPts val="100"/>
              </a:spcBef>
            </a:pPr>
            <a:r>
              <a:rPr sz="2200" spc="-5" dirty="0">
                <a:latin typeface="Franklin Gothic Medium"/>
                <a:cs typeface="Franklin Gothic Medium"/>
              </a:rPr>
              <a:t>char ch=‘$’; </a:t>
            </a:r>
            <a:r>
              <a:rPr sz="2200" spc="-535" dirty="0">
                <a:latin typeface="Franklin Gothic Medium"/>
                <a:cs typeface="Franklin Gothic Medium"/>
              </a:rPr>
              <a:t> </a:t>
            </a:r>
            <a:r>
              <a:rPr sz="2200" spc="-5" dirty="0">
                <a:latin typeface="Franklin Gothic Medium"/>
                <a:cs typeface="Franklin Gothic Medium"/>
              </a:rPr>
              <a:t>pu</a:t>
            </a:r>
            <a:r>
              <a:rPr sz="2200" dirty="0">
                <a:latin typeface="Franklin Gothic Medium"/>
                <a:cs typeface="Franklin Gothic Medium"/>
              </a:rPr>
              <a:t>tc</a:t>
            </a:r>
            <a:r>
              <a:rPr sz="2200" spc="-5" dirty="0">
                <a:latin typeface="Franklin Gothic Medium"/>
                <a:cs typeface="Franklin Gothic Medium"/>
              </a:rPr>
              <a:t>ha</a:t>
            </a:r>
            <a:r>
              <a:rPr sz="2200" dirty="0">
                <a:latin typeface="Franklin Gothic Medium"/>
                <a:cs typeface="Franklin Gothic Medium"/>
              </a:rPr>
              <a:t>r</a:t>
            </a:r>
            <a:r>
              <a:rPr sz="2200" spc="-5" dirty="0">
                <a:latin typeface="Franklin Gothic Medium"/>
                <a:cs typeface="Franklin Gothic Medium"/>
              </a:rPr>
              <a:t>(</a:t>
            </a:r>
            <a:r>
              <a:rPr sz="2200" dirty="0">
                <a:latin typeface="Franklin Gothic Medium"/>
                <a:cs typeface="Franklin Gothic Medium"/>
              </a:rPr>
              <a:t>c</a:t>
            </a:r>
            <a:r>
              <a:rPr sz="2200" spc="-10" dirty="0">
                <a:latin typeface="Franklin Gothic Medium"/>
                <a:cs typeface="Franklin Gothic Medium"/>
              </a:rPr>
              <a:t>h</a:t>
            </a:r>
            <a:r>
              <a:rPr sz="2200" spc="-5" dirty="0">
                <a:latin typeface="Franklin Gothic Medium"/>
                <a:cs typeface="Franklin Gothic Medium"/>
              </a:rPr>
              <a:t>);</a:t>
            </a:r>
            <a:endParaRPr sz="2200">
              <a:latin typeface="Franklin Gothic Medium"/>
              <a:cs typeface="Franklin Gothic Medium"/>
            </a:endParaRPr>
          </a:p>
        </p:txBody>
      </p:sp>
      <p:sp>
        <p:nvSpPr>
          <p:cNvPr id="8" name="object 8"/>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8555" y="1322832"/>
            <a:ext cx="4966970" cy="4653280"/>
          </a:xfrm>
          <a:prstGeom prst="rect">
            <a:avLst/>
          </a:prstGeom>
          <a:ln w="9525">
            <a:solidFill>
              <a:srgbClr val="000000"/>
            </a:solidFill>
          </a:ln>
        </p:spPr>
        <p:txBody>
          <a:bodyPr vert="horz" wrap="square" lIns="0" tIns="134620" rIns="0" bIns="0" rtlCol="0">
            <a:spAutoFit/>
          </a:bodyPr>
          <a:lstStyle/>
          <a:p>
            <a:pPr marL="90805">
              <a:lnSpc>
                <a:spcPct val="100000"/>
              </a:lnSpc>
              <a:spcBef>
                <a:spcPts val="1060"/>
              </a:spcBef>
            </a:pPr>
            <a:r>
              <a:rPr sz="2000" i="1" spc="-5" dirty="0">
                <a:solidFill>
                  <a:srgbClr val="006600"/>
                </a:solidFill>
                <a:latin typeface="Franklin Gothic Medium"/>
                <a:cs typeface="Franklin Gothic Medium"/>
              </a:rPr>
              <a:t>//demo </a:t>
            </a:r>
            <a:r>
              <a:rPr sz="2000" i="1" dirty="0">
                <a:solidFill>
                  <a:srgbClr val="006600"/>
                </a:solidFill>
                <a:latin typeface="Franklin Gothic Medium"/>
                <a:cs typeface="Franklin Gothic Medium"/>
              </a:rPr>
              <a:t>of</a:t>
            </a:r>
            <a:r>
              <a:rPr sz="2000" i="1" spc="-10" dirty="0">
                <a:solidFill>
                  <a:srgbClr val="006600"/>
                </a:solidFill>
                <a:latin typeface="Franklin Gothic Medium"/>
                <a:cs typeface="Franklin Gothic Medium"/>
              </a:rPr>
              <a:t> </a:t>
            </a:r>
            <a:r>
              <a:rPr sz="2000" i="1" spc="-5" dirty="0">
                <a:solidFill>
                  <a:srgbClr val="006600"/>
                </a:solidFill>
                <a:latin typeface="Franklin Gothic Medium"/>
                <a:cs typeface="Franklin Gothic Medium"/>
              </a:rPr>
              <a:t>getchar()</a:t>
            </a:r>
            <a:r>
              <a:rPr sz="2000" i="1" spc="-30" dirty="0">
                <a:solidFill>
                  <a:srgbClr val="006600"/>
                </a:solidFill>
                <a:latin typeface="Franklin Gothic Medium"/>
                <a:cs typeface="Franklin Gothic Medium"/>
              </a:rPr>
              <a:t> </a:t>
            </a:r>
            <a:r>
              <a:rPr sz="2000" i="1" spc="-5" dirty="0">
                <a:solidFill>
                  <a:srgbClr val="006600"/>
                </a:solidFill>
                <a:latin typeface="Franklin Gothic Medium"/>
                <a:cs typeface="Franklin Gothic Medium"/>
              </a:rPr>
              <a:t>and</a:t>
            </a:r>
            <a:r>
              <a:rPr sz="2000" i="1" spc="5" dirty="0">
                <a:solidFill>
                  <a:srgbClr val="006600"/>
                </a:solidFill>
                <a:latin typeface="Franklin Gothic Medium"/>
                <a:cs typeface="Franklin Gothic Medium"/>
              </a:rPr>
              <a:t> </a:t>
            </a:r>
            <a:r>
              <a:rPr sz="2000" i="1" spc="-5" dirty="0">
                <a:solidFill>
                  <a:srgbClr val="006600"/>
                </a:solidFill>
                <a:latin typeface="Franklin Gothic Medium"/>
                <a:cs typeface="Franklin Gothic Medium"/>
              </a:rPr>
              <a:t>putchar()</a:t>
            </a:r>
            <a:endParaRPr sz="2000">
              <a:latin typeface="Franklin Gothic Medium"/>
              <a:cs typeface="Franklin Gothic Medium"/>
            </a:endParaRPr>
          </a:p>
          <a:p>
            <a:pPr marL="90805" marR="2901315">
              <a:lnSpc>
                <a:spcPct val="150000"/>
              </a:lnSpc>
            </a:pPr>
            <a:r>
              <a:rPr sz="2000" spc="-5" dirty="0">
                <a:latin typeface="Franklin Gothic Medium"/>
                <a:cs typeface="Franklin Gothic Medium"/>
              </a:rPr>
              <a:t>#include&lt;</a:t>
            </a:r>
            <a:r>
              <a:rPr sz="2000" spc="5" dirty="0">
                <a:latin typeface="Franklin Gothic Medium"/>
                <a:cs typeface="Franklin Gothic Medium"/>
              </a:rPr>
              <a:t>s</a:t>
            </a:r>
            <a:r>
              <a:rPr sz="2000" spc="-5" dirty="0">
                <a:latin typeface="Franklin Gothic Medium"/>
                <a:cs typeface="Franklin Gothic Medium"/>
              </a:rPr>
              <a:t>tdio.h&gt;  </a:t>
            </a:r>
            <a:r>
              <a:rPr sz="2000" spc="-10" dirty="0">
                <a:latin typeface="Franklin Gothic Medium"/>
                <a:cs typeface="Franklin Gothic Medium"/>
              </a:rPr>
              <a:t>void</a:t>
            </a:r>
            <a:r>
              <a:rPr sz="2000" spc="-20" dirty="0">
                <a:latin typeface="Franklin Gothic Medium"/>
                <a:cs typeface="Franklin Gothic Medium"/>
              </a:rPr>
              <a:t> </a:t>
            </a:r>
            <a:r>
              <a:rPr sz="2000" spc="-5" dirty="0">
                <a:latin typeface="Franklin Gothic Medium"/>
                <a:cs typeface="Franklin Gothic Medium"/>
              </a:rPr>
              <a:t>main()</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a:p>
            <a:pPr marL="548005">
              <a:lnSpc>
                <a:spcPct val="100000"/>
              </a:lnSpc>
              <a:spcBef>
                <a:spcPts val="1200"/>
              </a:spcBef>
            </a:pPr>
            <a:r>
              <a:rPr sz="2000" spc="5" dirty="0">
                <a:latin typeface="Franklin Gothic Medium"/>
                <a:cs typeface="Franklin Gothic Medium"/>
              </a:rPr>
              <a:t>char</a:t>
            </a:r>
            <a:r>
              <a:rPr sz="2000" spc="-45" dirty="0">
                <a:latin typeface="Franklin Gothic Medium"/>
                <a:cs typeface="Franklin Gothic Medium"/>
              </a:rPr>
              <a:t> </a:t>
            </a:r>
            <a:r>
              <a:rPr sz="2000" spc="-5" dirty="0">
                <a:latin typeface="Franklin Gothic Medium"/>
                <a:cs typeface="Franklin Gothic Medium"/>
              </a:rPr>
              <a:t>ans;</a:t>
            </a:r>
            <a:endParaRPr sz="2000">
              <a:latin typeface="Franklin Gothic Medium"/>
              <a:cs typeface="Franklin Gothic Medium"/>
            </a:endParaRPr>
          </a:p>
          <a:p>
            <a:pPr marL="548005" marR="1434465">
              <a:lnSpc>
                <a:spcPct val="150000"/>
              </a:lnSpc>
              <a:spcBef>
                <a:spcPts val="5"/>
              </a:spcBef>
            </a:pPr>
            <a:r>
              <a:rPr sz="2000" spc="-5" dirty="0">
                <a:latin typeface="Franklin Gothic Medium"/>
                <a:cs typeface="Franklin Gothic Medium"/>
              </a:rPr>
              <a:t>printf("Enter </a:t>
            </a:r>
            <a:r>
              <a:rPr sz="2000" dirty="0">
                <a:latin typeface="Franklin Gothic Medium"/>
                <a:cs typeface="Franklin Gothic Medium"/>
              </a:rPr>
              <a:t>a </a:t>
            </a:r>
            <a:r>
              <a:rPr sz="2000" spc="-5" dirty="0">
                <a:latin typeface="Franklin Gothic Medium"/>
                <a:cs typeface="Franklin Gothic Medium"/>
              </a:rPr>
              <a:t>character: "); </a:t>
            </a:r>
            <a:r>
              <a:rPr sz="2000" spc="-484" dirty="0">
                <a:latin typeface="Franklin Gothic Medium"/>
                <a:cs typeface="Franklin Gothic Medium"/>
              </a:rPr>
              <a:t> </a:t>
            </a:r>
            <a:r>
              <a:rPr sz="2000" dirty="0">
                <a:solidFill>
                  <a:srgbClr val="FF0000"/>
                </a:solidFill>
                <a:latin typeface="Franklin Gothic Medium"/>
                <a:cs typeface="Franklin Gothic Medium"/>
              </a:rPr>
              <a:t>ans=getchar();</a:t>
            </a:r>
            <a:endParaRPr sz="2000">
              <a:latin typeface="Franklin Gothic Medium"/>
              <a:cs typeface="Franklin Gothic Medium"/>
            </a:endParaRPr>
          </a:p>
          <a:p>
            <a:pPr marL="548005">
              <a:lnSpc>
                <a:spcPct val="100000"/>
              </a:lnSpc>
              <a:spcBef>
                <a:spcPts val="1200"/>
              </a:spcBef>
            </a:pPr>
            <a:r>
              <a:rPr sz="2000" spc="-5" dirty="0">
                <a:latin typeface="Franklin Gothic Medium"/>
                <a:cs typeface="Franklin Gothic Medium"/>
              </a:rPr>
              <a:t>printf("The</a:t>
            </a:r>
            <a:r>
              <a:rPr sz="2000" spc="-10" dirty="0">
                <a:latin typeface="Franklin Gothic Medium"/>
                <a:cs typeface="Franklin Gothic Medium"/>
              </a:rPr>
              <a:t> </a:t>
            </a:r>
            <a:r>
              <a:rPr sz="2000" spc="-5" dirty="0">
                <a:latin typeface="Franklin Gothic Medium"/>
                <a:cs typeface="Franklin Gothic Medium"/>
              </a:rPr>
              <a:t>entered</a:t>
            </a:r>
            <a:r>
              <a:rPr sz="2000" spc="-25" dirty="0">
                <a:latin typeface="Franklin Gothic Medium"/>
                <a:cs typeface="Franklin Gothic Medium"/>
              </a:rPr>
              <a:t> </a:t>
            </a:r>
            <a:r>
              <a:rPr sz="2000" spc="-5" dirty="0">
                <a:latin typeface="Franklin Gothic Medium"/>
                <a:cs typeface="Franklin Gothic Medium"/>
              </a:rPr>
              <a:t>character</a:t>
            </a:r>
            <a:r>
              <a:rPr sz="2000" spc="-25" dirty="0">
                <a:latin typeface="Franklin Gothic Medium"/>
                <a:cs typeface="Franklin Gothic Medium"/>
              </a:rPr>
              <a:t> </a:t>
            </a:r>
            <a:r>
              <a:rPr sz="2000" dirty="0">
                <a:latin typeface="Franklin Gothic Medium"/>
                <a:cs typeface="Franklin Gothic Medium"/>
              </a:rPr>
              <a:t>is: </a:t>
            </a:r>
            <a:r>
              <a:rPr sz="2000" spc="-5" dirty="0">
                <a:latin typeface="Franklin Gothic Medium"/>
                <a:cs typeface="Franklin Gothic Medium"/>
              </a:rPr>
              <a:t>");</a:t>
            </a:r>
            <a:endParaRPr sz="2000">
              <a:latin typeface="Franklin Gothic Medium"/>
              <a:cs typeface="Franklin Gothic Medium"/>
            </a:endParaRPr>
          </a:p>
          <a:p>
            <a:pPr marL="548005">
              <a:lnSpc>
                <a:spcPct val="100000"/>
              </a:lnSpc>
              <a:spcBef>
                <a:spcPts val="1200"/>
              </a:spcBef>
            </a:pPr>
            <a:r>
              <a:rPr sz="2000" dirty="0">
                <a:solidFill>
                  <a:srgbClr val="FF0000"/>
                </a:solidFill>
                <a:latin typeface="Franklin Gothic Medium"/>
                <a:cs typeface="Franklin Gothic Medium"/>
              </a:rPr>
              <a:t>putchar(ans);</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a:t>
            </a:r>
            <a:endParaRPr sz="2000">
              <a:latin typeface="Franklin Gothic Medium"/>
              <a:cs typeface="Franklin Gothic Medium"/>
            </a:endParaRPr>
          </a:p>
        </p:txBody>
      </p:sp>
      <p:sp>
        <p:nvSpPr>
          <p:cNvPr id="3" name="object 3"/>
          <p:cNvSpPr txBox="1"/>
          <p:nvPr/>
        </p:nvSpPr>
        <p:spPr>
          <a:xfrm>
            <a:off x="5740908" y="1322832"/>
            <a:ext cx="4966970" cy="1420495"/>
          </a:xfrm>
          <a:prstGeom prst="rect">
            <a:avLst/>
          </a:prstGeom>
          <a:ln w="9525">
            <a:solidFill>
              <a:srgbClr val="000000"/>
            </a:solidFill>
          </a:ln>
        </p:spPr>
        <p:txBody>
          <a:bodyPr vert="horz" wrap="square" lIns="0" tIns="134620" rIns="0" bIns="0" rtlCol="0">
            <a:spAutoFit/>
          </a:bodyPr>
          <a:lstStyle/>
          <a:p>
            <a:pPr marL="90805">
              <a:lnSpc>
                <a:spcPct val="100000"/>
              </a:lnSpc>
              <a:spcBef>
                <a:spcPts val="1060"/>
              </a:spcBef>
            </a:pPr>
            <a:r>
              <a:rPr sz="2000" dirty="0">
                <a:solidFill>
                  <a:srgbClr val="000099"/>
                </a:solidFill>
                <a:latin typeface="Franklin Gothic Medium"/>
                <a:cs typeface="Franklin Gothic Medium"/>
              </a:rPr>
              <a:t>Output:</a:t>
            </a:r>
            <a:endParaRPr sz="2000">
              <a:latin typeface="Franklin Gothic Medium"/>
              <a:cs typeface="Franklin Gothic Medium"/>
            </a:endParaRPr>
          </a:p>
          <a:p>
            <a:pPr marL="90805">
              <a:lnSpc>
                <a:spcPct val="100000"/>
              </a:lnSpc>
              <a:spcBef>
                <a:spcPts val="1200"/>
              </a:spcBef>
            </a:pPr>
            <a:r>
              <a:rPr sz="2000" spc="-5" dirty="0">
                <a:latin typeface="Franklin Gothic Medium"/>
                <a:cs typeface="Franklin Gothic Medium"/>
              </a:rPr>
              <a:t>Enter</a:t>
            </a:r>
            <a:r>
              <a:rPr sz="2000" spc="-25" dirty="0">
                <a:latin typeface="Franklin Gothic Medium"/>
                <a:cs typeface="Franklin Gothic Medium"/>
              </a:rPr>
              <a:t> </a:t>
            </a:r>
            <a:r>
              <a:rPr sz="2000" dirty="0">
                <a:latin typeface="Franklin Gothic Medium"/>
                <a:cs typeface="Franklin Gothic Medium"/>
              </a:rPr>
              <a:t>a</a:t>
            </a:r>
            <a:r>
              <a:rPr sz="2000" spc="-10" dirty="0">
                <a:latin typeface="Franklin Gothic Medium"/>
                <a:cs typeface="Franklin Gothic Medium"/>
              </a:rPr>
              <a:t> </a:t>
            </a:r>
            <a:r>
              <a:rPr sz="2000" spc="-5" dirty="0">
                <a:latin typeface="Franklin Gothic Medium"/>
                <a:cs typeface="Franklin Gothic Medium"/>
              </a:rPr>
              <a:t>character:</a:t>
            </a:r>
            <a:r>
              <a:rPr sz="2000" spc="-30" dirty="0">
                <a:latin typeface="Franklin Gothic Medium"/>
                <a:cs typeface="Franklin Gothic Medium"/>
              </a:rPr>
              <a:t> </a:t>
            </a:r>
            <a:r>
              <a:rPr sz="2000" dirty="0">
                <a:latin typeface="Franklin Gothic Medium"/>
                <a:cs typeface="Franklin Gothic Medium"/>
              </a:rPr>
              <a:t>K</a:t>
            </a:r>
            <a:endParaRPr sz="2000">
              <a:latin typeface="Franklin Gothic Medium"/>
              <a:cs typeface="Franklin Gothic Medium"/>
            </a:endParaRPr>
          </a:p>
          <a:p>
            <a:pPr marL="90805">
              <a:lnSpc>
                <a:spcPct val="100000"/>
              </a:lnSpc>
              <a:spcBef>
                <a:spcPts val="1200"/>
              </a:spcBef>
            </a:pPr>
            <a:r>
              <a:rPr sz="2000" dirty="0">
                <a:latin typeface="Franklin Gothic Medium"/>
                <a:cs typeface="Franklin Gothic Medium"/>
              </a:rPr>
              <a:t>The</a:t>
            </a:r>
            <a:r>
              <a:rPr sz="2000" spc="-30" dirty="0">
                <a:latin typeface="Franklin Gothic Medium"/>
                <a:cs typeface="Franklin Gothic Medium"/>
              </a:rPr>
              <a:t> </a:t>
            </a:r>
            <a:r>
              <a:rPr sz="2000" spc="-5" dirty="0">
                <a:latin typeface="Franklin Gothic Medium"/>
                <a:cs typeface="Franklin Gothic Medium"/>
              </a:rPr>
              <a:t>entered</a:t>
            </a:r>
            <a:r>
              <a:rPr sz="2000" spc="-30" dirty="0">
                <a:latin typeface="Franklin Gothic Medium"/>
                <a:cs typeface="Franklin Gothic Medium"/>
              </a:rPr>
              <a:t> </a:t>
            </a:r>
            <a:r>
              <a:rPr sz="2000" spc="-5" dirty="0">
                <a:latin typeface="Franklin Gothic Medium"/>
                <a:cs typeface="Franklin Gothic Medium"/>
              </a:rPr>
              <a:t>character</a:t>
            </a:r>
            <a:r>
              <a:rPr sz="2000" spc="-20" dirty="0">
                <a:latin typeface="Franklin Gothic Medium"/>
                <a:cs typeface="Franklin Gothic Medium"/>
              </a:rPr>
              <a:t> </a:t>
            </a:r>
            <a:r>
              <a:rPr sz="2000" dirty="0">
                <a:latin typeface="Franklin Gothic Medium"/>
                <a:cs typeface="Franklin Gothic Medium"/>
              </a:rPr>
              <a:t>is:</a:t>
            </a:r>
            <a:r>
              <a:rPr sz="2000" spc="-10" dirty="0">
                <a:latin typeface="Franklin Gothic Medium"/>
                <a:cs typeface="Franklin Gothic Medium"/>
              </a:rPr>
              <a:t> </a:t>
            </a:r>
            <a:r>
              <a:rPr sz="2000" dirty="0">
                <a:latin typeface="Franklin Gothic Medium"/>
                <a:cs typeface="Franklin Gothic Medium"/>
              </a:rPr>
              <a:t>K</a:t>
            </a:r>
            <a:endParaRPr sz="2000">
              <a:latin typeface="Franklin Gothic Medium"/>
              <a:cs typeface="Franklin Gothic Medium"/>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2219" y="1065187"/>
            <a:ext cx="11827510" cy="805180"/>
            <a:chOff x="182219" y="1065187"/>
            <a:chExt cx="11827510" cy="805180"/>
          </a:xfrm>
        </p:grpSpPr>
        <p:sp>
          <p:nvSpPr>
            <p:cNvPr id="3" name="object 3"/>
            <p:cNvSpPr/>
            <p:nvPr/>
          </p:nvSpPr>
          <p:spPr>
            <a:xfrm>
              <a:off x="182219" y="1065187"/>
              <a:ext cx="11827510" cy="805180"/>
            </a:xfrm>
            <a:custGeom>
              <a:avLst/>
              <a:gdLst/>
              <a:ahLst/>
              <a:cxnLst/>
              <a:rect l="l" t="t" r="r" b="b"/>
              <a:pathLst>
                <a:path w="11827510" h="805180">
                  <a:moveTo>
                    <a:pt x="11827510" y="0"/>
                  </a:moveTo>
                  <a:lnTo>
                    <a:pt x="0" y="0"/>
                  </a:lnTo>
                  <a:lnTo>
                    <a:pt x="0" y="804760"/>
                  </a:lnTo>
                  <a:lnTo>
                    <a:pt x="11827510" y="804760"/>
                  </a:lnTo>
                  <a:lnTo>
                    <a:pt x="11827510" y="0"/>
                  </a:lnTo>
                  <a:close/>
                </a:path>
              </a:pathLst>
            </a:custGeom>
            <a:solidFill>
              <a:srgbClr val="00AFEF"/>
            </a:solidFill>
          </p:spPr>
          <p:txBody>
            <a:bodyPr wrap="square" lIns="0" tIns="0" rIns="0" bIns="0" rtlCol="0"/>
            <a:lstStyle/>
            <a:p>
              <a:endParaRPr/>
            </a:p>
          </p:txBody>
        </p:sp>
        <p:sp>
          <p:nvSpPr>
            <p:cNvPr id="4" name="object 4"/>
            <p:cNvSpPr/>
            <p:nvPr/>
          </p:nvSpPr>
          <p:spPr>
            <a:xfrm>
              <a:off x="5136895" y="1417193"/>
              <a:ext cx="1918970" cy="273050"/>
            </a:xfrm>
            <a:custGeom>
              <a:avLst/>
              <a:gdLst/>
              <a:ahLst/>
              <a:cxnLst/>
              <a:rect l="l" t="t" r="r" b="b"/>
              <a:pathLst>
                <a:path w="1918970" h="273050">
                  <a:moveTo>
                    <a:pt x="1918716" y="0"/>
                  </a:moveTo>
                  <a:lnTo>
                    <a:pt x="0" y="0"/>
                  </a:lnTo>
                  <a:lnTo>
                    <a:pt x="0" y="272796"/>
                  </a:lnTo>
                  <a:lnTo>
                    <a:pt x="1918716" y="272796"/>
                  </a:lnTo>
                  <a:lnTo>
                    <a:pt x="1918716" y="0"/>
                  </a:lnTo>
                  <a:close/>
                </a:path>
              </a:pathLst>
            </a:custGeom>
            <a:solidFill>
              <a:srgbClr val="FFFF00"/>
            </a:solidFill>
          </p:spPr>
          <p:txBody>
            <a:bodyPr wrap="square" lIns="0" tIns="0" rIns="0" bIns="0" rtlCol="0"/>
            <a:lstStyle/>
            <a:p>
              <a:endParaRPr/>
            </a:p>
          </p:txBody>
        </p:sp>
      </p:grpSp>
      <p:graphicFrame>
        <p:nvGraphicFramePr>
          <p:cNvPr id="5" name="object 5"/>
          <p:cNvGraphicFramePr>
            <a:graphicFrameLocks noGrp="1"/>
          </p:cNvGraphicFramePr>
          <p:nvPr/>
        </p:nvGraphicFramePr>
        <p:xfrm>
          <a:off x="175869" y="1052449"/>
          <a:ext cx="11826238" cy="4878447"/>
        </p:xfrm>
        <a:graphic>
          <a:graphicData uri="http://schemas.openxmlformats.org/drawingml/2006/table">
            <a:tbl>
              <a:tblPr firstRow="1" bandRow="1">
                <a:tableStyleId>{2D5ABB26-0587-4C30-8999-92F81FD0307C}</a:tableStyleId>
              </a:tblPr>
              <a:tblGrid>
                <a:gridCol w="1331595">
                  <a:extLst>
                    <a:ext uri="{9D8B030D-6E8A-4147-A177-3AD203B41FA5}">
                      <a16:colId xmlns:a16="http://schemas.microsoft.com/office/drawing/2014/main" val="20000"/>
                    </a:ext>
                  </a:extLst>
                </a:gridCol>
                <a:gridCol w="3607434">
                  <a:extLst>
                    <a:ext uri="{9D8B030D-6E8A-4147-A177-3AD203B41FA5}">
                      <a16:colId xmlns:a16="http://schemas.microsoft.com/office/drawing/2014/main" val="20001"/>
                    </a:ext>
                  </a:extLst>
                </a:gridCol>
                <a:gridCol w="6887209">
                  <a:extLst>
                    <a:ext uri="{9D8B030D-6E8A-4147-A177-3AD203B41FA5}">
                      <a16:colId xmlns:a16="http://schemas.microsoft.com/office/drawing/2014/main" val="20002"/>
                    </a:ext>
                  </a:extLst>
                </a:gridCol>
              </a:tblGrid>
              <a:tr h="804799">
                <a:tc gridSpan="3">
                  <a:txBody>
                    <a:bodyPr/>
                    <a:lstStyle/>
                    <a:p>
                      <a:pPr marL="4645660" marR="4639945" algn="ctr">
                        <a:lnSpc>
                          <a:spcPct val="100000"/>
                        </a:lnSpc>
                        <a:spcBef>
                          <a:spcPts val="310"/>
                        </a:spcBef>
                      </a:pPr>
                      <a:r>
                        <a:rPr sz="1900" spc="-5" dirty="0">
                          <a:solidFill>
                            <a:srgbClr val="FFFFFF"/>
                          </a:solidFill>
                          <a:latin typeface="Franklin Gothic Medium"/>
                          <a:cs typeface="Franklin Gothic Medium"/>
                        </a:rPr>
                        <a:t>Character</a:t>
                      </a:r>
                      <a:r>
                        <a:rPr sz="1900" spc="-65" dirty="0">
                          <a:solidFill>
                            <a:srgbClr val="FFFFFF"/>
                          </a:solidFill>
                          <a:latin typeface="Franklin Gothic Medium"/>
                          <a:cs typeface="Franklin Gothic Medium"/>
                        </a:rPr>
                        <a:t> </a:t>
                      </a:r>
                      <a:r>
                        <a:rPr sz="1900" spc="-25" dirty="0">
                          <a:solidFill>
                            <a:srgbClr val="FFFFFF"/>
                          </a:solidFill>
                          <a:latin typeface="Franklin Gothic Medium"/>
                          <a:cs typeface="Franklin Gothic Medium"/>
                        </a:rPr>
                        <a:t>Test</a:t>
                      </a:r>
                      <a:r>
                        <a:rPr sz="1900" spc="-55" dirty="0">
                          <a:solidFill>
                            <a:srgbClr val="FFFFFF"/>
                          </a:solidFill>
                          <a:latin typeface="Franklin Gothic Medium"/>
                          <a:cs typeface="Franklin Gothic Medium"/>
                        </a:rPr>
                        <a:t> </a:t>
                      </a:r>
                      <a:r>
                        <a:rPr sz="1900" spc="-10" dirty="0">
                          <a:solidFill>
                            <a:srgbClr val="FFFFFF"/>
                          </a:solidFill>
                          <a:latin typeface="Franklin Gothic Medium"/>
                          <a:cs typeface="Franklin Gothic Medium"/>
                        </a:rPr>
                        <a:t>Functions </a:t>
                      </a:r>
                      <a:r>
                        <a:rPr sz="1900" spc="-459" dirty="0">
                          <a:solidFill>
                            <a:srgbClr val="FFFFFF"/>
                          </a:solidFill>
                          <a:latin typeface="Franklin Gothic Medium"/>
                          <a:cs typeface="Franklin Gothic Medium"/>
                        </a:rPr>
                        <a:t> </a:t>
                      </a:r>
                      <a:r>
                        <a:rPr sz="1900" dirty="0">
                          <a:solidFill>
                            <a:srgbClr val="C00000"/>
                          </a:solidFill>
                          <a:latin typeface="Franklin Gothic Medium"/>
                          <a:cs typeface="Franklin Gothic Medium"/>
                        </a:rPr>
                        <a:t>#include&lt;ctype.h&gt;</a:t>
                      </a:r>
                      <a:endParaRPr sz="1900">
                        <a:latin typeface="Franklin Gothic Medium"/>
                        <a:cs typeface="Franklin Gothic Medium"/>
                      </a:endParaRPr>
                    </a:p>
                  </a:txBody>
                  <a:tcPr marL="0" marR="0" marT="39370" marB="0">
                    <a:lnT w="28575">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509142">
                <a:tc>
                  <a:txBody>
                    <a:bodyPr/>
                    <a:lstStyle/>
                    <a:p>
                      <a:pPr marL="91440">
                        <a:lnSpc>
                          <a:spcPct val="100000"/>
                        </a:lnSpc>
                        <a:spcBef>
                          <a:spcPts val="309"/>
                        </a:spcBef>
                      </a:pPr>
                      <a:r>
                        <a:rPr sz="1900" spc="-5" dirty="0">
                          <a:latin typeface="Franklin Gothic Medium"/>
                          <a:cs typeface="Franklin Gothic Medium"/>
                        </a:rPr>
                        <a:t>isalnum(c)</a:t>
                      </a:r>
                      <a:endParaRPr sz="19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1440">
                        <a:lnSpc>
                          <a:spcPct val="100000"/>
                        </a:lnSpc>
                        <a:spcBef>
                          <a:spcPts val="309"/>
                        </a:spcBef>
                      </a:pPr>
                      <a:r>
                        <a:rPr sz="1900" spc="-5" dirty="0">
                          <a:latin typeface="Franklin Gothic Medium"/>
                          <a:cs typeface="Franklin Gothic Medium"/>
                        </a:rPr>
                        <a:t>Is</a:t>
                      </a:r>
                      <a:r>
                        <a:rPr sz="1900" dirty="0">
                          <a:latin typeface="Franklin Gothic Medium"/>
                          <a:cs typeface="Franklin Gothic Medium"/>
                        </a:rPr>
                        <a:t> </a:t>
                      </a:r>
                      <a:r>
                        <a:rPr sz="1900" spc="-5" dirty="0">
                          <a:latin typeface="Franklin Gothic Medium"/>
                          <a:cs typeface="Franklin Gothic Medium"/>
                        </a:rPr>
                        <a:t>c</a:t>
                      </a:r>
                      <a:r>
                        <a:rPr sz="1900" dirty="0">
                          <a:latin typeface="Franklin Gothic Medium"/>
                          <a:cs typeface="Franklin Gothic Medium"/>
                        </a:rPr>
                        <a:t> </a:t>
                      </a:r>
                      <a:r>
                        <a:rPr sz="1900" spc="-5" dirty="0">
                          <a:latin typeface="Franklin Gothic Medium"/>
                          <a:cs typeface="Franklin Gothic Medium"/>
                        </a:rPr>
                        <a:t>alphanumeric</a:t>
                      </a:r>
                      <a:r>
                        <a:rPr sz="1900" spc="-20" dirty="0">
                          <a:latin typeface="Franklin Gothic Medium"/>
                          <a:cs typeface="Franklin Gothic Medium"/>
                        </a:rPr>
                        <a:t> </a:t>
                      </a:r>
                      <a:r>
                        <a:rPr sz="1900" spc="-10" dirty="0">
                          <a:latin typeface="Franklin Gothic Medium"/>
                          <a:cs typeface="Franklin Gothic Medium"/>
                        </a:rPr>
                        <a:t>character</a:t>
                      </a:r>
                      <a:endParaRPr sz="19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09"/>
                        </a:spcBef>
                      </a:pPr>
                      <a:r>
                        <a:rPr sz="1900" spc="-10" dirty="0">
                          <a:latin typeface="Franklin Gothic Medium"/>
                          <a:cs typeface="Franklin Gothic Medium"/>
                        </a:rPr>
                        <a:t>Returns</a:t>
                      </a:r>
                      <a:r>
                        <a:rPr sz="1900" spc="5" dirty="0">
                          <a:latin typeface="Franklin Gothic Medium"/>
                          <a:cs typeface="Franklin Gothic Medium"/>
                        </a:rPr>
                        <a:t> </a:t>
                      </a:r>
                      <a:r>
                        <a:rPr sz="1900" spc="-5" dirty="0">
                          <a:latin typeface="Franklin Gothic Medium"/>
                          <a:cs typeface="Franklin Gothic Medium"/>
                        </a:rPr>
                        <a:t>non-zero</a:t>
                      </a:r>
                      <a:r>
                        <a:rPr sz="1900" dirty="0">
                          <a:latin typeface="Franklin Gothic Medium"/>
                          <a:cs typeface="Franklin Gothic Medium"/>
                        </a:rPr>
                        <a:t> if</a:t>
                      </a:r>
                      <a:r>
                        <a:rPr sz="1900" spc="-20" dirty="0">
                          <a:latin typeface="Franklin Gothic Medium"/>
                          <a:cs typeface="Franklin Gothic Medium"/>
                        </a:rPr>
                        <a:t> </a:t>
                      </a:r>
                      <a:r>
                        <a:rPr sz="1900" dirty="0">
                          <a:latin typeface="Franklin Gothic Medium"/>
                          <a:cs typeface="Franklin Gothic Medium"/>
                        </a:rPr>
                        <a:t>it</a:t>
                      </a:r>
                      <a:r>
                        <a:rPr sz="1900" spc="-15" dirty="0">
                          <a:latin typeface="Franklin Gothic Medium"/>
                          <a:cs typeface="Franklin Gothic Medium"/>
                        </a:rPr>
                        <a:t> </a:t>
                      </a:r>
                      <a:r>
                        <a:rPr sz="1900"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alphanumeric</a:t>
                      </a:r>
                      <a:r>
                        <a:rPr sz="1900" spc="-10" dirty="0">
                          <a:latin typeface="Franklin Gothic Medium"/>
                          <a:cs typeface="Franklin Gothic Medium"/>
                        </a:rPr>
                        <a:t> </a:t>
                      </a:r>
                      <a:r>
                        <a:rPr sz="1900" spc="-15" dirty="0">
                          <a:latin typeface="Franklin Gothic Medium"/>
                          <a:cs typeface="Franklin Gothic Medium"/>
                        </a:rPr>
                        <a:t>character,</a:t>
                      </a:r>
                      <a:r>
                        <a:rPr sz="1900" spc="15" dirty="0">
                          <a:latin typeface="Franklin Gothic Medium"/>
                          <a:cs typeface="Franklin Gothic Medium"/>
                        </a:rPr>
                        <a:t> </a:t>
                      </a:r>
                      <a:r>
                        <a:rPr sz="1900" spc="-5" dirty="0">
                          <a:latin typeface="Franklin Gothic Medium"/>
                          <a:cs typeface="Franklin Gothic Medium"/>
                        </a:rPr>
                        <a:t>else</a:t>
                      </a:r>
                      <a:r>
                        <a:rPr sz="1900" spc="-10" dirty="0">
                          <a:latin typeface="Franklin Gothic Medium"/>
                          <a:cs typeface="Franklin Gothic Medium"/>
                        </a:rPr>
                        <a:t> returns</a:t>
                      </a:r>
                      <a:r>
                        <a:rPr sz="1900" spc="5"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1"/>
                  </a:ext>
                </a:extLst>
              </a:tr>
              <a:tr h="509270">
                <a:tc>
                  <a:txBody>
                    <a:bodyPr/>
                    <a:lstStyle/>
                    <a:p>
                      <a:pPr marL="91440">
                        <a:lnSpc>
                          <a:spcPct val="100000"/>
                        </a:lnSpc>
                        <a:spcBef>
                          <a:spcPts val="310"/>
                        </a:spcBef>
                      </a:pPr>
                      <a:r>
                        <a:rPr sz="1900" spc="-5" dirty="0">
                          <a:latin typeface="Franklin Gothic Medium"/>
                          <a:cs typeface="Franklin Gothic Medium"/>
                        </a:rPr>
                        <a:t>isalpha(c)</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0"/>
                        </a:spcBef>
                      </a:pPr>
                      <a:r>
                        <a:rPr sz="1900" spc="-5"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c</a:t>
                      </a:r>
                      <a:r>
                        <a:rPr sz="1900" spc="-20" dirty="0">
                          <a:latin typeface="Franklin Gothic Medium"/>
                          <a:cs typeface="Franklin Gothic Medium"/>
                        </a:rPr>
                        <a:t> </a:t>
                      </a:r>
                      <a:r>
                        <a:rPr sz="1900" spc="-5" dirty="0">
                          <a:latin typeface="Franklin Gothic Medium"/>
                          <a:cs typeface="Franklin Gothic Medium"/>
                        </a:rPr>
                        <a:t>alphabet</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non-zero </a:t>
                      </a:r>
                      <a:r>
                        <a:rPr sz="1900" dirty="0">
                          <a:latin typeface="Franklin Gothic Medium"/>
                          <a:cs typeface="Franklin Gothic Medium"/>
                        </a:rPr>
                        <a:t>if</a:t>
                      </a:r>
                      <a:r>
                        <a:rPr sz="1900" spc="-25" dirty="0">
                          <a:latin typeface="Franklin Gothic Medium"/>
                          <a:cs typeface="Franklin Gothic Medium"/>
                        </a:rPr>
                        <a:t> </a:t>
                      </a:r>
                      <a:r>
                        <a:rPr sz="1900" dirty="0">
                          <a:latin typeface="Franklin Gothic Medium"/>
                          <a:cs typeface="Franklin Gothic Medium"/>
                        </a:rPr>
                        <a:t>it</a:t>
                      </a:r>
                      <a:r>
                        <a:rPr sz="1900" spc="-20" dirty="0">
                          <a:latin typeface="Franklin Gothic Medium"/>
                          <a:cs typeface="Franklin Gothic Medium"/>
                        </a:rPr>
                        <a:t> </a:t>
                      </a:r>
                      <a:r>
                        <a:rPr sz="1900"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alphabet, else </a:t>
                      </a: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09142">
                <a:tc>
                  <a:txBody>
                    <a:bodyPr/>
                    <a:lstStyle/>
                    <a:p>
                      <a:pPr marL="91440">
                        <a:lnSpc>
                          <a:spcPct val="100000"/>
                        </a:lnSpc>
                        <a:spcBef>
                          <a:spcPts val="310"/>
                        </a:spcBef>
                      </a:pPr>
                      <a:r>
                        <a:rPr sz="1900" spc="-5" dirty="0">
                          <a:latin typeface="Franklin Gothic Medium"/>
                          <a:cs typeface="Franklin Gothic Medium"/>
                        </a:rPr>
                        <a:t>isdigit(c)</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1440">
                        <a:lnSpc>
                          <a:spcPct val="100000"/>
                        </a:lnSpc>
                        <a:spcBef>
                          <a:spcPts val="310"/>
                        </a:spcBef>
                      </a:pPr>
                      <a:r>
                        <a:rPr sz="1900" spc="-5"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c</a:t>
                      </a:r>
                      <a:r>
                        <a:rPr sz="1900" spc="-20" dirty="0">
                          <a:latin typeface="Franklin Gothic Medium"/>
                          <a:cs typeface="Franklin Gothic Medium"/>
                        </a:rPr>
                        <a:t> </a:t>
                      </a:r>
                      <a:r>
                        <a:rPr sz="1900" dirty="0">
                          <a:latin typeface="Franklin Gothic Medium"/>
                          <a:cs typeface="Franklin Gothic Medium"/>
                        </a:rPr>
                        <a:t>digit</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10"/>
                        </a:spcBef>
                      </a:pP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non-zero</a:t>
                      </a:r>
                      <a:r>
                        <a:rPr sz="1900" spc="-10" dirty="0">
                          <a:latin typeface="Franklin Gothic Medium"/>
                          <a:cs typeface="Franklin Gothic Medium"/>
                        </a:rPr>
                        <a:t> </a:t>
                      </a:r>
                      <a:r>
                        <a:rPr sz="1900" dirty="0">
                          <a:latin typeface="Franklin Gothic Medium"/>
                          <a:cs typeface="Franklin Gothic Medium"/>
                        </a:rPr>
                        <a:t>if</a:t>
                      </a:r>
                      <a:r>
                        <a:rPr sz="1900" spc="-20" dirty="0">
                          <a:latin typeface="Franklin Gothic Medium"/>
                          <a:cs typeface="Franklin Gothic Medium"/>
                        </a:rPr>
                        <a:t> </a:t>
                      </a:r>
                      <a:r>
                        <a:rPr sz="1900" dirty="0">
                          <a:latin typeface="Franklin Gothic Medium"/>
                          <a:cs typeface="Franklin Gothic Medium"/>
                        </a:rPr>
                        <a:t>it</a:t>
                      </a:r>
                      <a:r>
                        <a:rPr sz="1900" spc="-25" dirty="0">
                          <a:latin typeface="Franklin Gothic Medium"/>
                          <a:cs typeface="Franklin Gothic Medium"/>
                        </a:rPr>
                        <a:t> </a:t>
                      </a:r>
                      <a:r>
                        <a:rPr sz="1900" dirty="0">
                          <a:latin typeface="Franklin Gothic Medium"/>
                          <a:cs typeface="Franklin Gothic Medium"/>
                        </a:rPr>
                        <a:t>is</a:t>
                      </a:r>
                      <a:r>
                        <a:rPr sz="1900" spc="-20" dirty="0">
                          <a:latin typeface="Franklin Gothic Medium"/>
                          <a:cs typeface="Franklin Gothic Medium"/>
                        </a:rPr>
                        <a:t> </a:t>
                      </a:r>
                      <a:r>
                        <a:rPr sz="1900" dirty="0">
                          <a:latin typeface="Franklin Gothic Medium"/>
                          <a:cs typeface="Franklin Gothic Medium"/>
                        </a:rPr>
                        <a:t>digit,</a:t>
                      </a:r>
                      <a:r>
                        <a:rPr sz="1900" spc="-25" dirty="0">
                          <a:latin typeface="Franklin Gothic Medium"/>
                          <a:cs typeface="Franklin Gothic Medium"/>
                        </a:rPr>
                        <a:t> </a:t>
                      </a:r>
                      <a:r>
                        <a:rPr sz="1900" spc="-5" dirty="0">
                          <a:latin typeface="Franklin Gothic Medium"/>
                          <a:cs typeface="Franklin Gothic Medium"/>
                        </a:rPr>
                        <a:t>else </a:t>
                      </a: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3"/>
                  </a:ext>
                </a:extLst>
              </a:tr>
              <a:tr h="509270">
                <a:tc>
                  <a:txBody>
                    <a:bodyPr/>
                    <a:lstStyle/>
                    <a:p>
                      <a:pPr marL="91440">
                        <a:lnSpc>
                          <a:spcPct val="100000"/>
                        </a:lnSpc>
                        <a:spcBef>
                          <a:spcPts val="315"/>
                        </a:spcBef>
                      </a:pPr>
                      <a:r>
                        <a:rPr sz="1900" spc="-10" dirty="0">
                          <a:latin typeface="Franklin Gothic Medium"/>
                          <a:cs typeface="Franklin Gothic Medium"/>
                        </a:rPr>
                        <a:t>islower(c)</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5"/>
                        </a:spcBef>
                      </a:pPr>
                      <a:r>
                        <a:rPr sz="1900" spc="-5" dirty="0">
                          <a:latin typeface="Franklin Gothic Medium"/>
                          <a:cs typeface="Franklin Gothic Medium"/>
                        </a:rPr>
                        <a:t>Is</a:t>
                      </a:r>
                      <a:r>
                        <a:rPr sz="1900" spc="-10" dirty="0">
                          <a:latin typeface="Franklin Gothic Medium"/>
                          <a:cs typeface="Franklin Gothic Medium"/>
                        </a:rPr>
                        <a:t> </a:t>
                      </a:r>
                      <a:r>
                        <a:rPr sz="1900" spc="-5" dirty="0">
                          <a:latin typeface="Franklin Gothic Medium"/>
                          <a:cs typeface="Franklin Gothic Medium"/>
                        </a:rPr>
                        <a:t>c </a:t>
                      </a:r>
                      <a:r>
                        <a:rPr sz="1900" spc="-10" dirty="0">
                          <a:latin typeface="Franklin Gothic Medium"/>
                          <a:cs typeface="Franklin Gothic Medium"/>
                        </a:rPr>
                        <a:t>lowercase</a:t>
                      </a:r>
                      <a:r>
                        <a:rPr sz="1900" spc="-30" dirty="0">
                          <a:latin typeface="Franklin Gothic Medium"/>
                          <a:cs typeface="Franklin Gothic Medium"/>
                        </a:rPr>
                        <a:t> </a:t>
                      </a:r>
                      <a:r>
                        <a:rPr sz="1900" spc="-10" dirty="0">
                          <a:latin typeface="Franklin Gothic Medium"/>
                          <a:cs typeface="Franklin Gothic Medium"/>
                        </a:rPr>
                        <a:t>letter</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900" spc="-10" dirty="0">
                          <a:latin typeface="Franklin Gothic Medium"/>
                          <a:cs typeface="Franklin Gothic Medium"/>
                        </a:rPr>
                        <a:t>Returns</a:t>
                      </a:r>
                      <a:r>
                        <a:rPr sz="1900" spc="5" dirty="0">
                          <a:latin typeface="Franklin Gothic Medium"/>
                          <a:cs typeface="Franklin Gothic Medium"/>
                        </a:rPr>
                        <a:t> </a:t>
                      </a:r>
                      <a:r>
                        <a:rPr sz="1900" spc="-5" dirty="0">
                          <a:latin typeface="Franklin Gothic Medium"/>
                          <a:cs typeface="Franklin Gothic Medium"/>
                        </a:rPr>
                        <a:t>non-zero </a:t>
                      </a:r>
                      <a:r>
                        <a:rPr sz="1900" dirty="0">
                          <a:latin typeface="Franklin Gothic Medium"/>
                          <a:cs typeface="Franklin Gothic Medium"/>
                        </a:rPr>
                        <a:t>if</a:t>
                      </a:r>
                      <a:r>
                        <a:rPr sz="1900" spc="-20" dirty="0">
                          <a:latin typeface="Franklin Gothic Medium"/>
                          <a:cs typeface="Franklin Gothic Medium"/>
                        </a:rPr>
                        <a:t> </a:t>
                      </a:r>
                      <a:r>
                        <a:rPr sz="1900" dirty="0">
                          <a:latin typeface="Franklin Gothic Medium"/>
                          <a:cs typeface="Franklin Gothic Medium"/>
                        </a:rPr>
                        <a:t>it</a:t>
                      </a:r>
                      <a:r>
                        <a:rPr sz="1900" spc="-20" dirty="0">
                          <a:latin typeface="Franklin Gothic Medium"/>
                          <a:cs typeface="Franklin Gothic Medium"/>
                        </a:rPr>
                        <a:t> </a:t>
                      </a:r>
                      <a:r>
                        <a:rPr sz="1900" dirty="0">
                          <a:latin typeface="Franklin Gothic Medium"/>
                          <a:cs typeface="Franklin Gothic Medium"/>
                        </a:rPr>
                        <a:t>is</a:t>
                      </a:r>
                      <a:r>
                        <a:rPr sz="1900" spc="-15" dirty="0">
                          <a:latin typeface="Franklin Gothic Medium"/>
                          <a:cs typeface="Franklin Gothic Medium"/>
                        </a:rPr>
                        <a:t> </a:t>
                      </a:r>
                      <a:r>
                        <a:rPr sz="1900" spc="-10" dirty="0">
                          <a:latin typeface="Franklin Gothic Medium"/>
                          <a:cs typeface="Franklin Gothic Medium"/>
                        </a:rPr>
                        <a:t>lowercase</a:t>
                      </a:r>
                      <a:r>
                        <a:rPr sz="1900" spc="-5" dirty="0">
                          <a:latin typeface="Franklin Gothic Medium"/>
                          <a:cs typeface="Franklin Gothic Medium"/>
                        </a:rPr>
                        <a:t> </a:t>
                      </a:r>
                      <a:r>
                        <a:rPr sz="1900" spc="-20" dirty="0">
                          <a:latin typeface="Franklin Gothic Medium"/>
                          <a:cs typeface="Franklin Gothic Medium"/>
                        </a:rPr>
                        <a:t>letter,</a:t>
                      </a:r>
                      <a:r>
                        <a:rPr sz="1900" spc="-10" dirty="0">
                          <a:latin typeface="Franklin Gothic Medium"/>
                          <a:cs typeface="Franklin Gothic Medium"/>
                        </a:rPr>
                        <a:t> </a:t>
                      </a:r>
                      <a:r>
                        <a:rPr sz="1900" spc="-5" dirty="0">
                          <a:latin typeface="Franklin Gothic Medium"/>
                          <a:cs typeface="Franklin Gothic Medium"/>
                        </a:rPr>
                        <a:t>else </a:t>
                      </a:r>
                      <a:r>
                        <a:rPr sz="1900" spc="-10" dirty="0">
                          <a:latin typeface="Franklin Gothic Medium"/>
                          <a:cs typeface="Franklin Gothic Medium"/>
                        </a:rPr>
                        <a:t>returns</a:t>
                      </a:r>
                      <a:r>
                        <a:rPr sz="1900" spc="5"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09143">
                <a:tc>
                  <a:txBody>
                    <a:bodyPr/>
                    <a:lstStyle/>
                    <a:p>
                      <a:pPr marL="91440">
                        <a:lnSpc>
                          <a:spcPct val="100000"/>
                        </a:lnSpc>
                        <a:spcBef>
                          <a:spcPts val="310"/>
                        </a:spcBef>
                      </a:pPr>
                      <a:r>
                        <a:rPr sz="1900" spc="-10" dirty="0">
                          <a:latin typeface="Franklin Gothic Medium"/>
                          <a:cs typeface="Franklin Gothic Medium"/>
                        </a:rPr>
                        <a:t>isupper(c)</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1440">
                        <a:lnSpc>
                          <a:spcPct val="100000"/>
                        </a:lnSpc>
                        <a:spcBef>
                          <a:spcPts val="310"/>
                        </a:spcBef>
                      </a:pPr>
                      <a:r>
                        <a:rPr sz="1900" spc="-5" dirty="0">
                          <a:latin typeface="Franklin Gothic Medium"/>
                          <a:cs typeface="Franklin Gothic Medium"/>
                        </a:rPr>
                        <a:t>Is</a:t>
                      </a:r>
                      <a:r>
                        <a:rPr sz="1900" spc="-15" dirty="0">
                          <a:latin typeface="Franklin Gothic Medium"/>
                          <a:cs typeface="Franklin Gothic Medium"/>
                        </a:rPr>
                        <a:t> </a:t>
                      </a:r>
                      <a:r>
                        <a:rPr sz="1900" spc="-5" dirty="0">
                          <a:latin typeface="Franklin Gothic Medium"/>
                          <a:cs typeface="Franklin Gothic Medium"/>
                        </a:rPr>
                        <a:t>c</a:t>
                      </a:r>
                      <a:r>
                        <a:rPr sz="1900" spc="-15" dirty="0">
                          <a:latin typeface="Franklin Gothic Medium"/>
                          <a:cs typeface="Franklin Gothic Medium"/>
                        </a:rPr>
                        <a:t> </a:t>
                      </a:r>
                      <a:r>
                        <a:rPr sz="1900" spc="-5" dirty="0">
                          <a:latin typeface="Franklin Gothic Medium"/>
                          <a:cs typeface="Franklin Gothic Medium"/>
                        </a:rPr>
                        <a:t>uppercase</a:t>
                      </a:r>
                      <a:r>
                        <a:rPr sz="1900" spc="10" dirty="0">
                          <a:latin typeface="Franklin Gothic Medium"/>
                          <a:cs typeface="Franklin Gothic Medium"/>
                        </a:rPr>
                        <a:t> </a:t>
                      </a:r>
                      <a:r>
                        <a:rPr sz="1900" spc="-10" dirty="0">
                          <a:latin typeface="Franklin Gothic Medium"/>
                          <a:cs typeface="Franklin Gothic Medium"/>
                        </a:rPr>
                        <a:t>letter</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10"/>
                        </a:spcBef>
                      </a:pP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non-zero </a:t>
                      </a:r>
                      <a:r>
                        <a:rPr sz="1900" dirty="0">
                          <a:latin typeface="Franklin Gothic Medium"/>
                          <a:cs typeface="Franklin Gothic Medium"/>
                        </a:rPr>
                        <a:t>if</a:t>
                      </a:r>
                      <a:r>
                        <a:rPr sz="1900" spc="-20" dirty="0">
                          <a:latin typeface="Franklin Gothic Medium"/>
                          <a:cs typeface="Franklin Gothic Medium"/>
                        </a:rPr>
                        <a:t> </a:t>
                      </a:r>
                      <a:r>
                        <a:rPr sz="1900" dirty="0">
                          <a:latin typeface="Franklin Gothic Medium"/>
                          <a:cs typeface="Franklin Gothic Medium"/>
                        </a:rPr>
                        <a:t>it</a:t>
                      </a:r>
                      <a:r>
                        <a:rPr sz="1900" spc="-25" dirty="0">
                          <a:latin typeface="Franklin Gothic Medium"/>
                          <a:cs typeface="Franklin Gothic Medium"/>
                        </a:rPr>
                        <a:t> </a:t>
                      </a:r>
                      <a:r>
                        <a:rPr sz="1900"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uppercase</a:t>
                      </a:r>
                      <a:r>
                        <a:rPr sz="1900" spc="30" dirty="0">
                          <a:latin typeface="Franklin Gothic Medium"/>
                          <a:cs typeface="Franklin Gothic Medium"/>
                        </a:rPr>
                        <a:t> </a:t>
                      </a:r>
                      <a:r>
                        <a:rPr sz="1900" spc="-20" dirty="0">
                          <a:latin typeface="Franklin Gothic Medium"/>
                          <a:cs typeface="Franklin Gothic Medium"/>
                        </a:rPr>
                        <a:t>letter,</a:t>
                      </a:r>
                      <a:r>
                        <a:rPr sz="1900" spc="-5" dirty="0">
                          <a:latin typeface="Franklin Gothic Medium"/>
                          <a:cs typeface="Franklin Gothic Medium"/>
                        </a:rPr>
                        <a:t> else</a:t>
                      </a:r>
                      <a:r>
                        <a:rPr sz="1900" spc="-15" dirty="0">
                          <a:latin typeface="Franklin Gothic Medium"/>
                          <a:cs typeface="Franklin Gothic Medium"/>
                        </a:rPr>
                        <a:t> </a:t>
                      </a:r>
                      <a:r>
                        <a:rPr sz="1900" spc="-10" dirty="0">
                          <a:latin typeface="Franklin Gothic Medium"/>
                          <a:cs typeface="Franklin Gothic Medium"/>
                        </a:rPr>
                        <a:t>returns</a:t>
                      </a:r>
                      <a:r>
                        <a:rPr sz="1900" spc="5"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5"/>
                  </a:ext>
                </a:extLst>
              </a:tr>
              <a:tr h="509269">
                <a:tc>
                  <a:txBody>
                    <a:bodyPr/>
                    <a:lstStyle/>
                    <a:p>
                      <a:pPr marL="91440">
                        <a:lnSpc>
                          <a:spcPct val="100000"/>
                        </a:lnSpc>
                        <a:spcBef>
                          <a:spcPts val="315"/>
                        </a:spcBef>
                      </a:pPr>
                      <a:r>
                        <a:rPr sz="1900" spc="-5" dirty="0">
                          <a:latin typeface="Franklin Gothic Medium"/>
                          <a:cs typeface="Franklin Gothic Medium"/>
                        </a:rPr>
                        <a:t>isspace(c)</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5"/>
                        </a:spcBef>
                      </a:pPr>
                      <a:r>
                        <a:rPr sz="1900" spc="-5" dirty="0">
                          <a:latin typeface="Franklin Gothic Medium"/>
                          <a:cs typeface="Franklin Gothic Medium"/>
                        </a:rPr>
                        <a:t>Is</a:t>
                      </a:r>
                      <a:r>
                        <a:rPr sz="1900" spc="-15" dirty="0">
                          <a:latin typeface="Franklin Gothic Medium"/>
                          <a:cs typeface="Franklin Gothic Medium"/>
                        </a:rPr>
                        <a:t> </a:t>
                      </a:r>
                      <a:r>
                        <a:rPr sz="1900" spc="-5" dirty="0">
                          <a:latin typeface="Franklin Gothic Medium"/>
                          <a:cs typeface="Franklin Gothic Medium"/>
                        </a:rPr>
                        <a:t>c</a:t>
                      </a:r>
                      <a:r>
                        <a:rPr sz="1900" spc="-10" dirty="0">
                          <a:latin typeface="Franklin Gothic Medium"/>
                          <a:cs typeface="Franklin Gothic Medium"/>
                        </a:rPr>
                        <a:t> </a:t>
                      </a:r>
                      <a:r>
                        <a:rPr sz="1900" spc="-5" dirty="0">
                          <a:latin typeface="Franklin Gothic Medium"/>
                          <a:cs typeface="Franklin Gothic Medium"/>
                        </a:rPr>
                        <a:t>white</a:t>
                      </a:r>
                      <a:r>
                        <a:rPr sz="1900" spc="-35" dirty="0">
                          <a:latin typeface="Franklin Gothic Medium"/>
                          <a:cs typeface="Franklin Gothic Medium"/>
                        </a:rPr>
                        <a:t> </a:t>
                      </a:r>
                      <a:r>
                        <a:rPr sz="1900" spc="-10" dirty="0">
                          <a:latin typeface="Franklin Gothic Medium"/>
                          <a:cs typeface="Franklin Gothic Medium"/>
                        </a:rPr>
                        <a:t>space</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900" spc="-10" dirty="0">
                          <a:latin typeface="Franklin Gothic Medium"/>
                          <a:cs typeface="Franklin Gothic Medium"/>
                        </a:rPr>
                        <a:t>Returns</a:t>
                      </a:r>
                      <a:r>
                        <a:rPr sz="1900" dirty="0">
                          <a:latin typeface="Franklin Gothic Medium"/>
                          <a:cs typeface="Franklin Gothic Medium"/>
                        </a:rPr>
                        <a:t> </a:t>
                      </a:r>
                      <a:r>
                        <a:rPr sz="1900" spc="-5" dirty="0">
                          <a:latin typeface="Franklin Gothic Medium"/>
                          <a:cs typeface="Franklin Gothic Medium"/>
                        </a:rPr>
                        <a:t>non-zero </a:t>
                      </a:r>
                      <a:r>
                        <a:rPr sz="1900" dirty="0">
                          <a:latin typeface="Franklin Gothic Medium"/>
                          <a:cs typeface="Franklin Gothic Medium"/>
                        </a:rPr>
                        <a:t>if</a:t>
                      </a:r>
                      <a:r>
                        <a:rPr sz="1900" spc="-20" dirty="0">
                          <a:latin typeface="Franklin Gothic Medium"/>
                          <a:cs typeface="Franklin Gothic Medium"/>
                        </a:rPr>
                        <a:t> </a:t>
                      </a:r>
                      <a:r>
                        <a:rPr sz="1900" dirty="0">
                          <a:latin typeface="Franklin Gothic Medium"/>
                          <a:cs typeface="Franklin Gothic Medium"/>
                        </a:rPr>
                        <a:t>it</a:t>
                      </a:r>
                      <a:r>
                        <a:rPr sz="1900" spc="-20" dirty="0">
                          <a:latin typeface="Franklin Gothic Medium"/>
                          <a:cs typeface="Franklin Gothic Medium"/>
                        </a:rPr>
                        <a:t> </a:t>
                      </a:r>
                      <a:r>
                        <a:rPr sz="1900" dirty="0">
                          <a:latin typeface="Franklin Gothic Medium"/>
                          <a:cs typeface="Franklin Gothic Medium"/>
                        </a:rPr>
                        <a:t>is</a:t>
                      </a:r>
                      <a:r>
                        <a:rPr sz="1900" spc="-20" dirty="0">
                          <a:latin typeface="Franklin Gothic Medium"/>
                          <a:cs typeface="Franklin Gothic Medium"/>
                        </a:rPr>
                        <a:t> </a:t>
                      </a:r>
                      <a:r>
                        <a:rPr sz="1900" spc="-5" dirty="0">
                          <a:latin typeface="Franklin Gothic Medium"/>
                          <a:cs typeface="Franklin Gothic Medium"/>
                        </a:rPr>
                        <a:t>white</a:t>
                      </a:r>
                      <a:r>
                        <a:rPr sz="1900" spc="-20" dirty="0">
                          <a:latin typeface="Franklin Gothic Medium"/>
                          <a:cs typeface="Franklin Gothic Medium"/>
                        </a:rPr>
                        <a:t> </a:t>
                      </a:r>
                      <a:r>
                        <a:rPr sz="1900" spc="-10" dirty="0">
                          <a:latin typeface="Franklin Gothic Medium"/>
                          <a:cs typeface="Franklin Gothic Medium"/>
                        </a:rPr>
                        <a:t>space,</a:t>
                      </a:r>
                      <a:r>
                        <a:rPr sz="1900" spc="15" dirty="0">
                          <a:latin typeface="Franklin Gothic Medium"/>
                          <a:cs typeface="Franklin Gothic Medium"/>
                        </a:rPr>
                        <a:t> </a:t>
                      </a:r>
                      <a:r>
                        <a:rPr sz="1900" spc="-5" dirty="0">
                          <a:latin typeface="Franklin Gothic Medium"/>
                          <a:cs typeface="Franklin Gothic Medium"/>
                        </a:rPr>
                        <a:t>else </a:t>
                      </a:r>
                      <a:r>
                        <a:rPr sz="1900" spc="-10" dirty="0">
                          <a:latin typeface="Franklin Gothic Medium"/>
                          <a:cs typeface="Franklin Gothic Medium"/>
                        </a:rPr>
                        <a:t>returns</a:t>
                      </a:r>
                      <a:r>
                        <a:rPr sz="1900" spc="5" dirty="0">
                          <a:latin typeface="Franklin Gothic Medium"/>
                          <a:cs typeface="Franklin Gothic Medium"/>
                        </a:rPr>
                        <a:t> </a:t>
                      </a:r>
                      <a:r>
                        <a:rPr sz="1900" spc="-5" dirty="0">
                          <a:latin typeface="Franklin Gothic Medium"/>
                          <a:cs typeface="Franklin Gothic Medium"/>
                        </a:rPr>
                        <a:t>0</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509143">
                <a:tc>
                  <a:txBody>
                    <a:bodyPr/>
                    <a:lstStyle/>
                    <a:p>
                      <a:pPr marL="91440">
                        <a:lnSpc>
                          <a:spcPct val="100000"/>
                        </a:lnSpc>
                        <a:spcBef>
                          <a:spcPts val="315"/>
                        </a:spcBef>
                      </a:pPr>
                      <a:r>
                        <a:rPr sz="1900" spc="-10" dirty="0">
                          <a:latin typeface="Franklin Gothic Medium"/>
                          <a:cs typeface="Franklin Gothic Medium"/>
                        </a:rPr>
                        <a:t>toupper(c)</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1440">
                        <a:lnSpc>
                          <a:spcPct val="100000"/>
                        </a:lnSpc>
                        <a:spcBef>
                          <a:spcPts val="315"/>
                        </a:spcBef>
                      </a:pPr>
                      <a:r>
                        <a:rPr sz="1900" spc="-5" dirty="0">
                          <a:latin typeface="Franklin Gothic Medium"/>
                          <a:cs typeface="Franklin Gothic Medium"/>
                        </a:rPr>
                        <a:t>Convert</a:t>
                      </a:r>
                      <a:r>
                        <a:rPr sz="1900" spc="-10" dirty="0">
                          <a:latin typeface="Franklin Gothic Medium"/>
                          <a:cs typeface="Franklin Gothic Medium"/>
                        </a:rPr>
                        <a:t> </a:t>
                      </a:r>
                      <a:r>
                        <a:rPr sz="1900" spc="-5" dirty="0">
                          <a:latin typeface="Franklin Gothic Medium"/>
                          <a:cs typeface="Franklin Gothic Medium"/>
                        </a:rPr>
                        <a:t>the </a:t>
                      </a:r>
                      <a:r>
                        <a:rPr sz="1900" spc="-10" dirty="0">
                          <a:latin typeface="Franklin Gothic Medium"/>
                          <a:cs typeface="Franklin Gothic Medium"/>
                        </a:rPr>
                        <a:t>letter</a:t>
                      </a:r>
                      <a:r>
                        <a:rPr sz="1900" spc="-35" dirty="0">
                          <a:latin typeface="Franklin Gothic Medium"/>
                          <a:cs typeface="Franklin Gothic Medium"/>
                        </a:rPr>
                        <a:t> </a:t>
                      </a:r>
                      <a:r>
                        <a:rPr sz="1900" spc="-20" dirty="0">
                          <a:latin typeface="Franklin Gothic Medium"/>
                          <a:cs typeface="Franklin Gothic Medium"/>
                        </a:rPr>
                        <a:t>to</a:t>
                      </a:r>
                      <a:r>
                        <a:rPr sz="1900" spc="-10" dirty="0">
                          <a:latin typeface="Franklin Gothic Medium"/>
                          <a:cs typeface="Franklin Gothic Medium"/>
                        </a:rPr>
                        <a:t> uppercase</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20"/>
                        </a:spcBef>
                      </a:pPr>
                      <a:r>
                        <a:rPr sz="1800" spc="-5" dirty="0">
                          <a:latin typeface="Franklin Gothic Medium"/>
                          <a:cs typeface="Franklin Gothic Medium"/>
                        </a:rPr>
                        <a:t>Converts</a:t>
                      </a:r>
                      <a:r>
                        <a:rPr sz="1800" spc="-10" dirty="0">
                          <a:latin typeface="Franklin Gothic Medium"/>
                          <a:cs typeface="Franklin Gothic Medium"/>
                        </a:rPr>
                        <a:t> lowercase </a:t>
                      </a:r>
                      <a:r>
                        <a:rPr sz="1800" spc="-5" dirty="0">
                          <a:latin typeface="Franklin Gothic Medium"/>
                          <a:cs typeface="Franklin Gothic Medium"/>
                        </a:rPr>
                        <a:t>alphabet</a:t>
                      </a:r>
                      <a:r>
                        <a:rPr sz="1800" spc="15" dirty="0">
                          <a:latin typeface="Franklin Gothic Medium"/>
                          <a:cs typeface="Franklin Gothic Medium"/>
                        </a:rPr>
                        <a:t> </a:t>
                      </a:r>
                      <a:r>
                        <a:rPr sz="1800" spc="-25" dirty="0">
                          <a:latin typeface="Franklin Gothic Medium"/>
                          <a:cs typeface="Franklin Gothic Medium"/>
                        </a:rPr>
                        <a:t>to</a:t>
                      </a:r>
                      <a:r>
                        <a:rPr sz="1800" spc="-10" dirty="0">
                          <a:latin typeface="Franklin Gothic Medium"/>
                          <a:cs typeface="Franklin Gothic Medium"/>
                        </a:rPr>
                        <a:t> </a:t>
                      </a:r>
                      <a:r>
                        <a:rPr sz="1800" spc="-5" dirty="0">
                          <a:latin typeface="Franklin Gothic Medium"/>
                          <a:cs typeface="Franklin Gothic Medium"/>
                        </a:rPr>
                        <a:t>uppercase.</a:t>
                      </a:r>
                      <a:endParaRPr sz="1800">
                        <a:latin typeface="Franklin Gothic Medium"/>
                        <a:cs typeface="Franklin Gothic Medium"/>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extLst>
                  <a:ext uri="{0D108BD9-81ED-4DB2-BD59-A6C34878D82A}">
                    <a16:rowId xmlns:a16="http://schemas.microsoft.com/office/drawing/2014/main" val="10007"/>
                  </a:ext>
                </a:extLst>
              </a:tr>
              <a:tr h="509269">
                <a:tc>
                  <a:txBody>
                    <a:bodyPr/>
                    <a:lstStyle/>
                    <a:p>
                      <a:pPr marL="91440">
                        <a:lnSpc>
                          <a:spcPct val="100000"/>
                        </a:lnSpc>
                        <a:spcBef>
                          <a:spcPts val="315"/>
                        </a:spcBef>
                      </a:pPr>
                      <a:r>
                        <a:rPr sz="1900" spc="-10" dirty="0">
                          <a:latin typeface="Franklin Gothic Medium"/>
                          <a:cs typeface="Franklin Gothic Medium"/>
                        </a:rPr>
                        <a:t>tolower(c)</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5"/>
                        </a:spcBef>
                      </a:pPr>
                      <a:r>
                        <a:rPr sz="1900" spc="-5" dirty="0">
                          <a:latin typeface="Franklin Gothic Medium"/>
                          <a:cs typeface="Franklin Gothic Medium"/>
                        </a:rPr>
                        <a:t>Convert</a:t>
                      </a:r>
                      <a:r>
                        <a:rPr sz="1900" spc="-10" dirty="0">
                          <a:latin typeface="Franklin Gothic Medium"/>
                          <a:cs typeface="Franklin Gothic Medium"/>
                        </a:rPr>
                        <a:t> </a:t>
                      </a:r>
                      <a:r>
                        <a:rPr sz="1900" spc="-5" dirty="0">
                          <a:latin typeface="Franklin Gothic Medium"/>
                          <a:cs typeface="Franklin Gothic Medium"/>
                        </a:rPr>
                        <a:t>the</a:t>
                      </a:r>
                      <a:r>
                        <a:rPr sz="1900" spc="-10" dirty="0">
                          <a:latin typeface="Franklin Gothic Medium"/>
                          <a:cs typeface="Franklin Gothic Medium"/>
                        </a:rPr>
                        <a:t> letter</a:t>
                      </a:r>
                      <a:r>
                        <a:rPr sz="1900" spc="-35" dirty="0">
                          <a:latin typeface="Franklin Gothic Medium"/>
                          <a:cs typeface="Franklin Gothic Medium"/>
                        </a:rPr>
                        <a:t> </a:t>
                      </a:r>
                      <a:r>
                        <a:rPr sz="1900" spc="-20" dirty="0">
                          <a:latin typeface="Franklin Gothic Medium"/>
                          <a:cs typeface="Franklin Gothic Medium"/>
                        </a:rPr>
                        <a:t>to</a:t>
                      </a:r>
                      <a:r>
                        <a:rPr sz="1900" spc="-15" dirty="0">
                          <a:latin typeface="Franklin Gothic Medium"/>
                          <a:cs typeface="Franklin Gothic Medium"/>
                        </a:rPr>
                        <a:t> </a:t>
                      </a:r>
                      <a:r>
                        <a:rPr sz="1900" spc="-10" dirty="0">
                          <a:latin typeface="Franklin Gothic Medium"/>
                          <a:cs typeface="Franklin Gothic Medium"/>
                        </a:rPr>
                        <a:t>lowercase</a:t>
                      </a:r>
                      <a:endParaRPr sz="19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2000" spc="-5" dirty="0">
                          <a:latin typeface="Franklin Gothic Medium"/>
                          <a:cs typeface="Franklin Gothic Medium"/>
                        </a:rPr>
                        <a:t>Converts</a:t>
                      </a:r>
                      <a:r>
                        <a:rPr sz="2000" spc="-10" dirty="0">
                          <a:latin typeface="Franklin Gothic Medium"/>
                          <a:cs typeface="Franklin Gothic Medium"/>
                        </a:rPr>
                        <a:t> </a:t>
                      </a:r>
                      <a:r>
                        <a:rPr sz="2000" dirty="0">
                          <a:latin typeface="Franklin Gothic Medium"/>
                          <a:cs typeface="Franklin Gothic Medium"/>
                        </a:rPr>
                        <a:t>uppercase</a:t>
                      </a:r>
                      <a:r>
                        <a:rPr sz="2000" spc="-25" dirty="0">
                          <a:latin typeface="Franklin Gothic Medium"/>
                          <a:cs typeface="Franklin Gothic Medium"/>
                        </a:rPr>
                        <a:t> </a:t>
                      </a:r>
                      <a:r>
                        <a:rPr sz="2000" dirty="0">
                          <a:latin typeface="Franklin Gothic Medium"/>
                          <a:cs typeface="Franklin Gothic Medium"/>
                        </a:rPr>
                        <a:t>alphabet</a:t>
                      </a:r>
                      <a:r>
                        <a:rPr sz="2000" spc="-45" dirty="0">
                          <a:latin typeface="Franklin Gothic Medium"/>
                          <a:cs typeface="Franklin Gothic Medium"/>
                        </a:rPr>
                        <a:t> </a:t>
                      </a:r>
                      <a:r>
                        <a:rPr sz="2000" spc="-20" dirty="0">
                          <a:latin typeface="Franklin Gothic Medium"/>
                          <a:cs typeface="Franklin Gothic Medium"/>
                        </a:rPr>
                        <a:t>to</a:t>
                      </a:r>
                      <a:r>
                        <a:rPr sz="2000" spc="-15" dirty="0">
                          <a:latin typeface="Franklin Gothic Medium"/>
                          <a:cs typeface="Franklin Gothic Medium"/>
                        </a:rPr>
                        <a:t> </a:t>
                      </a:r>
                      <a:r>
                        <a:rPr sz="2000" spc="-5" dirty="0">
                          <a:latin typeface="Franklin Gothic Medium"/>
                          <a:cs typeface="Franklin Gothic Medium"/>
                        </a:rPr>
                        <a:t>lowercase.</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6" name="object 6"/>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152400"/>
            <a:ext cx="6925984" cy="5943600"/>
          </a:xfrm>
        </p:spPr>
        <p:txBody>
          <a:bodyPr>
            <a:normAutofit fontScale="55000" lnSpcReduction="20000"/>
          </a:bodyPr>
          <a:lstStyle/>
          <a:p>
            <a:r>
              <a:rPr lang="en-US" sz="1800" dirty="0">
                <a:latin typeface="Times New Roman" panose="02020603050405020304" pitchFamily="18" charset="0"/>
                <a:cs typeface="Times New Roman" panose="02020603050405020304" pitchFamily="18" charset="0"/>
              </a:rPr>
              <a:t>#include&lt;</a:t>
            </a:r>
            <a:r>
              <a:rPr lang="en-US" sz="1800" dirty="0" err="1">
                <a:latin typeface="Times New Roman" panose="02020603050405020304" pitchFamily="18" charset="0"/>
                <a:cs typeface="Times New Roman" panose="02020603050405020304" pitchFamily="18" charset="0"/>
              </a:rPr>
              <a:t>ctype.h</a:t>
            </a:r>
            <a:r>
              <a:rPr lang="en-US" sz="1800" dirty="0">
                <a:latin typeface="Times New Roman" panose="02020603050405020304" pitchFamily="18" charset="0"/>
                <a:cs typeface="Times New Roman" panose="02020603050405020304" pitchFamily="18" charset="0"/>
              </a:rPr>
              <a:t>&gt;</a:t>
            </a:r>
          </a:p>
          <a:p>
            <a:r>
              <a:rPr lang="en-US" sz="1800" dirty="0">
                <a:latin typeface="Times New Roman" panose="02020603050405020304" pitchFamily="18" charset="0"/>
                <a:cs typeface="Times New Roman" panose="02020603050405020304" pitchFamily="18" charset="0"/>
              </a:rPr>
              <a:t>#include&lt;</a:t>
            </a:r>
            <a:r>
              <a:rPr lang="en-US" sz="1800" dirty="0" err="1">
                <a:latin typeface="Times New Roman" panose="02020603050405020304" pitchFamily="18" charset="0"/>
                <a:cs typeface="Times New Roman" panose="02020603050405020304" pitchFamily="18" charset="0"/>
              </a:rPr>
              <a:t>stdio.h</a:t>
            </a:r>
            <a:r>
              <a:rPr lang="en-US" sz="1800" dirty="0">
                <a:latin typeface="Times New Roman" panose="02020603050405020304" pitchFamily="18" charset="0"/>
                <a:cs typeface="Times New Roman" panose="02020603050405020304" pitchFamily="18" charset="0"/>
              </a:rPr>
              <a:t>&gt;</a:t>
            </a:r>
          </a:p>
          <a:p>
            <a:r>
              <a:rPr lang="en-US" sz="1800" dirty="0">
                <a:latin typeface="Times New Roman" panose="02020603050405020304" pitchFamily="18" charset="0"/>
                <a:cs typeface="Times New Roman" panose="02020603050405020304" pitchFamily="18" charset="0"/>
              </a:rPr>
              <a:t>void main(){</a:t>
            </a:r>
          </a:p>
          <a:p>
            <a:r>
              <a:rPr lang="en-US" sz="1800" dirty="0">
                <a:latin typeface="Times New Roman" panose="02020603050405020304" pitchFamily="18" charset="0"/>
                <a:cs typeface="Times New Roman" panose="02020603050405020304" pitchFamily="18" charset="0"/>
              </a:rPr>
              <a:t>char n;</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nEnter</a:t>
            </a:r>
            <a:r>
              <a:rPr lang="en-US" sz="1800" dirty="0">
                <a:latin typeface="Times New Roman" panose="02020603050405020304" pitchFamily="18" charset="0"/>
                <a:cs typeface="Times New Roman" panose="02020603050405020304" pitchFamily="18" charset="0"/>
              </a:rPr>
              <a:t> a character=");</a:t>
            </a:r>
          </a:p>
          <a:p>
            <a:r>
              <a:rPr lang="en-US" sz="1800" dirty="0">
                <a:latin typeface="Times New Roman" panose="02020603050405020304" pitchFamily="18" charset="0"/>
                <a:cs typeface="Times New Roman" panose="02020603050405020304" pitchFamily="18" charset="0"/>
              </a:rPr>
              <a:t>n=</a:t>
            </a:r>
            <a:r>
              <a:rPr lang="en-US" sz="1800" dirty="0" err="1">
                <a:latin typeface="Times New Roman" panose="02020603050405020304" pitchFamily="18" charset="0"/>
                <a:cs typeface="Times New Roman" panose="02020603050405020304" pitchFamily="18" charset="0"/>
              </a:rPr>
              <a:t>getchar</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isalpha</a:t>
            </a:r>
            <a:r>
              <a:rPr lang="en-US" sz="1800" dirty="0">
                <a:latin typeface="Times New Roman" panose="02020603050405020304" pitchFamily="18" charset="0"/>
                <a:cs typeface="Times New Roman" panose="02020603050405020304" pitchFamily="18" charset="0"/>
              </a:rPr>
              <a:t>(n)) </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an alphabet");</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isdigit</a:t>
            </a:r>
            <a:r>
              <a:rPr lang="en-US" sz="1800" dirty="0">
                <a:latin typeface="Times New Roman" panose="02020603050405020304" pitchFamily="18" charset="0"/>
                <a:cs typeface="Times New Roman" panose="02020603050405020304" pitchFamily="18" charset="0"/>
              </a:rPr>
              <a:t>(n)) </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a digit");</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isalnum</a:t>
            </a:r>
            <a:r>
              <a:rPr lang="en-US" sz="1800" dirty="0">
                <a:latin typeface="Times New Roman" panose="02020603050405020304" pitchFamily="18" charset="0"/>
                <a:cs typeface="Times New Roman" panose="02020603050405020304" pitchFamily="18" charset="0"/>
              </a:rPr>
              <a:t>(n))</a:t>
            </a:r>
          </a:p>
          <a:p>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an alphabet or digit");</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isspace</a:t>
            </a:r>
            <a:r>
              <a:rPr lang="en-US" sz="1800" dirty="0">
                <a:latin typeface="Times New Roman" panose="02020603050405020304" pitchFamily="18" charset="0"/>
                <a:cs typeface="Times New Roman" panose="02020603050405020304" pitchFamily="18" charset="0"/>
              </a:rPr>
              <a:t>(n)) </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a blank space");</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ispunct</a:t>
            </a:r>
            <a:r>
              <a:rPr lang="en-US" sz="1800" dirty="0">
                <a:latin typeface="Times New Roman" panose="02020603050405020304" pitchFamily="18" charset="0"/>
                <a:cs typeface="Times New Roman" panose="02020603050405020304" pitchFamily="18" charset="0"/>
              </a:rPr>
              <a:t>(n)) </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punctuator");</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isupper</a:t>
            </a:r>
            <a:r>
              <a:rPr lang="en-US" sz="1800" dirty="0">
                <a:latin typeface="Times New Roman" panose="02020603050405020304" pitchFamily="18" charset="0"/>
                <a:cs typeface="Times New Roman" panose="02020603050405020304" pitchFamily="18" charset="0"/>
              </a:rPr>
              <a:t>(n))</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("\n you typed uppercase character\n");</a:t>
            </a:r>
          </a:p>
          <a:p>
            <a:r>
              <a:rPr lang="en-US" sz="1800" dirty="0">
                <a:latin typeface="Times New Roman" panose="02020603050405020304" pitchFamily="18" charset="0"/>
                <a:cs typeface="Times New Roman" panose="02020603050405020304" pitchFamily="18" charset="0"/>
              </a:rPr>
              <a:t>if(</a:t>
            </a:r>
            <a:r>
              <a:rPr lang="en-US" sz="1800" dirty="0" err="1">
                <a:latin typeface="Times New Roman" panose="02020603050405020304" pitchFamily="18" charset="0"/>
                <a:cs typeface="Times New Roman" panose="02020603050405020304" pitchFamily="18" charset="0"/>
              </a:rPr>
              <a:t>islower</a:t>
            </a:r>
            <a:r>
              <a:rPr lang="en-US" sz="1800" dirty="0">
                <a:latin typeface="Times New Roman" panose="02020603050405020304" pitchFamily="18" charset="0"/>
                <a:cs typeface="Times New Roman" panose="02020603050405020304" pitchFamily="18" charset="0"/>
              </a:rPr>
              <a:t>(n))</a:t>
            </a:r>
          </a:p>
          <a:p>
            <a:r>
              <a:rPr lang="en-US" sz="1800" dirty="0" err="1">
                <a:latin typeface="Times New Roman" panose="02020603050405020304" pitchFamily="18" charset="0"/>
                <a:cs typeface="Times New Roman" panose="02020603050405020304" pitchFamily="18" charset="0"/>
              </a:rPr>
              <a:t>printf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nyou</a:t>
            </a:r>
            <a:r>
              <a:rPr lang="en-US" sz="1800" dirty="0">
                <a:latin typeface="Times New Roman" panose="02020603050405020304" pitchFamily="18" charset="0"/>
                <a:cs typeface="Times New Roman" panose="02020603050405020304" pitchFamily="18" charset="0"/>
              </a:rPr>
              <a:t> typed lower case character\n");</a:t>
            </a:r>
          </a:p>
          <a:p>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204928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6531" y="1179575"/>
            <a:ext cx="6099175" cy="4671060"/>
          </a:xfrm>
          <a:prstGeom prst="rect">
            <a:avLst/>
          </a:prstGeom>
          <a:ln w="9525">
            <a:solidFill>
              <a:srgbClr val="000000"/>
            </a:solidFill>
          </a:ln>
        </p:spPr>
        <p:txBody>
          <a:bodyPr vert="horz" wrap="square" lIns="0" tIns="1905" rIns="0" bIns="0" rtlCol="0">
            <a:spAutoFit/>
          </a:bodyPr>
          <a:lstStyle/>
          <a:p>
            <a:pPr marL="92075" marR="2328545">
              <a:lnSpc>
                <a:spcPct val="125000"/>
              </a:lnSpc>
              <a:spcBef>
                <a:spcPts val="15"/>
              </a:spcBef>
            </a:pPr>
            <a:r>
              <a:rPr sz="2000" i="1" spc="-5" dirty="0">
                <a:solidFill>
                  <a:srgbClr val="006600"/>
                </a:solidFill>
                <a:latin typeface="Franklin Gothic Medium"/>
                <a:cs typeface="Franklin Gothic Medium"/>
              </a:rPr>
              <a:t>//demo </a:t>
            </a:r>
            <a:r>
              <a:rPr sz="2000" i="1" dirty="0">
                <a:solidFill>
                  <a:srgbClr val="006600"/>
                </a:solidFill>
                <a:latin typeface="Franklin Gothic Medium"/>
                <a:cs typeface="Franklin Gothic Medium"/>
              </a:rPr>
              <a:t>of </a:t>
            </a:r>
            <a:r>
              <a:rPr sz="2000" i="1" spc="-5" dirty="0">
                <a:solidFill>
                  <a:srgbClr val="006600"/>
                </a:solidFill>
                <a:latin typeface="Franklin Gothic Medium"/>
                <a:cs typeface="Franklin Gothic Medium"/>
              </a:rPr>
              <a:t>getchar() </a:t>
            </a:r>
            <a:r>
              <a:rPr sz="2000" i="1" dirty="0">
                <a:solidFill>
                  <a:srgbClr val="006600"/>
                </a:solidFill>
                <a:latin typeface="Franklin Gothic Medium"/>
                <a:cs typeface="Franklin Gothic Medium"/>
              </a:rPr>
              <a:t>and </a:t>
            </a:r>
            <a:r>
              <a:rPr sz="2000" i="1" spc="-5" dirty="0">
                <a:solidFill>
                  <a:srgbClr val="006600"/>
                </a:solidFill>
                <a:latin typeface="Franklin Gothic Medium"/>
                <a:cs typeface="Franklin Gothic Medium"/>
              </a:rPr>
              <a:t>putchar() </a:t>
            </a:r>
            <a:r>
              <a:rPr sz="2000" i="1" spc="-484" dirty="0">
                <a:solidFill>
                  <a:srgbClr val="006600"/>
                </a:solidFill>
                <a:latin typeface="Franklin Gothic Medium"/>
                <a:cs typeface="Franklin Gothic Medium"/>
              </a:rPr>
              <a:t> </a:t>
            </a:r>
            <a:r>
              <a:rPr sz="2000" spc="-5" dirty="0">
                <a:latin typeface="Franklin Gothic Medium"/>
                <a:cs typeface="Franklin Gothic Medium"/>
              </a:rPr>
              <a:t>#include&lt;stdio.h&gt; </a:t>
            </a:r>
            <a:r>
              <a:rPr sz="2000" dirty="0">
                <a:latin typeface="Franklin Gothic Medium"/>
                <a:cs typeface="Franklin Gothic Medium"/>
              </a:rPr>
              <a:t> </a:t>
            </a:r>
            <a:r>
              <a:rPr sz="2000" spc="-5" dirty="0">
                <a:latin typeface="Franklin Gothic Medium"/>
                <a:cs typeface="Franklin Gothic Medium"/>
              </a:rPr>
              <a:t>#include&lt;ctype.h&gt;</a:t>
            </a:r>
            <a:endParaRPr sz="2000" dirty="0">
              <a:latin typeface="Franklin Gothic Medium"/>
              <a:cs typeface="Franklin Gothic Medium"/>
            </a:endParaRPr>
          </a:p>
          <a:p>
            <a:pPr marL="92075">
              <a:lnSpc>
                <a:spcPct val="100000"/>
              </a:lnSpc>
              <a:spcBef>
                <a:spcPts val="600"/>
              </a:spcBef>
            </a:pPr>
            <a:r>
              <a:rPr sz="2000" spc="-5" dirty="0">
                <a:latin typeface="Franklin Gothic Medium"/>
                <a:cs typeface="Franklin Gothic Medium"/>
              </a:rPr>
              <a:t>void</a:t>
            </a:r>
            <a:r>
              <a:rPr sz="2000" spc="-55" dirty="0">
                <a:latin typeface="Franklin Gothic Medium"/>
                <a:cs typeface="Franklin Gothic Medium"/>
              </a:rPr>
              <a:t> </a:t>
            </a:r>
            <a:r>
              <a:rPr sz="2000" spc="-5" dirty="0">
                <a:latin typeface="Franklin Gothic Medium"/>
                <a:cs typeface="Franklin Gothic Medium"/>
              </a:rPr>
              <a:t>main()</a:t>
            </a:r>
            <a:endParaRPr sz="2000" dirty="0">
              <a:latin typeface="Franklin Gothic Medium"/>
              <a:cs typeface="Franklin Gothic Medium"/>
            </a:endParaRPr>
          </a:p>
          <a:p>
            <a:pPr marL="92075">
              <a:lnSpc>
                <a:spcPct val="100000"/>
              </a:lnSpc>
              <a:spcBef>
                <a:spcPts val="605"/>
              </a:spcBef>
            </a:pPr>
            <a:r>
              <a:rPr sz="2000" dirty="0">
                <a:latin typeface="Franklin Gothic Medium"/>
                <a:cs typeface="Franklin Gothic Medium"/>
              </a:rPr>
              <a:t>{</a:t>
            </a:r>
          </a:p>
          <a:p>
            <a:pPr marL="549275">
              <a:lnSpc>
                <a:spcPct val="100000"/>
              </a:lnSpc>
              <a:spcBef>
                <a:spcPts val="600"/>
              </a:spcBef>
            </a:pPr>
            <a:r>
              <a:rPr sz="2000" dirty="0">
                <a:latin typeface="Franklin Gothic Medium"/>
                <a:cs typeface="Franklin Gothic Medium"/>
              </a:rPr>
              <a:t>char</a:t>
            </a:r>
            <a:r>
              <a:rPr sz="2000" spc="-35" dirty="0">
                <a:latin typeface="Franklin Gothic Medium"/>
                <a:cs typeface="Franklin Gothic Medium"/>
              </a:rPr>
              <a:t> </a:t>
            </a:r>
            <a:r>
              <a:rPr sz="2000" spc="5" dirty="0">
                <a:latin typeface="Franklin Gothic Medium"/>
                <a:cs typeface="Franklin Gothic Medium"/>
              </a:rPr>
              <a:t>ch,</a:t>
            </a:r>
            <a:r>
              <a:rPr sz="2000" spc="-20" dirty="0">
                <a:latin typeface="Franklin Gothic Medium"/>
                <a:cs typeface="Franklin Gothic Medium"/>
              </a:rPr>
              <a:t> </a:t>
            </a:r>
            <a:r>
              <a:rPr sz="2000" dirty="0">
                <a:latin typeface="Franklin Gothic Medium"/>
                <a:cs typeface="Franklin Gothic Medium"/>
              </a:rPr>
              <a:t>res;</a:t>
            </a:r>
          </a:p>
          <a:p>
            <a:pPr marL="549275">
              <a:lnSpc>
                <a:spcPct val="100000"/>
              </a:lnSpc>
              <a:spcBef>
                <a:spcPts val="600"/>
              </a:spcBef>
            </a:pPr>
            <a:r>
              <a:rPr sz="2000" spc="-5" dirty="0">
                <a:latin typeface="Franklin Gothic Medium"/>
                <a:cs typeface="Franklin Gothic Medium"/>
              </a:rPr>
              <a:t>printf("Enter</a:t>
            </a:r>
            <a:r>
              <a:rPr sz="2000" spc="-20" dirty="0">
                <a:latin typeface="Franklin Gothic Medium"/>
                <a:cs typeface="Franklin Gothic Medium"/>
              </a:rPr>
              <a:t> </a:t>
            </a:r>
            <a:r>
              <a:rPr sz="2000" dirty="0">
                <a:latin typeface="Franklin Gothic Medium"/>
                <a:cs typeface="Franklin Gothic Medium"/>
              </a:rPr>
              <a:t>a</a:t>
            </a:r>
            <a:r>
              <a:rPr sz="2000" spc="-20" dirty="0">
                <a:latin typeface="Franklin Gothic Medium"/>
                <a:cs typeface="Franklin Gothic Medium"/>
              </a:rPr>
              <a:t> </a:t>
            </a:r>
            <a:r>
              <a:rPr sz="2000" spc="-5" dirty="0">
                <a:latin typeface="Franklin Gothic Medium"/>
                <a:cs typeface="Franklin Gothic Medium"/>
              </a:rPr>
              <a:t>lowercase</a:t>
            </a:r>
            <a:r>
              <a:rPr sz="2000" spc="-15" dirty="0">
                <a:latin typeface="Franklin Gothic Medium"/>
                <a:cs typeface="Franklin Gothic Medium"/>
              </a:rPr>
              <a:t> </a:t>
            </a:r>
            <a:r>
              <a:rPr sz="2000" spc="-5" dirty="0">
                <a:latin typeface="Franklin Gothic Medium"/>
                <a:cs typeface="Franklin Gothic Medium"/>
              </a:rPr>
              <a:t>letter:</a:t>
            </a:r>
            <a:r>
              <a:rPr sz="2000" spc="-30" dirty="0">
                <a:latin typeface="Franklin Gothic Medium"/>
                <a:cs typeface="Franklin Gothic Medium"/>
              </a:rPr>
              <a:t> </a:t>
            </a:r>
            <a:r>
              <a:rPr sz="2000" spc="-5" dirty="0">
                <a:latin typeface="Franklin Gothic Medium"/>
                <a:cs typeface="Franklin Gothic Medium"/>
              </a:rPr>
              <a:t>");</a:t>
            </a:r>
            <a:endParaRPr sz="2000" dirty="0">
              <a:latin typeface="Franklin Gothic Medium"/>
              <a:cs typeface="Franklin Gothic Medium"/>
            </a:endParaRPr>
          </a:p>
          <a:p>
            <a:pPr marL="549275">
              <a:lnSpc>
                <a:spcPct val="100000"/>
              </a:lnSpc>
              <a:spcBef>
                <a:spcPts val="600"/>
              </a:spcBef>
            </a:pPr>
            <a:r>
              <a:rPr sz="2000" dirty="0">
                <a:solidFill>
                  <a:srgbClr val="FF0000"/>
                </a:solidFill>
                <a:latin typeface="Franklin Gothic Medium"/>
                <a:cs typeface="Franklin Gothic Medium"/>
              </a:rPr>
              <a:t>ch=getchar();</a:t>
            </a:r>
            <a:endParaRPr sz="2000" dirty="0">
              <a:latin typeface="Franklin Gothic Medium"/>
              <a:cs typeface="Franklin Gothic Medium"/>
            </a:endParaRPr>
          </a:p>
          <a:p>
            <a:pPr marL="549275">
              <a:lnSpc>
                <a:spcPct val="100000"/>
              </a:lnSpc>
              <a:spcBef>
                <a:spcPts val="600"/>
              </a:spcBef>
            </a:pPr>
            <a:r>
              <a:rPr sz="2000" spc="-5" dirty="0">
                <a:solidFill>
                  <a:srgbClr val="FF0000"/>
                </a:solidFill>
                <a:latin typeface="Franklin Gothic Medium"/>
                <a:cs typeface="Franklin Gothic Medium"/>
              </a:rPr>
              <a:t>res=toupper(ch);</a:t>
            </a:r>
            <a:endParaRPr sz="2000" dirty="0">
              <a:latin typeface="Franklin Gothic Medium"/>
              <a:cs typeface="Franklin Gothic Medium"/>
            </a:endParaRPr>
          </a:p>
          <a:p>
            <a:pPr marL="549275" marR="1504950">
              <a:lnSpc>
                <a:spcPct val="125000"/>
              </a:lnSpc>
            </a:pPr>
            <a:r>
              <a:rPr sz="2000" spc="-5" dirty="0">
                <a:latin typeface="Franklin Gothic Medium"/>
                <a:cs typeface="Franklin Gothic Medium"/>
              </a:rPr>
              <a:t>printf("The</a:t>
            </a:r>
            <a:r>
              <a:rPr sz="2000" dirty="0">
                <a:latin typeface="Franklin Gothic Medium"/>
                <a:cs typeface="Franklin Gothic Medium"/>
              </a:rPr>
              <a:t> </a:t>
            </a:r>
            <a:r>
              <a:rPr sz="2000" spc="-5" dirty="0">
                <a:latin typeface="Franklin Gothic Medium"/>
                <a:cs typeface="Franklin Gothic Medium"/>
              </a:rPr>
              <a:t>uppercase</a:t>
            </a:r>
            <a:r>
              <a:rPr sz="2000" spc="-20" dirty="0">
                <a:latin typeface="Franklin Gothic Medium"/>
                <a:cs typeface="Franklin Gothic Medium"/>
              </a:rPr>
              <a:t> </a:t>
            </a:r>
            <a:r>
              <a:rPr sz="2000" spc="-5" dirty="0">
                <a:latin typeface="Franklin Gothic Medium"/>
                <a:cs typeface="Franklin Gothic Medium"/>
              </a:rPr>
              <a:t>character </a:t>
            </a:r>
            <a:r>
              <a:rPr sz="2000" dirty="0">
                <a:latin typeface="Franklin Gothic Medium"/>
                <a:cs typeface="Franklin Gothic Medium"/>
              </a:rPr>
              <a:t>is:</a:t>
            </a:r>
            <a:r>
              <a:rPr sz="2000" spc="10" dirty="0">
                <a:latin typeface="Franklin Gothic Medium"/>
                <a:cs typeface="Franklin Gothic Medium"/>
              </a:rPr>
              <a:t> </a:t>
            </a:r>
            <a:r>
              <a:rPr sz="2000" spc="-5" dirty="0">
                <a:latin typeface="Franklin Gothic Medium"/>
                <a:cs typeface="Franklin Gothic Medium"/>
              </a:rPr>
              <a:t>"); </a:t>
            </a:r>
            <a:r>
              <a:rPr sz="2000" spc="-484" dirty="0">
                <a:latin typeface="Franklin Gothic Medium"/>
                <a:cs typeface="Franklin Gothic Medium"/>
              </a:rPr>
              <a:t> </a:t>
            </a:r>
            <a:r>
              <a:rPr sz="2000" dirty="0">
                <a:solidFill>
                  <a:srgbClr val="FF0000"/>
                </a:solidFill>
                <a:latin typeface="Franklin Gothic Medium"/>
                <a:cs typeface="Franklin Gothic Medium"/>
              </a:rPr>
              <a:t>putchar(res);</a:t>
            </a:r>
            <a:endParaRPr sz="2000" dirty="0">
              <a:latin typeface="Franklin Gothic Medium"/>
              <a:cs typeface="Franklin Gothic Medium"/>
            </a:endParaRPr>
          </a:p>
          <a:p>
            <a:pPr marL="92075">
              <a:lnSpc>
                <a:spcPct val="100000"/>
              </a:lnSpc>
              <a:spcBef>
                <a:spcPts val="600"/>
              </a:spcBef>
            </a:pPr>
            <a:r>
              <a:rPr sz="2000" dirty="0">
                <a:latin typeface="Franklin Gothic Medium"/>
                <a:cs typeface="Franklin Gothic Medium"/>
              </a:rPr>
              <a:t>}</a:t>
            </a:r>
          </a:p>
        </p:txBody>
      </p:sp>
      <p:sp>
        <p:nvSpPr>
          <p:cNvPr id="3" name="object 3"/>
          <p:cNvSpPr txBox="1"/>
          <p:nvPr/>
        </p:nvSpPr>
        <p:spPr>
          <a:xfrm>
            <a:off x="6888480" y="1179575"/>
            <a:ext cx="4025265" cy="1420495"/>
          </a:xfrm>
          <a:prstGeom prst="rect">
            <a:avLst/>
          </a:prstGeom>
          <a:ln w="9525">
            <a:solidFill>
              <a:srgbClr val="000000"/>
            </a:solidFill>
          </a:ln>
        </p:spPr>
        <p:txBody>
          <a:bodyPr vert="horz" wrap="square" lIns="0" tIns="134620" rIns="0" bIns="0" rtlCol="0">
            <a:spAutoFit/>
          </a:bodyPr>
          <a:lstStyle/>
          <a:p>
            <a:pPr marL="91440">
              <a:lnSpc>
                <a:spcPct val="100000"/>
              </a:lnSpc>
              <a:spcBef>
                <a:spcPts val="1060"/>
              </a:spcBef>
            </a:pPr>
            <a:r>
              <a:rPr sz="2000" dirty="0">
                <a:solidFill>
                  <a:srgbClr val="C00000"/>
                </a:solidFill>
                <a:latin typeface="Franklin Gothic Medium"/>
                <a:cs typeface="Franklin Gothic Medium"/>
              </a:rPr>
              <a:t>Output:</a:t>
            </a:r>
            <a:endParaRPr sz="2000">
              <a:latin typeface="Franklin Gothic Medium"/>
              <a:cs typeface="Franklin Gothic Medium"/>
            </a:endParaRPr>
          </a:p>
          <a:p>
            <a:pPr marL="91440">
              <a:lnSpc>
                <a:spcPct val="100000"/>
              </a:lnSpc>
              <a:spcBef>
                <a:spcPts val="1200"/>
              </a:spcBef>
            </a:pPr>
            <a:r>
              <a:rPr sz="2000" spc="-5" dirty="0">
                <a:latin typeface="Franklin Gothic Medium"/>
                <a:cs typeface="Franklin Gothic Medium"/>
              </a:rPr>
              <a:t>Enter</a:t>
            </a:r>
            <a:r>
              <a:rPr sz="2000" spc="-25" dirty="0">
                <a:latin typeface="Franklin Gothic Medium"/>
                <a:cs typeface="Franklin Gothic Medium"/>
              </a:rPr>
              <a:t> </a:t>
            </a:r>
            <a:r>
              <a:rPr sz="2000" dirty="0">
                <a:latin typeface="Franklin Gothic Medium"/>
                <a:cs typeface="Franklin Gothic Medium"/>
              </a:rPr>
              <a:t>a</a:t>
            </a:r>
            <a:r>
              <a:rPr sz="2000" spc="-20" dirty="0">
                <a:latin typeface="Franklin Gothic Medium"/>
                <a:cs typeface="Franklin Gothic Medium"/>
              </a:rPr>
              <a:t> </a:t>
            </a:r>
            <a:r>
              <a:rPr sz="2000" spc="-5" dirty="0">
                <a:latin typeface="Franklin Gothic Medium"/>
                <a:cs typeface="Franklin Gothic Medium"/>
              </a:rPr>
              <a:t>lowercase</a:t>
            </a:r>
            <a:r>
              <a:rPr sz="2000" spc="-25" dirty="0">
                <a:latin typeface="Franklin Gothic Medium"/>
                <a:cs typeface="Franklin Gothic Medium"/>
              </a:rPr>
              <a:t> </a:t>
            </a:r>
            <a:r>
              <a:rPr sz="2000" spc="-5" dirty="0">
                <a:latin typeface="Franklin Gothic Medium"/>
                <a:cs typeface="Franklin Gothic Medium"/>
              </a:rPr>
              <a:t>letter:</a:t>
            </a:r>
            <a:r>
              <a:rPr sz="2000" spc="-30" dirty="0">
                <a:latin typeface="Franklin Gothic Medium"/>
                <a:cs typeface="Franklin Gothic Medium"/>
              </a:rPr>
              <a:t> </a:t>
            </a:r>
            <a:r>
              <a:rPr sz="2000" dirty="0">
                <a:latin typeface="Franklin Gothic Medium"/>
                <a:cs typeface="Franklin Gothic Medium"/>
              </a:rPr>
              <a:t>r</a:t>
            </a:r>
            <a:endParaRPr sz="2000">
              <a:latin typeface="Franklin Gothic Medium"/>
              <a:cs typeface="Franklin Gothic Medium"/>
            </a:endParaRPr>
          </a:p>
          <a:p>
            <a:pPr marL="91440">
              <a:lnSpc>
                <a:spcPct val="100000"/>
              </a:lnSpc>
              <a:spcBef>
                <a:spcPts val="1200"/>
              </a:spcBef>
            </a:pPr>
            <a:r>
              <a:rPr sz="2000" dirty="0">
                <a:latin typeface="Franklin Gothic Medium"/>
                <a:cs typeface="Franklin Gothic Medium"/>
              </a:rPr>
              <a:t>The</a:t>
            </a:r>
            <a:r>
              <a:rPr sz="2000" spc="-25" dirty="0">
                <a:latin typeface="Franklin Gothic Medium"/>
                <a:cs typeface="Franklin Gothic Medium"/>
              </a:rPr>
              <a:t> </a:t>
            </a:r>
            <a:r>
              <a:rPr sz="2000" spc="-5" dirty="0">
                <a:latin typeface="Franklin Gothic Medium"/>
                <a:cs typeface="Franklin Gothic Medium"/>
              </a:rPr>
              <a:t>uppercase</a:t>
            </a:r>
            <a:r>
              <a:rPr sz="2000" spc="-20" dirty="0">
                <a:latin typeface="Franklin Gothic Medium"/>
                <a:cs typeface="Franklin Gothic Medium"/>
              </a:rPr>
              <a:t> </a:t>
            </a:r>
            <a:r>
              <a:rPr sz="2000" spc="-5" dirty="0">
                <a:latin typeface="Franklin Gothic Medium"/>
                <a:cs typeface="Franklin Gothic Medium"/>
              </a:rPr>
              <a:t>character</a:t>
            </a:r>
            <a:r>
              <a:rPr sz="2000" spc="-25" dirty="0">
                <a:latin typeface="Franklin Gothic Medium"/>
                <a:cs typeface="Franklin Gothic Medium"/>
              </a:rPr>
              <a:t> </a:t>
            </a:r>
            <a:r>
              <a:rPr sz="2000" dirty="0">
                <a:latin typeface="Franklin Gothic Medium"/>
                <a:cs typeface="Franklin Gothic Medium"/>
              </a:rPr>
              <a:t>is: R</a:t>
            </a:r>
            <a:endParaRPr sz="2000">
              <a:latin typeface="Franklin Gothic Medium"/>
              <a:cs typeface="Franklin Gothic Medium"/>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0224" y="1126236"/>
            <a:ext cx="6097905" cy="5017135"/>
          </a:xfrm>
          <a:custGeom>
            <a:avLst/>
            <a:gdLst/>
            <a:ahLst/>
            <a:cxnLst/>
            <a:rect l="l" t="t" r="r" b="b"/>
            <a:pathLst>
              <a:path w="6097905" h="5017135">
                <a:moveTo>
                  <a:pt x="0" y="5017008"/>
                </a:moveTo>
                <a:lnTo>
                  <a:pt x="6097524" y="5017008"/>
                </a:lnTo>
                <a:lnTo>
                  <a:pt x="6097524" y="0"/>
                </a:lnTo>
                <a:lnTo>
                  <a:pt x="0" y="0"/>
                </a:lnTo>
                <a:lnTo>
                  <a:pt x="0" y="5017008"/>
                </a:lnTo>
                <a:close/>
              </a:path>
            </a:pathLst>
          </a:custGeom>
          <a:ln w="9525">
            <a:solidFill>
              <a:srgbClr val="000000"/>
            </a:solidFill>
          </a:ln>
        </p:spPr>
        <p:txBody>
          <a:bodyPr wrap="square" lIns="0" tIns="0" rIns="0" bIns="0" rtlCol="0"/>
          <a:lstStyle/>
          <a:p>
            <a:endParaRPr/>
          </a:p>
        </p:txBody>
      </p:sp>
      <p:sp>
        <p:nvSpPr>
          <p:cNvPr id="3" name="object 3"/>
          <p:cNvSpPr txBox="1"/>
          <p:nvPr/>
        </p:nvSpPr>
        <p:spPr>
          <a:xfrm>
            <a:off x="1109268" y="1152270"/>
            <a:ext cx="3782695" cy="2465070"/>
          </a:xfrm>
          <a:prstGeom prst="rect">
            <a:avLst/>
          </a:prstGeom>
        </p:spPr>
        <p:txBody>
          <a:bodyPr vert="horz" wrap="square" lIns="0" tIns="13335" rIns="0" bIns="0" rtlCol="0">
            <a:spAutoFit/>
          </a:bodyPr>
          <a:lstStyle/>
          <a:p>
            <a:pPr marL="12700" marR="5080">
              <a:lnSpc>
                <a:spcPct val="100000"/>
              </a:lnSpc>
              <a:spcBef>
                <a:spcPts val="105"/>
              </a:spcBef>
            </a:pPr>
            <a:r>
              <a:rPr sz="2000" i="1" spc="-5" dirty="0">
                <a:solidFill>
                  <a:srgbClr val="006600"/>
                </a:solidFill>
                <a:latin typeface="Franklin Gothic Medium"/>
                <a:cs typeface="Franklin Gothic Medium"/>
              </a:rPr>
              <a:t>//demo </a:t>
            </a:r>
            <a:r>
              <a:rPr sz="2000" i="1" dirty="0">
                <a:solidFill>
                  <a:srgbClr val="006600"/>
                </a:solidFill>
                <a:latin typeface="Franklin Gothic Medium"/>
                <a:cs typeface="Franklin Gothic Medium"/>
              </a:rPr>
              <a:t>of </a:t>
            </a:r>
            <a:r>
              <a:rPr sz="2000" i="1" spc="-10" dirty="0">
                <a:solidFill>
                  <a:srgbClr val="006600"/>
                </a:solidFill>
                <a:latin typeface="Franklin Gothic Medium"/>
                <a:cs typeface="Franklin Gothic Medium"/>
              </a:rPr>
              <a:t>character test </a:t>
            </a:r>
            <a:r>
              <a:rPr sz="2000" i="1" dirty="0">
                <a:solidFill>
                  <a:srgbClr val="006600"/>
                </a:solidFill>
                <a:latin typeface="Franklin Gothic Medium"/>
                <a:cs typeface="Franklin Gothic Medium"/>
              </a:rPr>
              <a:t>functions </a:t>
            </a:r>
            <a:r>
              <a:rPr sz="2000" i="1" spc="-484" dirty="0">
                <a:solidFill>
                  <a:srgbClr val="006600"/>
                </a:solidFill>
                <a:latin typeface="Franklin Gothic Medium"/>
                <a:cs typeface="Franklin Gothic Medium"/>
              </a:rPr>
              <a:t> </a:t>
            </a:r>
            <a:r>
              <a:rPr sz="2000" spc="-5" dirty="0">
                <a:latin typeface="Franklin Gothic Medium"/>
                <a:cs typeface="Franklin Gothic Medium"/>
              </a:rPr>
              <a:t>#include&lt;stdio.h&gt; </a:t>
            </a:r>
            <a:r>
              <a:rPr sz="2000" dirty="0">
                <a:latin typeface="Franklin Gothic Medium"/>
                <a:cs typeface="Franklin Gothic Medium"/>
              </a:rPr>
              <a:t> </a:t>
            </a:r>
            <a:r>
              <a:rPr sz="2000" spc="-5" dirty="0">
                <a:latin typeface="Franklin Gothic Medium"/>
                <a:cs typeface="Franklin Gothic Medium"/>
              </a:rPr>
              <a:t>#include&lt;ctype.h&gt;</a:t>
            </a:r>
            <a:endParaRPr sz="2000" dirty="0">
              <a:latin typeface="Franklin Gothic Medium"/>
              <a:cs typeface="Franklin Gothic Medium"/>
            </a:endParaRPr>
          </a:p>
          <a:p>
            <a:pPr marL="12700">
              <a:lnSpc>
                <a:spcPct val="100000"/>
              </a:lnSpc>
            </a:pPr>
            <a:r>
              <a:rPr sz="2000" spc="-5" dirty="0">
                <a:latin typeface="Franklin Gothic Medium"/>
                <a:cs typeface="Franklin Gothic Medium"/>
              </a:rPr>
              <a:t>void</a:t>
            </a:r>
            <a:r>
              <a:rPr sz="2000" spc="-55" dirty="0">
                <a:latin typeface="Franklin Gothic Medium"/>
                <a:cs typeface="Franklin Gothic Medium"/>
              </a:rPr>
              <a:t> </a:t>
            </a:r>
            <a:r>
              <a:rPr sz="2000" spc="-5" dirty="0">
                <a:latin typeface="Franklin Gothic Medium"/>
                <a:cs typeface="Franklin Gothic Medium"/>
              </a:rPr>
              <a:t>main()</a:t>
            </a:r>
            <a:endParaRPr sz="2000" dirty="0">
              <a:latin typeface="Franklin Gothic Medium"/>
              <a:cs typeface="Franklin Gothic Medium"/>
            </a:endParaRPr>
          </a:p>
          <a:p>
            <a:pPr marL="12700">
              <a:lnSpc>
                <a:spcPct val="100000"/>
              </a:lnSpc>
            </a:pPr>
            <a:r>
              <a:rPr sz="2000" dirty="0">
                <a:latin typeface="Franklin Gothic Medium"/>
                <a:cs typeface="Franklin Gothic Medium"/>
              </a:rPr>
              <a:t>{</a:t>
            </a:r>
          </a:p>
          <a:p>
            <a:pPr marL="469265">
              <a:lnSpc>
                <a:spcPct val="100000"/>
              </a:lnSpc>
            </a:pPr>
            <a:r>
              <a:rPr sz="2000" dirty="0">
                <a:latin typeface="Franklin Gothic Medium"/>
                <a:cs typeface="Franklin Gothic Medium"/>
              </a:rPr>
              <a:t>char</a:t>
            </a:r>
            <a:r>
              <a:rPr sz="2000" spc="-45" dirty="0">
                <a:latin typeface="Franklin Gothic Medium"/>
                <a:cs typeface="Franklin Gothic Medium"/>
              </a:rPr>
              <a:t> </a:t>
            </a:r>
            <a:r>
              <a:rPr sz="2000" spc="5" dirty="0">
                <a:latin typeface="Franklin Gothic Medium"/>
                <a:cs typeface="Franklin Gothic Medium"/>
              </a:rPr>
              <a:t>ch;</a:t>
            </a:r>
            <a:endParaRPr sz="2000" dirty="0">
              <a:latin typeface="Franklin Gothic Medium"/>
              <a:cs typeface="Franklin Gothic Medium"/>
            </a:endParaRPr>
          </a:p>
          <a:p>
            <a:pPr marL="469265" marR="328930">
              <a:lnSpc>
                <a:spcPct val="100000"/>
              </a:lnSpc>
            </a:pPr>
            <a:r>
              <a:rPr sz="2000" spc="-5" dirty="0">
                <a:latin typeface="Franklin Gothic Medium"/>
                <a:cs typeface="Franklin Gothic Medium"/>
              </a:rPr>
              <a:t>printf("Enter </a:t>
            </a:r>
            <a:r>
              <a:rPr sz="2000" dirty="0">
                <a:latin typeface="Franklin Gothic Medium"/>
                <a:cs typeface="Franklin Gothic Medium"/>
              </a:rPr>
              <a:t>a </a:t>
            </a:r>
            <a:r>
              <a:rPr sz="2000" spc="-5" dirty="0">
                <a:latin typeface="Franklin Gothic Medium"/>
                <a:cs typeface="Franklin Gothic Medium"/>
              </a:rPr>
              <a:t>character: "); </a:t>
            </a:r>
            <a:r>
              <a:rPr sz="2000" spc="-484" dirty="0">
                <a:latin typeface="Franklin Gothic Medium"/>
                <a:cs typeface="Franklin Gothic Medium"/>
              </a:rPr>
              <a:t> </a:t>
            </a:r>
            <a:r>
              <a:rPr sz="2000" dirty="0">
                <a:latin typeface="Franklin Gothic Medium"/>
                <a:cs typeface="Franklin Gothic Medium"/>
              </a:rPr>
              <a:t>ch=getchar();</a:t>
            </a:r>
          </a:p>
        </p:txBody>
      </p:sp>
      <p:sp>
        <p:nvSpPr>
          <p:cNvPr id="4" name="object 4"/>
          <p:cNvSpPr txBox="1"/>
          <p:nvPr/>
        </p:nvSpPr>
        <p:spPr>
          <a:xfrm>
            <a:off x="1109268" y="3896105"/>
            <a:ext cx="4836160" cy="2160270"/>
          </a:xfrm>
          <a:prstGeom prst="rect">
            <a:avLst/>
          </a:prstGeom>
        </p:spPr>
        <p:txBody>
          <a:bodyPr vert="horz" wrap="square" lIns="0" tIns="12700" rIns="0" bIns="0" rtlCol="0">
            <a:spAutoFit/>
          </a:bodyPr>
          <a:lstStyle/>
          <a:p>
            <a:pPr marL="469265" marR="5080">
              <a:lnSpc>
                <a:spcPct val="100000"/>
              </a:lnSpc>
              <a:spcBef>
                <a:spcPts val="100"/>
              </a:spcBef>
            </a:pPr>
            <a:r>
              <a:rPr sz="2000" dirty="0">
                <a:latin typeface="Franklin Gothic Medium"/>
                <a:cs typeface="Franklin Gothic Medium"/>
              </a:rPr>
              <a:t>pri</a:t>
            </a:r>
            <a:r>
              <a:rPr sz="2000" spc="-10" dirty="0">
                <a:latin typeface="Franklin Gothic Medium"/>
                <a:cs typeface="Franklin Gothic Medium"/>
              </a:rPr>
              <a:t>n</a:t>
            </a:r>
            <a:r>
              <a:rPr sz="2000" spc="-5" dirty="0">
                <a:latin typeface="Franklin Gothic Medium"/>
                <a:cs typeface="Franklin Gothic Medium"/>
              </a:rPr>
              <a:t>t</a:t>
            </a:r>
            <a:r>
              <a:rPr sz="2000" spc="5" dirty="0">
                <a:latin typeface="Franklin Gothic Medium"/>
                <a:cs typeface="Franklin Gothic Medium"/>
              </a:rPr>
              <a:t>f</a:t>
            </a:r>
            <a:r>
              <a:rPr sz="2000" spc="-5" dirty="0">
                <a:latin typeface="Franklin Gothic Medium"/>
                <a:cs typeface="Franklin Gothic Medium"/>
              </a:rPr>
              <a:t>("</a:t>
            </a:r>
            <a:r>
              <a:rPr sz="2000" dirty="0">
                <a:latin typeface="Franklin Gothic Medium"/>
                <a:cs typeface="Franklin Gothic Medium"/>
              </a:rPr>
              <a:t>isalnu</a:t>
            </a:r>
            <a:r>
              <a:rPr sz="2000" spc="-10" dirty="0">
                <a:latin typeface="Franklin Gothic Medium"/>
                <a:cs typeface="Franklin Gothic Medium"/>
              </a:rPr>
              <a:t>m</a:t>
            </a:r>
            <a:r>
              <a:rPr sz="2000" spc="-5" dirty="0">
                <a:latin typeface="Franklin Gothic Medium"/>
                <a:cs typeface="Franklin Gothic Medium"/>
              </a:rPr>
              <a:t>(</a:t>
            </a:r>
            <a:r>
              <a:rPr sz="2000" spc="10" dirty="0">
                <a:latin typeface="Franklin Gothic Medium"/>
                <a:cs typeface="Franklin Gothic Medium"/>
              </a:rPr>
              <a:t>c</a:t>
            </a:r>
            <a:r>
              <a:rPr sz="2000" spc="5" dirty="0">
                <a:latin typeface="Franklin Gothic Medium"/>
                <a:cs typeface="Franklin Gothic Medium"/>
              </a:rPr>
              <a:t>h</a:t>
            </a:r>
            <a:r>
              <a:rPr sz="2000" spc="-5" dirty="0">
                <a:latin typeface="Franklin Gothic Medium"/>
                <a:cs typeface="Franklin Gothic Medium"/>
              </a:rPr>
              <a:t>)=%</a:t>
            </a:r>
            <a:r>
              <a:rPr sz="2000" spc="5" dirty="0">
                <a:latin typeface="Franklin Gothic Medium"/>
                <a:cs typeface="Franklin Gothic Medium"/>
              </a:rPr>
              <a:t>d</a:t>
            </a:r>
            <a:r>
              <a:rPr sz="2000" dirty="0">
                <a:latin typeface="Franklin Gothic Medium"/>
                <a:cs typeface="Franklin Gothic Medium"/>
              </a:rPr>
              <a:t>\</a:t>
            </a:r>
            <a:r>
              <a:rPr sz="2000" spc="-5" dirty="0">
                <a:latin typeface="Franklin Gothic Medium"/>
                <a:cs typeface="Franklin Gothic Medium"/>
              </a:rPr>
              <a:t>n",</a:t>
            </a:r>
            <a:r>
              <a:rPr sz="2000" dirty="0">
                <a:latin typeface="Franklin Gothic Medium"/>
                <a:cs typeface="Franklin Gothic Medium"/>
              </a:rPr>
              <a:t>isal</a:t>
            </a:r>
            <a:r>
              <a:rPr sz="2000" spc="-10" dirty="0">
                <a:latin typeface="Franklin Gothic Medium"/>
                <a:cs typeface="Franklin Gothic Medium"/>
              </a:rPr>
              <a:t>n</a:t>
            </a:r>
            <a:r>
              <a:rPr sz="2000" dirty="0">
                <a:latin typeface="Franklin Gothic Medium"/>
                <a:cs typeface="Franklin Gothic Medium"/>
              </a:rPr>
              <a:t>u</a:t>
            </a:r>
            <a:r>
              <a:rPr sz="2000" spc="-5" dirty="0">
                <a:latin typeface="Franklin Gothic Medium"/>
                <a:cs typeface="Franklin Gothic Medium"/>
              </a:rPr>
              <a:t>m(</a:t>
            </a:r>
            <a:r>
              <a:rPr sz="2000" spc="10" dirty="0">
                <a:latin typeface="Franklin Gothic Medium"/>
                <a:cs typeface="Franklin Gothic Medium"/>
              </a:rPr>
              <a:t>c</a:t>
            </a:r>
            <a:r>
              <a:rPr sz="2000" spc="5" dirty="0">
                <a:latin typeface="Franklin Gothic Medium"/>
                <a:cs typeface="Franklin Gothic Medium"/>
              </a:rPr>
              <a:t>h</a:t>
            </a:r>
            <a:r>
              <a:rPr sz="2000" spc="-5" dirty="0">
                <a:latin typeface="Franklin Gothic Medium"/>
                <a:cs typeface="Franklin Gothic Medium"/>
              </a:rPr>
              <a:t>));  </a:t>
            </a:r>
            <a:r>
              <a:rPr sz="2000" dirty="0">
                <a:latin typeface="Franklin Gothic Medium"/>
                <a:cs typeface="Franklin Gothic Medium"/>
              </a:rPr>
              <a:t>printf("isalpha(ch)=%d\n",isalpha(ch)); </a:t>
            </a:r>
            <a:r>
              <a:rPr sz="2000" spc="5" dirty="0">
                <a:latin typeface="Franklin Gothic Medium"/>
                <a:cs typeface="Franklin Gothic Medium"/>
              </a:rPr>
              <a:t> </a:t>
            </a:r>
            <a:r>
              <a:rPr sz="2000" dirty="0">
                <a:latin typeface="Franklin Gothic Medium"/>
                <a:cs typeface="Franklin Gothic Medium"/>
              </a:rPr>
              <a:t>printf("isupper(ch)=%d\n",isupper(ch)); </a:t>
            </a:r>
            <a:r>
              <a:rPr sz="2000" spc="5" dirty="0">
                <a:latin typeface="Franklin Gothic Medium"/>
                <a:cs typeface="Franklin Gothic Medium"/>
              </a:rPr>
              <a:t> </a:t>
            </a:r>
            <a:r>
              <a:rPr sz="2000" spc="-5" dirty="0">
                <a:latin typeface="Franklin Gothic Medium"/>
                <a:cs typeface="Franklin Gothic Medium"/>
              </a:rPr>
              <a:t>printf("islower(ch)=%d\n",islower(ch)); </a:t>
            </a:r>
            <a:r>
              <a:rPr sz="2000" dirty="0">
                <a:latin typeface="Franklin Gothic Medium"/>
                <a:cs typeface="Franklin Gothic Medium"/>
              </a:rPr>
              <a:t> printf("isdigit(ch)=%d\n",isdigit(ch)); </a:t>
            </a:r>
            <a:r>
              <a:rPr sz="2000" spc="5" dirty="0">
                <a:latin typeface="Franklin Gothic Medium"/>
                <a:cs typeface="Franklin Gothic Medium"/>
              </a:rPr>
              <a:t> </a:t>
            </a:r>
            <a:r>
              <a:rPr sz="2000" dirty="0">
                <a:latin typeface="Franklin Gothic Medium"/>
                <a:cs typeface="Franklin Gothic Medium"/>
              </a:rPr>
              <a:t>printf("isspace(ch)=%d\n",isspace(ch));</a:t>
            </a:r>
          </a:p>
          <a:p>
            <a:pPr marL="12700">
              <a:lnSpc>
                <a:spcPct val="100000"/>
              </a:lnSpc>
              <a:spcBef>
                <a:spcPts val="5"/>
              </a:spcBef>
            </a:pPr>
            <a:r>
              <a:rPr sz="2000" dirty="0">
                <a:latin typeface="Franklin Gothic Medium"/>
                <a:cs typeface="Franklin Gothic Medium"/>
              </a:rPr>
              <a:t>}</a:t>
            </a:r>
          </a:p>
        </p:txBody>
      </p:sp>
      <p:sp>
        <p:nvSpPr>
          <p:cNvPr id="5" name="object 5"/>
          <p:cNvSpPr txBox="1"/>
          <p:nvPr/>
        </p:nvSpPr>
        <p:spPr>
          <a:xfrm>
            <a:off x="7700771" y="1117091"/>
            <a:ext cx="3142615" cy="2308860"/>
          </a:xfrm>
          <a:prstGeom prst="rect">
            <a:avLst/>
          </a:prstGeom>
          <a:ln w="9525">
            <a:solidFill>
              <a:srgbClr val="000000"/>
            </a:solidFill>
          </a:ln>
        </p:spPr>
        <p:txBody>
          <a:bodyPr vert="horz" wrap="square" lIns="0" tIns="40005" rIns="0" bIns="0" rtlCol="0">
            <a:spAutoFit/>
          </a:bodyPr>
          <a:lstStyle/>
          <a:p>
            <a:pPr marL="92075">
              <a:lnSpc>
                <a:spcPct val="100000"/>
              </a:lnSpc>
              <a:spcBef>
                <a:spcPts val="315"/>
              </a:spcBef>
            </a:pPr>
            <a:r>
              <a:rPr sz="1800" dirty="0">
                <a:solidFill>
                  <a:srgbClr val="C00000"/>
                </a:solidFill>
                <a:latin typeface="Franklin Gothic Medium"/>
                <a:cs typeface="Franklin Gothic Medium"/>
              </a:rPr>
              <a:t>Output:</a:t>
            </a:r>
            <a:endParaRPr sz="1800">
              <a:latin typeface="Franklin Gothic Medium"/>
              <a:cs typeface="Franklin Gothic Medium"/>
            </a:endParaRPr>
          </a:p>
          <a:p>
            <a:pPr marL="92075" marR="1113155">
              <a:lnSpc>
                <a:spcPct val="100000"/>
              </a:lnSpc>
            </a:pPr>
            <a:r>
              <a:rPr sz="1800" spc="-10" dirty="0">
                <a:latin typeface="Franklin Gothic Medium"/>
                <a:cs typeface="Franklin Gothic Medium"/>
              </a:rPr>
              <a:t>Enter</a:t>
            </a:r>
            <a:r>
              <a:rPr sz="1800" spc="-20" dirty="0">
                <a:latin typeface="Franklin Gothic Medium"/>
                <a:cs typeface="Franklin Gothic Medium"/>
              </a:rPr>
              <a:t> </a:t>
            </a:r>
            <a:r>
              <a:rPr sz="1800" dirty="0">
                <a:latin typeface="Franklin Gothic Medium"/>
                <a:cs typeface="Franklin Gothic Medium"/>
              </a:rPr>
              <a:t>a</a:t>
            </a:r>
            <a:r>
              <a:rPr sz="1800" spc="-25" dirty="0">
                <a:latin typeface="Franklin Gothic Medium"/>
                <a:cs typeface="Franklin Gothic Medium"/>
              </a:rPr>
              <a:t> </a:t>
            </a:r>
            <a:r>
              <a:rPr sz="1800" spc="-5" dirty="0">
                <a:latin typeface="Franklin Gothic Medium"/>
                <a:cs typeface="Franklin Gothic Medium"/>
              </a:rPr>
              <a:t>character:</a:t>
            </a:r>
            <a:r>
              <a:rPr sz="1800" spc="-20" dirty="0">
                <a:latin typeface="Franklin Gothic Medium"/>
                <a:cs typeface="Franklin Gothic Medium"/>
              </a:rPr>
              <a:t> </a:t>
            </a:r>
            <a:r>
              <a:rPr sz="1800" dirty="0">
                <a:latin typeface="Franklin Gothic Medium"/>
                <a:cs typeface="Franklin Gothic Medium"/>
              </a:rPr>
              <a:t>B </a:t>
            </a:r>
            <a:r>
              <a:rPr sz="1800" spc="-434" dirty="0">
                <a:latin typeface="Franklin Gothic Medium"/>
                <a:cs typeface="Franklin Gothic Medium"/>
              </a:rPr>
              <a:t> </a:t>
            </a:r>
            <a:r>
              <a:rPr sz="1800" spc="-5" dirty="0">
                <a:latin typeface="Franklin Gothic Medium"/>
                <a:cs typeface="Franklin Gothic Medium"/>
              </a:rPr>
              <a:t>isalnum(ch)=1 </a:t>
            </a:r>
            <a:r>
              <a:rPr sz="1800" dirty="0">
                <a:latin typeface="Franklin Gothic Medium"/>
                <a:cs typeface="Franklin Gothic Medium"/>
              </a:rPr>
              <a:t> </a:t>
            </a:r>
            <a:r>
              <a:rPr sz="1800" spc="-5" dirty="0">
                <a:latin typeface="Franklin Gothic Medium"/>
                <a:cs typeface="Franklin Gothic Medium"/>
              </a:rPr>
              <a:t>isalpha(ch)=1 </a:t>
            </a:r>
            <a:r>
              <a:rPr sz="1800" dirty="0">
                <a:latin typeface="Franklin Gothic Medium"/>
                <a:cs typeface="Franklin Gothic Medium"/>
              </a:rPr>
              <a:t> </a:t>
            </a:r>
            <a:r>
              <a:rPr sz="1800" spc="-5" dirty="0">
                <a:latin typeface="Franklin Gothic Medium"/>
                <a:cs typeface="Franklin Gothic Medium"/>
              </a:rPr>
              <a:t>isupper(ch)=1 </a:t>
            </a:r>
            <a:r>
              <a:rPr sz="1800" dirty="0">
                <a:latin typeface="Franklin Gothic Medium"/>
                <a:cs typeface="Franklin Gothic Medium"/>
              </a:rPr>
              <a:t> </a:t>
            </a:r>
            <a:r>
              <a:rPr sz="1800" spc="-5" dirty="0">
                <a:latin typeface="Franklin Gothic Medium"/>
                <a:cs typeface="Franklin Gothic Medium"/>
              </a:rPr>
              <a:t>islower(ch)=0 </a:t>
            </a:r>
            <a:r>
              <a:rPr sz="1800" dirty="0">
                <a:latin typeface="Franklin Gothic Medium"/>
                <a:cs typeface="Franklin Gothic Medium"/>
              </a:rPr>
              <a:t> </a:t>
            </a:r>
            <a:r>
              <a:rPr sz="1800" spc="-5" dirty="0">
                <a:latin typeface="Franklin Gothic Medium"/>
                <a:cs typeface="Franklin Gothic Medium"/>
              </a:rPr>
              <a:t>isdigit(ch)=0 </a:t>
            </a:r>
            <a:r>
              <a:rPr sz="1800" dirty="0">
                <a:latin typeface="Franklin Gothic Medium"/>
                <a:cs typeface="Franklin Gothic Medium"/>
              </a:rPr>
              <a:t> </a:t>
            </a:r>
            <a:r>
              <a:rPr sz="1800" spc="-5" dirty="0">
                <a:latin typeface="Franklin Gothic Medium"/>
                <a:cs typeface="Franklin Gothic Medium"/>
              </a:rPr>
              <a:t>isspace(ch)=0</a:t>
            </a:r>
            <a:endParaRPr sz="1800">
              <a:latin typeface="Franklin Gothic Medium"/>
              <a:cs typeface="Franklin Gothic Medium"/>
            </a:endParaRPr>
          </a:p>
        </p:txBody>
      </p:sp>
      <p:sp>
        <p:nvSpPr>
          <p:cNvPr id="6" name="object 6"/>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
        <p:nvSpPr>
          <p:cNvPr id="3" name="object 3"/>
          <p:cNvSpPr txBox="1"/>
          <p:nvPr/>
        </p:nvSpPr>
        <p:spPr>
          <a:xfrm>
            <a:off x="605739" y="1178813"/>
            <a:ext cx="9314815" cy="360680"/>
          </a:xfrm>
          <a:prstGeom prst="rect">
            <a:avLst/>
          </a:prstGeom>
        </p:spPr>
        <p:txBody>
          <a:bodyPr vert="horz" wrap="square" lIns="0" tIns="12065" rIns="0" bIns="0" rtlCol="0">
            <a:spAutoFit/>
          </a:bodyPr>
          <a:lstStyle/>
          <a:p>
            <a:pPr marL="12700">
              <a:lnSpc>
                <a:spcPct val="100000"/>
              </a:lnSpc>
              <a:spcBef>
                <a:spcPts val="95"/>
              </a:spcBef>
              <a:tabLst>
                <a:tab pos="469265" algn="l"/>
              </a:tabLst>
            </a:pPr>
            <a:r>
              <a:rPr sz="2200" dirty="0">
                <a:solidFill>
                  <a:srgbClr val="C00000"/>
                </a:solidFill>
                <a:latin typeface="Franklin Gothic Medium"/>
                <a:cs typeface="Franklin Gothic Medium"/>
              </a:rPr>
              <a:t>c)	</a:t>
            </a:r>
            <a:r>
              <a:rPr sz="2200" spc="-10" dirty="0">
                <a:solidFill>
                  <a:srgbClr val="C00000"/>
                </a:solidFill>
                <a:latin typeface="Franklin Gothic Medium"/>
                <a:cs typeface="Franklin Gothic Medium"/>
              </a:rPr>
              <a:t>Formatted</a:t>
            </a:r>
            <a:r>
              <a:rPr sz="2200" spc="-4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Input:</a:t>
            </a:r>
            <a:r>
              <a:rPr sz="2200" spc="-30" dirty="0">
                <a:solidFill>
                  <a:srgbClr val="C00000"/>
                </a:solidFill>
                <a:latin typeface="Franklin Gothic Medium"/>
                <a:cs typeface="Franklin Gothic Medium"/>
              </a:rPr>
              <a:t> </a:t>
            </a:r>
            <a:r>
              <a:rPr sz="2200" spc="-5" dirty="0">
                <a:latin typeface="Franklin Gothic Medium"/>
                <a:cs typeface="Franklin Gothic Medium"/>
              </a:rPr>
              <a:t>Input</a:t>
            </a:r>
            <a:r>
              <a:rPr sz="2200" spc="10" dirty="0">
                <a:latin typeface="Franklin Gothic Medium"/>
                <a:cs typeface="Franklin Gothic Medium"/>
              </a:rPr>
              <a:t> </a:t>
            </a:r>
            <a:r>
              <a:rPr sz="2200" spc="-5" dirty="0">
                <a:latin typeface="Franklin Gothic Medium"/>
                <a:cs typeface="Franklin Gothic Medium"/>
              </a:rPr>
              <a:t>data</a:t>
            </a:r>
            <a:r>
              <a:rPr sz="2200" spc="15" dirty="0">
                <a:latin typeface="Franklin Gothic Medium"/>
                <a:cs typeface="Franklin Gothic Medium"/>
              </a:rPr>
              <a:t> </a:t>
            </a:r>
            <a:r>
              <a:rPr sz="2200" spc="-10" dirty="0">
                <a:latin typeface="Franklin Gothic Medium"/>
                <a:cs typeface="Franklin Gothic Medium"/>
              </a:rPr>
              <a:t>that</a:t>
            </a:r>
            <a:r>
              <a:rPr sz="2200" spc="5" dirty="0">
                <a:latin typeface="Franklin Gothic Medium"/>
                <a:cs typeface="Franklin Gothic Medium"/>
              </a:rPr>
              <a:t> </a:t>
            </a:r>
            <a:r>
              <a:rPr sz="2200" spc="-5" dirty="0">
                <a:latin typeface="Franklin Gothic Medium"/>
                <a:cs typeface="Franklin Gothic Medium"/>
              </a:rPr>
              <a:t>has</a:t>
            </a:r>
            <a:r>
              <a:rPr sz="2200" dirty="0">
                <a:latin typeface="Franklin Gothic Medium"/>
                <a:cs typeface="Franklin Gothic Medium"/>
              </a:rPr>
              <a:t> </a:t>
            </a:r>
            <a:r>
              <a:rPr sz="2200" spc="-5" dirty="0">
                <a:latin typeface="Franklin Gothic Medium"/>
                <a:cs typeface="Franklin Gothic Medium"/>
              </a:rPr>
              <a:t>been</a:t>
            </a:r>
            <a:r>
              <a:rPr sz="2200" spc="5" dirty="0">
                <a:latin typeface="Franklin Gothic Medium"/>
                <a:cs typeface="Franklin Gothic Medium"/>
              </a:rPr>
              <a:t> </a:t>
            </a:r>
            <a:r>
              <a:rPr sz="2200" spc="-5" dirty="0">
                <a:latin typeface="Franklin Gothic Medium"/>
                <a:cs typeface="Franklin Gothic Medium"/>
              </a:rPr>
              <a:t>arranged</a:t>
            </a:r>
            <a:r>
              <a:rPr sz="2200" spc="-10" dirty="0">
                <a:latin typeface="Franklin Gothic Medium"/>
                <a:cs typeface="Franklin Gothic Medium"/>
              </a:rPr>
              <a:t> </a:t>
            </a:r>
            <a:r>
              <a:rPr sz="2200" spc="-5" dirty="0">
                <a:latin typeface="Franklin Gothic Medium"/>
                <a:cs typeface="Franklin Gothic Medium"/>
              </a:rPr>
              <a:t>in</a:t>
            </a:r>
            <a:r>
              <a:rPr sz="2200" dirty="0">
                <a:latin typeface="Franklin Gothic Medium"/>
                <a:cs typeface="Franklin Gothic Medium"/>
              </a:rPr>
              <a:t> </a:t>
            </a:r>
            <a:r>
              <a:rPr sz="2200" spc="-5" dirty="0">
                <a:latin typeface="Franklin Gothic Medium"/>
                <a:cs typeface="Franklin Gothic Medium"/>
              </a:rPr>
              <a:t>a</a:t>
            </a:r>
            <a:r>
              <a:rPr sz="2200" spc="5" dirty="0">
                <a:latin typeface="Franklin Gothic Medium"/>
                <a:cs typeface="Franklin Gothic Medium"/>
              </a:rPr>
              <a:t> </a:t>
            </a:r>
            <a:r>
              <a:rPr sz="2200" dirty="0">
                <a:latin typeface="Franklin Gothic Medium"/>
                <a:cs typeface="Franklin Gothic Medium"/>
              </a:rPr>
              <a:t>particular</a:t>
            </a:r>
            <a:r>
              <a:rPr sz="2200" spc="5" dirty="0">
                <a:latin typeface="Franklin Gothic Medium"/>
                <a:cs typeface="Franklin Gothic Medium"/>
              </a:rPr>
              <a:t> </a:t>
            </a:r>
            <a:r>
              <a:rPr sz="2200" spc="-10" dirty="0">
                <a:latin typeface="Franklin Gothic Medium"/>
                <a:cs typeface="Franklin Gothic Medium"/>
              </a:rPr>
              <a:t>format.</a:t>
            </a:r>
            <a:endParaRPr sz="2200">
              <a:latin typeface="Franklin Gothic Medium"/>
              <a:cs typeface="Franklin Gothic Medium"/>
            </a:endParaRPr>
          </a:p>
        </p:txBody>
      </p:sp>
      <p:sp>
        <p:nvSpPr>
          <p:cNvPr id="4" name="object 4"/>
          <p:cNvSpPr txBox="1"/>
          <p:nvPr/>
        </p:nvSpPr>
        <p:spPr>
          <a:xfrm>
            <a:off x="605739" y="1955190"/>
            <a:ext cx="5880100" cy="3440429"/>
          </a:xfrm>
          <a:prstGeom prst="rect">
            <a:avLst/>
          </a:prstGeom>
        </p:spPr>
        <p:txBody>
          <a:bodyPr vert="horz" wrap="square" lIns="0" tIns="12700" rIns="0" bIns="0" rtlCol="0">
            <a:spAutoFit/>
          </a:bodyPr>
          <a:lstStyle/>
          <a:p>
            <a:pPr marL="12700" marR="2748280">
              <a:lnSpc>
                <a:spcPct val="150100"/>
              </a:lnSpc>
              <a:spcBef>
                <a:spcPts val="100"/>
              </a:spcBef>
            </a:pPr>
            <a:r>
              <a:rPr sz="2200" dirty="0">
                <a:solidFill>
                  <a:srgbClr val="000099"/>
                </a:solidFill>
                <a:latin typeface="Franklin Gothic Medium"/>
                <a:cs typeface="Franklin Gothic Medium"/>
              </a:rPr>
              <a:t>Inputting</a:t>
            </a:r>
            <a:r>
              <a:rPr sz="2200" spc="-6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integer</a:t>
            </a:r>
            <a:r>
              <a:rPr sz="2200" spc="-7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numbers </a:t>
            </a:r>
            <a:r>
              <a:rPr sz="2200" spc="-535" dirty="0">
                <a:solidFill>
                  <a:srgbClr val="000099"/>
                </a:solidFill>
                <a:latin typeface="Franklin Gothic Medium"/>
                <a:cs typeface="Franklin Gothic Medium"/>
              </a:rPr>
              <a:t> </a:t>
            </a:r>
            <a:r>
              <a:rPr sz="2200" dirty="0">
                <a:solidFill>
                  <a:srgbClr val="FF0000"/>
                </a:solidFill>
                <a:latin typeface="Franklin Gothic Medium"/>
                <a:cs typeface="Franklin Gothic Medium"/>
              </a:rPr>
              <a:t>Example:</a:t>
            </a:r>
            <a:endParaRPr sz="2200">
              <a:latin typeface="Franklin Gothic Medium"/>
              <a:cs typeface="Franklin Gothic Medium"/>
            </a:endParaRPr>
          </a:p>
          <a:p>
            <a:pPr marL="12700" marR="3703954">
              <a:lnSpc>
                <a:spcPct val="100000"/>
              </a:lnSpc>
              <a:spcBef>
                <a:spcPts val="480"/>
              </a:spcBef>
            </a:pP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spc="-5" dirty="0">
                <a:latin typeface="Franklin Gothic Medium"/>
                <a:cs typeface="Franklin Gothic Medium"/>
              </a:rPr>
              <a:t> </a:t>
            </a:r>
            <a:r>
              <a:rPr sz="2200" spc="-10" dirty="0">
                <a:latin typeface="Franklin Gothic Medium"/>
                <a:cs typeface="Franklin Gothic Medium"/>
              </a:rPr>
              <a:t>main()</a:t>
            </a:r>
            <a:endParaRPr sz="2200">
              <a:latin typeface="Franklin Gothic Medium"/>
              <a:cs typeface="Franklin Gothic Medium"/>
            </a:endParaRPr>
          </a:p>
          <a:p>
            <a:pPr marL="12700">
              <a:lnSpc>
                <a:spcPct val="100000"/>
              </a:lnSpc>
            </a:pPr>
            <a:r>
              <a:rPr sz="2200" spc="-5" dirty="0">
                <a:latin typeface="Franklin Gothic Medium"/>
                <a:cs typeface="Franklin Gothic Medium"/>
              </a:rPr>
              <a:t>{</a:t>
            </a:r>
            <a:endParaRPr sz="2200">
              <a:latin typeface="Franklin Gothic Medium"/>
              <a:cs typeface="Franklin Gothic Medium"/>
            </a:endParaRPr>
          </a:p>
          <a:p>
            <a:pPr marL="469900">
              <a:lnSpc>
                <a:spcPct val="100000"/>
              </a:lnSpc>
            </a:pPr>
            <a:r>
              <a:rPr sz="2200" spc="-5" dirty="0">
                <a:latin typeface="Franklin Gothic Medium"/>
                <a:cs typeface="Franklin Gothic Medium"/>
              </a:rPr>
              <a:t>int</a:t>
            </a:r>
            <a:r>
              <a:rPr sz="2200" spc="-30" dirty="0">
                <a:latin typeface="Franklin Gothic Medium"/>
                <a:cs typeface="Franklin Gothic Medium"/>
              </a:rPr>
              <a:t> </a:t>
            </a:r>
            <a:r>
              <a:rPr sz="2200" spc="5" dirty="0">
                <a:latin typeface="Franklin Gothic Medium"/>
                <a:cs typeface="Franklin Gothic Medium"/>
              </a:rPr>
              <a:t>num1,</a:t>
            </a:r>
            <a:r>
              <a:rPr sz="2200" spc="-25" dirty="0">
                <a:latin typeface="Franklin Gothic Medium"/>
                <a:cs typeface="Franklin Gothic Medium"/>
              </a:rPr>
              <a:t> </a:t>
            </a:r>
            <a:r>
              <a:rPr sz="2200" spc="-5" dirty="0">
                <a:latin typeface="Franklin Gothic Medium"/>
                <a:cs typeface="Franklin Gothic Medium"/>
              </a:rPr>
              <a:t>num2;</a:t>
            </a:r>
            <a:endParaRPr sz="2200">
              <a:latin typeface="Franklin Gothic Medium"/>
              <a:cs typeface="Franklin Gothic Medium"/>
            </a:endParaRPr>
          </a:p>
          <a:p>
            <a:pPr marL="469900" marR="1085215">
              <a:lnSpc>
                <a:spcPct val="100000"/>
              </a:lnSpc>
            </a:pPr>
            <a:r>
              <a:rPr sz="2200" spc="-10" dirty="0">
                <a:latin typeface="Franklin Gothic Medium"/>
                <a:cs typeface="Franklin Gothic Medium"/>
              </a:rPr>
              <a:t>printf("Enter</a:t>
            </a:r>
            <a:r>
              <a:rPr sz="2200" spc="5" dirty="0">
                <a:latin typeface="Franklin Gothic Medium"/>
                <a:cs typeface="Franklin Gothic Medium"/>
              </a:rPr>
              <a:t> </a:t>
            </a:r>
            <a:r>
              <a:rPr sz="2200" spc="-5" dirty="0">
                <a:latin typeface="Franklin Gothic Medium"/>
                <a:cs typeface="Franklin Gothic Medium"/>
              </a:rPr>
              <a:t>2 </a:t>
            </a:r>
            <a:r>
              <a:rPr sz="2200" dirty="0">
                <a:latin typeface="Franklin Gothic Medium"/>
                <a:cs typeface="Franklin Gothic Medium"/>
              </a:rPr>
              <a:t>numbers\n"); </a:t>
            </a:r>
            <a:r>
              <a:rPr sz="2200" spc="5" dirty="0">
                <a:latin typeface="Franklin Gothic Medium"/>
                <a:cs typeface="Franklin Gothic Medium"/>
              </a:rPr>
              <a:t> </a:t>
            </a:r>
            <a:r>
              <a:rPr sz="2200" spc="-10" dirty="0">
                <a:latin typeface="Franklin Gothic Medium"/>
                <a:cs typeface="Franklin Gothic Medium"/>
              </a:rPr>
              <a:t>scanf</a:t>
            </a:r>
            <a:r>
              <a:rPr sz="2200" spc="-10" dirty="0">
                <a:solidFill>
                  <a:srgbClr val="FF0000"/>
                </a:solidFill>
                <a:latin typeface="Franklin Gothic Medium"/>
                <a:cs typeface="Franklin Gothic Medium"/>
              </a:rPr>
              <a:t>("%2d</a:t>
            </a:r>
            <a:r>
              <a:rPr sz="2200" spc="25" dirty="0">
                <a:solidFill>
                  <a:srgbClr val="FF0000"/>
                </a:solidFill>
                <a:latin typeface="Franklin Gothic Medium"/>
                <a:cs typeface="Franklin Gothic Medium"/>
              </a:rPr>
              <a:t> </a:t>
            </a:r>
            <a:r>
              <a:rPr sz="2200" spc="-10" dirty="0">
                <a:solidFill>
                  <a:srgbClr val="FF0000"/>
                </a:solidFill>
                <a:latin typeface="Franklin Gothic Medium"/>
                <a:cs typeface="Franklin Gothic Medium"/>
              </a:rPr>
              <a:t>%5d",</a:t>
            </a:r>
            <a:r>
              <a:rPr sz="2200" spc="20" dirty="0">
                <a:solidFill>
                  <a:srgbClr val="FF0000"/>
                </a:solidFill>
                <a:latin typeface="Franklin Gothic Medium"/>
                <a:cs typeface="Franklin Gothic Medium"/>
              </a:rPr>
              <a:t> </a:t>
            </a:r>
            <a:r>
              <a:rPr sz="2200" dirty="0">
                <a:latin typeface="Franklin Gothic Medium"/>
                <a:cs typeface="Franklin Gothic Medium"/>
              </a:rPr>
              <a:t>&amp;num1,</a:t>
            </a:r>
            <a:r>
              <a:rPr sz="2200" spc="5" dirty="0">
                <a:latin typeface="Franklin Gothic Medium"/>
                <a:cs typeface="Franklin Gothic Medium"/>
              </a:rPr>
              <a:t> </a:t>
            </a:r>
            <a:r>
              <a:rPr sz="2200" spc="-5" dirty="0">
                <a:latin typeface="Franklin Gothic Medium"/>
                <a:cs typeface="Franklin Gothic Medium"/>
              </a:rPr>
              <a:t>&amp;num2);</a:t>
            </a:r>
            <a:endParaRPr sz="2200">
              <a:latin typeface="Franklin Gothic Medium"/>
              <a:cs typeface="Franklin Gothic Medium"/>
            </a:endParaRPr>
          </a:p>
          <a:p>
            <a:pPr marL="469900">
              <a:lnSpc>
                <a:spcPct val="100000"/>
              </a:lnSpc>
              <a:tabLst>
                <a:tab pos="2745105" algn="l"/>
              </a:tabLst>
            </a:pPr>
            <a:r>
              <a:rPr sz="2200" spc="-5" dirty="0">
                <a:latin typeface="Franklin Gothic Medium"/>
                <a:cs typeface="Franklin Gothic Medium"/>
              </a:rPr>
              <a:t>printf("num1=%d	</a:t>
            </a:r>
            <a:r>
              <a:rPr sz="2200" dirty="0">
                <a:latin typeface="Franklin Gothic Medium"/>
                <a:cs typeface="Franklin Gothic Medium"/>
              </a:rPr>
              <a:t>num2=%d",num1,</a:t>
            </a:r>
            <a:r>
              <a:rPr sz="2200" spc="-45" dirty="0">
                <a:latin typeface="Franklin Gothic Medium"/>
                <a:cs typeface="Franklin Gothic Medium"/>
              </a:rPr>
              <a:t> </a:t>
            </a:r>
            <a:r>
              <a:rPr sz="2200" spc="-5" dirty="0">
                <a:latin typeface="Franklin Gothic Medium"/>
                <a:cs typeface="Franklin Gothic Medium"/>
              </a:rPr>
              <a:t>num2);</a:t>
            </a:r>
            <a:endParaRPr sz="2200">
              <a:latin typeface="Franklin Gothic Medium"/>
              <a:cs typeface="Franklin Gothic Medium"/>
            </a:endParaRPr>
          </a:p>
        </p:txBody>
      </p:sp>
      <p:sp>
        <p:nvSpPr>
          <p:cNvPr id="5" name="object 5"/>
          <p:cNvSpPr txBox="1"/>
          <p:nvPr/>
        </p:nvSpPr>
        <p:spPr>
          <a:xfrm>
            <a:off x="605739" y="5370372"/>
            <a:ext cx="107314"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a:t>
            </a:r>
            <a:endParaRPr sz="2200">
              <a:latin typeface="Franklin Gothic Medium"/>
              <a:cs typeface="Franklin Gothic Medium"/>
            </a:endParaRPr>
          </a:p>
        </p:txBody>
      </p:sp>
      <p:sp>
        <p:nvSpPr>
          <p:cNvPr id="6" name="object 6"/>
          <p:cNvSpPr txBox="1"/>
          <p:nvPr/>
        </p:nvSpPr>
        <p:spPr>
          <a:xfrm>
            <a:off x="7908035" y="2567939"/>
            <a:ext cx="3342640" cy="2862580"/>
          </a:xfrm>
          <a:prstGeom prst="rect">
            <a:avLst/>
          </a:prstGeom>
          <a:ln w="9525">
            <a:solidFill>
              <a:srgbClr val="000000"/>
            </a:solidFill>
          </a:ln>
        </p:spPr>
        <p:txBody>
          <a:bodyPr vert="horz" wrap="square" lIns="0" tIns="39370" rIns="0" bIns="0" rtlCol="0">
            <a:spAutoFit/>
          </a:bodyPr>
          <a:lstStyle/>
          <a:p>
            <a:pPr marL="91440">
              <a:lnSpc>
                <a:spcPct val="100000"/>
              </a:lnSpc>
              <a:spcBef>
                <a:spcPts val="310"/>
              </a:spcBef>
            </a:pPr>
            <a:r>
              <a:rPr sz="2000" dirty="0">
                <a:solidFill>
                  <a:srgbClr val="FF0000"/>
                </a:solidFill>
                <a:latin typeface="Franklin Gothic Medium"/>
                <a:cs typeface="Franklin Gothic Medium"/>
              </a:rPr>
              <a:t>Run1</a:t>
            </a:r>
            <a:endParaRPr sz="2000">
              <a:latin typeface="Franklin Gothic Medium"/>
              <a:cs typeface="Franklin Gothic Medium"/>
            </a:endParaRPr>
          </a:p>
          <a:p>
            <a:pPr marL="91440">
              <a:lnSpc>
                <a:spcPct val="100000"/>
              </a:lnSpc>
            </a:pPr>
            <a:r>
              <a:rPr sz="2000" spc="-5" dirty="0">
                <a:latin typeface="Franklin Gothic Medium"/>
                <a:cs typeface="Franklin Gothic Medium"/>
              </a:rPr>
              <a:t>Enter</a:t>
            </a:r>
            <a:r>
              <a:rPr sz="2000" spc="-35" dirty="0">
                <a:latin typeface="Franklin Gothic Medium"/>
                <a:cs typeface="Franklin Gothic Medium"/>
              </a:rPr>
              <a:t> </a:t>
            </a:r>
            <a:r>
              <a:rPr sz="2000" dirty="0">
                <a:latin typeface="Franklin Gothic Medium"/>
                <a:cs typeface="Franklin Gothic Medium"/>
              </a:rPr>
              <a:t>2</a:t>
            </a:r>
            <a:r>
              <a:rPr sz="2000" spc="-25" dirty="0">
                <a:latin typeface="Franklin Gothic Medium"/>
                <a:cs typeface="Franklin Gothic Medium"/>
              </a:rPr>
              <a:t> </a:t>
            </a:r>
            <a:r>
              <a:rPr sz="2000" dirty="0">
                <a:latin typeface="Franklin Gothic Medium"/>
                <a:cs typeface="Franklin Gothic Medium"/>
              </a:rPr>
              <a:t>numbers</a:t>
            </a:r>
            <a:endParaRPr sz="2000">
              <a:latin typeface="Franklin Gothic Medium"/>
              <a:cs typeface="Franklin Gothic Medium"/>
            </a:endParaRPr>
          </a:p>
          <a:p>
            <a:pPr marL="91440">
              <a:lnSpc>
                <a:spcPct val="100000"/>
              </a:lnSpc>
            </a:pPr>
            <a:r>
              <a:rPr sz="2000" dirty="0">
                <a:latin typeface="Franklin Gothic Medium"/>
                <a:cs typeface="Franklin Gothic Medium"/>
              </a:rPr>
              <a:t>1235</a:t>
            </a:r>
            <a:r>
              <a:rPr sz="2000" spc="-40" dirty="0">
                <a:latin typeface="Franklin Gothic Medium"/>
                <a:cs typeface="Franklin Gothic Medium"/>
              </a:rPr>
              <a:t> </a:t>
            </a:r>
            <a:r>
              <a:rPr sz="2000" spc="-5" dirty="0">
                <a:latin typeface="Franklin Gothic Medium"/>
                <a:cs typeface="Franklin Gothic Medium"/>
              </a:rPr>
              <a:t>67</a:t>
            </a:r>
            <a:endParaRPr sz="2000">
              <a:latin typeface="Franklin Gothic Medium"/>
              <a:cs typeface="Franklin Gothic Medium"/>
            </a:endParaRPr>
          </a:p>
          <a:p>
            <a:pPr marL="91440">
              <a:lnSpc>
                <a:spcPct val="100000"/>
              </a:lnSpc>
              <a:tabLst>
                <a:tab pos="1377315" algn="l"/>
              </a:tabLst>
            </a:pPr>
            <a:r>
              <a:rPr sz="2000" dirty="0">
                <a:latin typeface="Franklin Gothic Medium"/>
                <a:cs typeface="Franklin Gothic Medium"/>
              </a:rPr>
              <a:t>num1=12	num2=35</a:t>
            </a:r>
            <a:endParaRPr sz="2000">
              <a:latin typeface="Franklin Gothic Medium"/>
              <a:cs typeface="Franklin Gothic Medium"/>
            </a:endParaRPr>
          </a:p>
          <a:p>
            <a:pPr>
              <a:lnSpc>
                <a:spcPct val="100000"/>
              </a:lnSpc>
              <a:spcBef>
                <a:spcPts val="20"/>
              </a:spcBef>
            </a:pPr>
            <a:endParaRPr sz="2100">
              <a:latin typeface="Franklin Gothic Medium"/>
              <a:cs typeface="Franklin Gothic Medium"/>
            </a:endParaRPr>
          </a:p>
          <a:p>
            <a:pPr marL="91440">
              <a:lnSpc>
                <a:spcPct val="100000"/>
              </a:lnSpc>
            </a:pPr>
            <a:r>
              <a:rPr sz="2000" dirty="0">
                <a:solidFill>
                  <a:srgbClr val="FF0000"/>
                </a:solidFill>
                <a:latin typeface="Franklin Gothic Medium"/>
                <a:cs typeface="Franklin Gothic Medium"/>
              </a:rPr>
              <a:t>Run2</a:t>
            </a:r>
            <a:endParaRPr sz="2000">
              <a:latin typeface="Franklin Gothic Medium"/>
              <a:cs typeface="Franklin Gothic Medium"/>
            </a:endParaRPr>
          </a:p>
          <a:p>
            <a:pPr marL="91440">
              <a:lnSpc>
                <a:spcPct val="100000"/>
              </a:lnSpc>
              <a:spcBef>
                <a:spcPts val="5"/>
              </a:spcBef>
            </a:pPr>
            <a:r>
              <a:rPr sz="2000" spc="-5" dirty="0">
                <a:latin typeface="Franklin Gothic Medium"/>
                <a:cs typeface="Franklin Gothic Medium"/>
              </a:rPr>
              <a:t>Enter</a:t>
            </a:r>
            <a:r>
              <a:rPr sz="2000" spc="-35" dirty="0">
                <a:latin typeface="Franklin Gothic Medium"/>
                <a:cs typeface="Franklin Gothic Medium"/>
              </a:rPr>
              <a:t> </a:t>
            </a:r>
            <a:r>
              <a:rPr sz="2000" dirty="0">
                <a:latin typeface="Franklin Gothic Medium"/>
                <a:cs typeface="Franklin Gothic Medium"/>
              </a:rPr>
              <a:t>2</a:t>
            </a:r>
            <a:r>
              <a:rPr sz="2000" spc="-25" dirty="0">
                <a:latin typeface="Franklin Gothic Medium"/>
                <a:cs typeface="Franklin Gothic Medium"/>
              </a:rPr>
              <a:t> </a:t>
            </a:r>
            <a:r>
              <a:rPr sz="2000" dirty="0">
                <a:latin typeface="Franklin Gothic Medium"/>
                <a:cs typeface="Franklin Gothic Medium"/>
              </a:rPr>
              <a:t>numbers</a:t>
            </a:r>
            <a:endParaRPr sz="2000">
              <a:latin typeface="Franklin Gothic Medium"/>
              <a:cs typeface="Franklin Gothic Medium"/>
            </a:endParaRPr>
          </a:p>
          <a:p>
            <a:pPr marL="91440">
              <a:lnSpc>
                <a:spcPct val="100000"/>
              </a:lnSpc>
            </a:pPr>
            <a:r>
              <a:rPr sz="2000" spc="-15" dirty="0">
                <a:latin typeface="Franklin Gothic Medium"/>
                <a:cs typeface="Franklin Gothic Medium"/>
              </a:rPr>
              <a:t>31426</a:t>
            </a:r>
            <a:r>
              <a:rPr sz="2000" spc="-40" dirty="0">
                <a:latin typeface="Franklin Gothic Medium"/>
                <a:cs typeface="Franklin Gothic Medium"/>
              </a:rPr>
              <a:t> </a:t>
            </a:r>
            <a:r>
              <a:rPr sz="2000" spc="-5" dirty="0">
                <a:latin typeface="Franklin Gothic Medium"/>
                <a:cs typeface="Franklin Gothic Medium"/>
              </a:rPr>
              <a:t>50</a:t>
            </a:r>
            <a:endParaRPr sz="2000">
              <a:latin typeface="Franklin Gothic Medium"/>
              <a:cs typeface="Franklin Gothic Medium"/>
            </a:endParaRPr>
          </a:p>
          <a:p>
            <a:pPr marL="91440">
              <a:lnSpc>
                <a:spcPct val="100000"/>
              </a:lnSpc>
              <a:tabLst>
                <a:tab pos="1367790" algn="l"/>
              </a:tabLst>
            </a:pPr>
            <a:r>
              <a:rPr sz="2000" spc="-10" dirty="0">
                <a:latin typeface="Franklin Gothic Medium"/>
                <a:cs typeface="Franklin Gothic Medium"/>
              </a:rPr>
              <a:t>num1=31	</a:t>
            </a:r>
            <a:r>
              <a:rPr sz="2000" dirty="0">
                <a:latin typeface="Franklin Gothic Medium"/>
                <a:cs typeface="Franklin Gothic Medium"/>
              </a:rPr>
              <a:t>num2=426</a:t>
            </a:r>
            <a:endParaRPr sz="2000">
              <a:latin typeface="Franklin Gothic Medium"/>
              <a:cs typeface="Franklin Gothic Medium"/>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graphicFrame>
        <p:nvGraphicFramePr>
          <p:cNvPr id="3" name="object 3"/>
          <p:cNvGraphicFramePr>
            <a:graphicFrameLocks noGrp="1"/>
          </p:cNvGraphicFramePr>
          <p:nvPr/>
        </p:nvGraphicFramePr>
        <p:xfrm>
          <a:off x="3313303" y="848360"/>
          <a:ext cx="5854700" cy="5305620"/>
        </p:xfrm>
        <a:graphic>
          <a:graphicData uri="http://schemas.openxmlformats.org/drawingml/2006/table">
            <a:tbl>
              <a:tblPr firstRow="1" bandRow="1">
                <a:tableStyleId>{2D5ABB26-0587-4C30-8999-92F81FD0307C}</a:tableStyleId>
              </a:tblPr>
              <a:tblGrid>
                <a:gridCol w="2927350">
                  <a:extLst>
                    <a:ext uri="{9D8B030D-6E8A-4147-A177-3AD203B41FA5}">
                      <a16:colId xmlns:a16="http://schemas.microsoft.com/office/drawing/2014/main" val="20000"/>
                    </a:ext>
                  </a:extLst>
                </a:gridCol>
                <a:gridCol w="2927350">
                  <a:extLst>
                    <a:ext uri="{9D8B030D-6E8A-4147-A177-3AD203B41FA5}">
                      <a16:colId xmlns:a16="http://schemas.microsoft.com/office/drawing/2014/main" val="20001"/>
                    </a:ext>
                  </a:extLst>
                </a:gridCol>
              </a:tblGrid>
              <a:tr h="372490">
                <a:tc>
                  <a:txBody>
                    <a:bodyPr/>
                    <a:lstStyle/>
                    <a:p>
                      <a:pPr marL="98425">
                        <a:lnSpc>
                          <a:spcPct val="100000"/>
                        </a:lnSpc>
                        <a:spcBef>
                          <a:spcPts val="340"/>
                        </a:spcBef>
                      </a:pPr>
                      <a:r>
                        <a:rPr sz="1800" dirty="0">
                          <a:solidFill>
                            <a:srgbClr val="000099"/>
                          </a:solidFill>
                          <a:latin typeface="Franklin Gothic Medium"/>
                          <a:cs typeface="Franklin Gothic Medium"/>
                        </a:rPr>
                        <a:t>Data</a:t>
                      </a:r>
                      <a:r>
                        <a:rPr sz="1800" spc="-65" dirty="0">
                          <a:solidFill>
                            <a:srgbClr val="000099"/>
                          </a:solidFill>
                          <a:latin typeface="Franklin Gothic Medium"/>
                          <a:cs typeface="Franklin Gothic Medium"/>
                        </a:rPr>
                        <a:t> </a:t>
                      </a:r>
                      <a:r>
                        <a:rPr sz="1800" spc="-20" dirty="0">
                          <a:solidFill>
                            <a:srgbClr val="000099"/>
                          </a:solidFill>
                          <a:latin typeface="Franklin Gothic Medium"/>
                          <a:cs typeface="Franklin Gothic Medium"/>
                        </a:rPr>
                        <a:t>Type</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spc="-5" dirty="0">
                          <a:solidFill>
                            <a:srgbClr val="000099"/>
                          </a:solidFill>
                          <a:latin typeface="Franklin Gothic Medium"/>
                          <a:cs typeface="Franklin Gothic Medium"/>
                        </a:rPr>
                        <a:t>Format</a:t>
                      </a:r>
                      <a:r>
                        <a:rPr sz="1800" spc="-80" dirty="0">
                          <a:solidFill>
                            <a:srgbClr val="000099"/>
                          </a:solidFill>
                          <a:latin typeface="Franklin Gothic Medium"/>
                          <a:cs typeface="Franklin Gothic Medium"/>
                        </a:rPr>
                        <a:t> </a:t>
                      </a:r>
                      <a:r>
                        <a:rPr sz="1800" dirty="0">
                          <a:solidFill>
                            <a:srgbClr val="000099"/>
                          </a:solidFill>
                          <a:latin typeface="Franklin Gothic Medium"/>
                          <a:cs typeface="Franklin Gothic Medium"/>
                        </a:rPr>
                        <a:t>Specifier</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2490">
                <a:tc>
                  <a:txBody>
                    <a:bodyPr/>
                    <a:lstStyle/>
                    <a:p>
                      <a:pPr marL="98425">
                        <a:lnSpc>
                          <a:spcPct val="100000"/>
                        </a:lnSpc>
                        <a:spcBef>
                          <a:spcPts val="340"/>
                        </a:spcBef>
                      </a:pPr>
                      <a:r>
                        <a:rPr sz="1800" dirty="0">
                          <a:latin typeface="Franklin Gothic Medium"/>
                          <a:cs typeface="Franklin Gothic Medium"/>
                        </a:rPr>
                        <a:t>int</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dirty="0">
                          <a:latin typeface="Franklin Gothic Medium"/>
                          <a:cs typeface="Franklin Gothic Medium"/>
                        </a:rPr>
                        <a:t>%d</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2363">
                <a:tc>
                  <a:txBody>
                    <a:bodyPr/>
                    <a:lstStyle/>
                    <a:p>
                      <a:pPr marL="98425">
                        <a:lnSpc>
                          <a:spcPct val="100000"/>
                        </a:lnSpc>
                        <a:spcBef>
                          <a:spcPts val="340"/>
                        </a:spcBef>
                      </a:pPr>
                      <a:r>
                        <a:rPr sz="1800" dirty="0">
                          <a:latin typeface="Franklin Gothic Medium"/>
                          <a:cs typeface="Franklin Gothic Medium"/>
                        </a:rPr>
                        <a:t>char</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dirty="0">
                          <a:latin typeface="Franklin Gothic Medium"/>
                          <a:cs typeface="Franklin Gothic Medium"/>
                        </a:rPr>
                        <a:t>%c</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2491">
                <a:tc>
                  <a:txBody>
                    <a:bodyPr/>
                    <a:lstStyle/>
                    <a:p>
                      <a:pPr marL="98425">
                        <a:lnSpc>
                          <a:spcPct val="100000"/>
                        </a:lnSpc>
                        <a:spcBef>
                          <a:spcPts val="340"/>
                        </a:spcBef>
                      </a:pPr>
                      <a:r>
                        <a:rPr sz="1800" spc="-5" dirty="0">
                          <a:latin typeface="Franklin Gothic Medium"/>
                          <a:cs typeface="Franklin Gothic Medium"/>
                        </a:rPr>
                        <a:t>float</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dirty="0">
                          <a:latin typeface="Franklin Gothic Medium"/>
                          <a:cs typeface="Franklin Gothic Medium"/>
                        </a:rPr>
                        <a:t>%f</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2363">
                <a:tc>
                  <a:txBody>
                    <a:bodyPr/>
                    <a:lstStyle/>
                    <a:p>
                      <a:pPr marL="98425">
                        <a:lnSpc>
                          <a:spcPct val="100000"/>
                        </a:lnSpc>
                        <a:spcBef>
                          <a:spcPts val="340"/>
                        </a:spcBef>
                      </a:pPr>
                      <a:r>
                        <a:rPr sz="1800" dirty="0">
                          <a:latin typeface="Franklin Gothic Medium"/>
                          <a:cs typeface="Franklin Gothic Medium"/>
                        </a:rPr>
                        <a:t>double</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spc="-5" dirty="0">
                          <a:latin typeface="Franklin Gothic Medium"/>
                          <a:cs typeface="Franklin Gothic Medium"/>
                        </a:rPr>
                        <a:t>%lf</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2490">
                <a:tc>
                  <a:txBody>
                    <a:bodyPr/>
                    <a:lstStyle/>
                    <a:p>
                      <a:pPr marL="98425">
                        <a:lnSpc>
                          <a:spcPct val="100000"/>
                        </a:lnSpc>
                        <a:spcBef>
                          <a:spcPts val="340"/>
                        </a:spcBef>
                      </a:pPr>
                      <a:r>
                        <a:rPr sz="1800" dirty="0">
                          <a:latin typeface="Franklin Gothic Medium"/>
                          <a:cs typeface="Franklin Gothic Medium"/>
                        </a:rPr>
                        <a:t>short</a:t>
                      </a:r>
                      <a:r>
                        <a:rPr sz="1800" spc="-4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spc="-5" dirty="0">
                          <a:latin typeface="Franklin Gothic Medium"/>
                          <a:cs typeface="Franklin Gothic Medium"/>
                        </a:rPr>
                        <a:t>%hd</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2363">
                <a:tc>
                  <a:txBody>
                    <a:bodyPr/>
                    <a:lstStyle/>
                    <a:p>
                      <a:pPr marL="98425">
                        <a:lnSpc>
                          <a:spcPct val="100000"/>
                        </a:lnSpc>
                        <a:spcBef>
                          <a:spcPts val="345"/>
                        </a:spcBef>
                      </a:pPr>
                      <a:r>
                        <a:rPr sz="1800" dirty="0">
                          <a:latin typeface="Franklin Gothic Medium"/>
                          <a:cs typeface="Franklin Gothic Medium"/>
                        </a:rPr>
                        <a:t>unsigned</a:t>
                      </a:r>
                      <a:r>
                        <a:rPr sz="1800" spc="-3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dirty="0">
                          <a:latin typeface="Franklin Gothic Medium"/>
                          <a:cs typeface="Franklin Gothic Medium"/>
                        </a:rPr>
                        <a:t>%u</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2491">
                <a:tc>
                  <a:txBody>
                    <a:bodyPr/>
                    <a:lstStyle/>
                    <a:p>
                      <a:pPr marL="98425">
                        <a:lnSpc>
                          <a:spcPct val="100000"/>
                        </a:lnSpc>
                        <a:spcBef>
                          <a:spcPts val="345"/>
                        </a:spcBef>
                      </a:pPr>
                      <a:r>
                        <a:rPr sz="1800" dirty="0">
                          <a:latin typeface="Franklin Gothic Medium"/>
                          <a:cs typeface="Franklin Gothic Medium"/>
                        </a:rPr>
                        <a:t>long</a:t>
                      </a:r>
                      <a:r>
                        <a:rPr sz="1800" spc="-5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spc="-5" dirty="0">
                          <a:latin typeface="Franklin Gothic Medium"/>
                          <a:cs typeface="Franklin Gothic Medium"/>
                        </a:rPr>
                        <a:t>%li</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72491">
                <a:tc>
                  <a:txBody>
                    <a:bodyPr/>
                    <a:lstStyle/>
                    <a:p>
                      <a:pPr marL="98425">
                        <a:lnSpc>
                          <a:spcPct val="100000"/>
                        </a:lnSpc>
                        <a:spcBef>
                          <a:spcPts val="345"/>
                        </a:spcBef>
                      </a:pPr>
                      <a:r>
                        <a:rPr sz="1800" dirty="0">
                          <a:latin typeface="Franklin Gothic Medium"/>
                          <a:cs typeface="Franklin Gothic Medium"/>
                        </a:rPr>
                        <a:t>long</a:t>
                      </a:r>
                      <a:r>
                        <a:rPr sz="1800" spc="-40" dirty="0">
                          <a:latin typeface="Franklin Gothic Medium"/>
                          <a:cs typeface="Franklin Gothic Medium"/>
                        </a:rPr>
                        <a:t> </a:t>
                      </a:r>
                      <a:r>
                        <a:rPr sz="1800" dirty="0">
                          <a:latin typeface="Franklin Gothic Medium"/>
                          <a:cs typeface="Franklin Gothic Medium"/>
                        </a:rPr>
                        <a:t>long</a:t>
                      </a:r>
                      <a:r>
                        <a:rPr sz="1800" spc="-30"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spc="-5" dirty="0">
                          <a:latin typeface="Franklin Gothic Medium"/>
                          <a:cs typeface="Franklin Gothic Medium"/>
                        </a:rPr>
                        <a:t>%lli</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72363">
                <a:tc>
                  <a:txBody>
                    <a:bodyPr/>
                    <a:lstStyle/>
                    <a:p>
                      <a:pPr marL="98425">
                        <a:lnSpc>
                          <a:spcPct val="100000"/>
                        </a:lnSpc>
                        <a:spcBef>
                          <a:spcPts val="340"/>
                        </a:spcBef>
                      </a:pPr>
                      <a:r>
                        <a:rPr sz="1800" dirty="0">
                          <a:latin typeface="Franklin Gothic Medium"/>
                          <a:cs typeface="Franklin Gothic Medium"/>
                        </a:rPr>
                        <a:t>unsigned</a:t>
                      </a:r>
                      <a:r>
                        <a:rPr sz="1800" spc="-25" dirty="0">
                          <a:latin typeface="Franklin Gothic Medium"/>
                          <a:cs typeface="Franklin Gothic Medium"/>
                        </a:rPr>
                        <a:t> </a:t>
                      </a:r>
                      <a:r>
                        <a:rPr sz="1800" dirty="0">
                          <a:latin typeface="Franklin Gothic Medium"/>
                          <a:cs typeface="Franklin Gothic Medium"/>
                        </a:rPr>
                        <a:t>long</a:t>
                      </a:r>
                      <a:r>
                        <a:rPr sz="1800" spc="-3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0"/>
                        </a:spcBef>
                      </a:pPr>
                      <a:r>
                        <a:rPr sz="1800" spc="-5" dirty="0">
                          <a:latin typeface="Franklin Gothic Medium"/>
                          <a:cs typeface="Franklin Gothic Medium"/>
                        </a:rPr>
                        <a:t>%lu</a:t>
                      </a:r>
                      <a:endParaRPr sz="1800">
                        <a:latin typeface="Franklin Gothic Medium"/>
                        <a:cs typeface="Franklin Gothic Medium"/>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463931">
                <a:tc>
                  <a:txBody>
                    <a:bodyPr/>
                    <a:lstStyle/>
                    <a:p>
                      <a:pPr marL="98425">
                        <a:lnSpc>
                          <a:spcPct val="100000"/>
                        </a:lnSpc>
                        <a:spcBef>
                          <a:spcPts val="705"/>
                        </a:spcBef>
                      </a:pPr>
                      <a:r>
                        <a:rPr sz="1800" dirty="0">
                          <a:latin typeface="Franklin Gothic Medium"/>
                          <a:cs typeface="Franklin Gothic Medium"/>
                        </a:rPr>
                        <a:t>unsigned</a:t>
                      </a:r>
                      <a:r>
                        <a:rPr sz="1800" spc="-15" dirty="0">
                          <a:latin typeface="Franklin Gothic Medium"/>
                          <a:cs typeface="Franklin Gothic Medium"/>
                        </a:rPr>
                        <a:t> </a:t>
                      </a:r>
                      <a:r>
                        <a:rPr sz="1800" dirty="0">
                          <a:latin typeface="Franklin Gothic Medium"/>
                          <a:cs typeface="Franklin Gothic Medium"/>
                        </a:rPr>
                        <a:t>long</a:t>
                      </a:r>
                      <a:r>
                        <a:rPr sz="1800" spc="-30" dirty="0">
                          <a:latin typeface="Franklin Gothic Medium"/>
                          <a:cs typeface="Franklin Gothic Medium"/>
                        </a:rPr>
                        <a:t> </a:t>
                      </a:r>
                      <a:r>
                        <a:rPr sz="1800" dirty="0">
                          <a:latin typeface="Franklin Gothic Medium"/>
                          <a:cs typeface="Franklin Gothic Medium"/>
                        </a:rPr>
                        <a:t>long</a:t>
                      </a:r>
                      <a:r>
                        <a:rPr sz="1800" spc="-25" dirty="0">
                          <a:latin typeface="Franklin Gothic Medium"/>
                          <a:cs typeface="Franklin Gothic Medium"/>
                        </a:rPr>
                        <a:t> </a:t>
                      </a:r>
                      <a:r>
                        <a:rPr sz="1800" dirty="0">
                          <a:latin typeface="Franklin Gothic Medium"/>
                          <a:cs typeface="Franklin Gothic Medium"/>
                        </a:rPr>
                        <a:t>int</a:t>
                      </a:r>
                      <a:endParaRPr sz="1800">
                        <a:latin typeface="Franklin Gothic Medium"/>
                        <a:cs typeface="Franklin Gothic Medium"/>
                      </a:endParaRPr>
                    </a:p>
                  </a:txBody>
                  <a:tcPr marL="0" marR="0" marT="895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705"/>
                        </a:spcBef>
                      </a:pPr>
                      <a:r>
                        <a:rPr sz="1800" spc="-5" dirty="0">
                          <a:latin typeface="Franklin Gothic Medium"/>
                          <a:cs typeface="Franklin Gothic Medium"/>
                        </a:rPr>
                        <a:t>%llu</a:t>
                      </a:r>
                      <a:endParaRPr sz="1800">
                        <a:latin typeface="Franklin Gothic Medium"/>
                        <a:cs typeface="Franklin Gothic Medium"/>
                      </a:endParaRPr>
                    </a:p>
                  </a:txBody>
                  <a:tcPr marL="0" marR="0" marT="895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372363">
                <a:tc>
                  <a:txBody>
                    <a:bodyPr/>
                    <a:lstStyle/>
                    <a:p>
                      <a:pPr marL="98425">
                        <a:lnSpc>
                          <a:spcPct val="100000"/>
                        </a:lnSpc>
                        <a:spcBef>
                          <a:spcPts val="345"/>
                        </a:spcBef>
                      </a:pPr>
                      <a:r>
                        <a:rPr sz="1800" spc="-5" dirty="0">
                          <a:latin typeface="Franklin Gothic Medium"/>
                          <a:cs typeface="Franklin Gothic Medium"/>
                        </a:rPr>
                        <a:t>signed</a:t>
                      </a:r>
                      <a:r>
                        <a:rPr sz="1800" spc="-35" dirty="0">
                          <a:latin typeface="Franklin Gothic Medium"/>
                          <a:cs typeface="Franklin Gothic Medium"/>
                        </a:rPr>
                        <a:t> </a:t>
                      </a:r>
                      <a:r>
                        <a:rPr sz="1800" dirty="0">
                          <a:latin typeface="Franklin Gothic Medium"/>
                          <a:cs typeface="Franklin Gothic Medium"/>
                        </a:rPr>
                        <a:t>char</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dirty="0">
                          <a:latin typeface="Franklin Gothic Medium"/>
                          <a:cs typeface="Franklin Gothic Medium"/>
                        </a:rPr>
                        <a:t>%c</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372491">
                <a:tc>
                  <a:txBody>
                    <a:bodyPr/>
                    <a:lstStyle/>
                    <a:p>
                      <a:pPr marL="98425">
                        <a:lnSpc>
                          <a:spcPct val="100000"/>
                        </a:lnSpc>
                        <a:spcBef>
                          <a:spcPts val="345"/>
                        </a:spcBef>
                      </a:pPr>
                      <a:r>
                        <a:rPr sz="1800" dirty="0">
                          <a:latin typeface="Franklin Gothic Medium"/>
                          <a:cs typeface="Franklin Gothic Medium"/>
                        </a:rPr>
                        <a:t>unsigned</a:t>
                      </a:r>
                      <a:r>
                        <a:rPr sz="1800" spc="-30" dirty="0">
                          <a:latin typeface="Franklin Gothic Medium"/>
                          <a:cs typeface="Franklin Gothic Medium"/>
                        </a:rPr>
                        <a:t> </a:t>
                      </a:r>
                      <a:r>
                        <a:rPr sz="1800" dirty="0">
                          <a:latin typeface="Franklin Gothic Medium"/>
                          <a:cs typeface="Franklin Gothic Medium"/>
                        </a:rPr>
                        <a:t>char</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dirty="0">
                          <a:latin typeface="Franklin Gothic Medium"/>
                          <a:cs typeface="Franklin Gothic Medium"/>
                        </a:rPr>
                        <a:t>%c</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2"/>
                  </a:ext>
                </a:extLst>
              </a:tr>
              <a:tr h="372440">
                <a:tc>
                  <a:txBody>
                    <a:bodyPr/>
                    <a:lstStyle/>
                    <a:p>
                      <a:pPr marL="98425">
                        <a:lnSpc>
                          <a:spcPct val="100000"/>
                        </a:lnSpc>
                        <a:spcBef>
                          <a:spcPts val="345"/>
                        </a:spcBef>
                      </a:pPr>
                      <a:r>
                        <a:rPr sz="1800" dirty="0">
                          <a:latin typeface="Franklin Gothic Medium"/>
                          <a:cs typeface="Franklin Gothic Medium"/>
                        </a:rPr>
                        <a:t>long</a:t>
                      </a:r>
                      <a:r>
                        <a:rPr sz="1800" spc="-55" dirty="0">
                          <a:latin typeface="Franklin Gothic Medium"/>
                          <a:cs typeface="Franklin Gothic Medium"/>
                        </a:rPr>
                        <a:t> </a:t>
                      </a:r>
                      <a:r>
                        <a:rPr sz="1800" dirty="0">
                          <a:latin typeface="Franklin Gothic Medium"/>
                          <a:cs typeface="Franklin Gothic Medium"/>
                        </a:rPr>
                        <a:t>double</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45"/>
                        </a:spcBef>
                      </a:pPr>
                      <a:r>
                        <a:rPr sz="1800" dirty="0">
                          <a:latin typeface="Franklin Gothic Medium"/>
                          <a:cs typeface="Franklin Gothic Medium"/>
                        </a:rPr>
                        <a:t>%Lf</a:t>
                      </a:r>
                      <a:endParaRPr sz="1800">
                        <a:latin typeface="Franklin Gothic Medium"/>
                        <a:cs typeface="Franklin Gothic Medium"/>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
        <p:nvSpPr>
          <p:cNvPr id="3" name="object 3"/>
          <p:cNvSpPr txBox="1"/>
          <p:nvPr/>
        </p:nvSpPr>
        <p:spPr>
          <a:xfrm>
            <a:off x="645363" y="1188466"/>
            <a:ext cx="4780915" cy="695960"/>
          </a:xfrm>
          <a:prstGeom prst="rect">
            <a:avLst/>
          </a:prstGeom>
        </p:spPr>
        <p:txBody>
          <a:bodyPr vert="horz" wrap="square" lIns="0" tIns="12065" rIns="0" bIns="0" rtlCol="0">
            <a:spAutoFit/>
          </a:bodyPr>
          <a:lstStyle/>
          <a:p>
            <a:pPr marL="12700">
              <a:lnSpc>
                <a:spcPct val="100000"/>
              </a:lnSpc>
              <a:spcBef>
                <a:spcPts val="95"/>
              </a:spcBef>
              <a:tabLst>
                <a:tab pos="469265" algn="l"/>
              </a:tabLst>
            </a:pPr>
            <a:r>
              <a:rPr sz="2200" dirty="0">
                <a:solidFill>
                  <a:srgbClr val="C00000"/>
                </a:solidFill>
                <a:latin typeface="Franklin Gothic Medium"/>
                <a:cs typeface="Franklin Gothic Medium"/>
              </a:rPr>
              <a:t>d)	</a:t>
            </a:r>
            <a:r>
              <a:rPr sz="2200" spc="-10" dirty="0">
                <a:solidFill>
                  <a:srgbClr val="C00000"/>
                </a:solidFill>
                <a:latin typeface="Franklin Gothic Medium"/>
                <a:cs typeface="Franklin Gothic Medium"/>
              </a:rPr>
              <a:t>Formatted</a:t>
            </a:r>
            <a:r>
              <a:rPr sz="2200" spc="-7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output:</a:t>
            </a:r>
            <a:endParaRPr sz="2200">
              <a:latin typeface="Franklin Gothic Medium"/>
              <a:cs typeface="Franklin Gothic Medium"/>
            </a:endParaRPr>
          </a:p>
          <a:p>
            <a:pPr marL="469900">
              <a:lnSpc>
                <a:spcPct val="100000"/>
              </a:lnSpc>
            </a:pPr>
            <a:r>
              <a:rPr sz="2200" spc="-5" dirty="0">
                <a:latin typeface="Franklin Gothic Medium"/>
                <a:cs typeface="Franklin Gothic Medium"/>
              </a:rPr>
              <a:t>printf()</a:t>
            </a:r>
            <a:r>
              <a:rPr sz="2200" spc="5"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used</a:t>
            </a:r>
            <a:r>
              <a:rPr sz="2200" spc="5" dirty="0">
                <a:latin typeface="Franklin Gothic Medium"/>
                <a:cs typeface="Franklin Gothic Medium"/>
              </a:rPr>
              <a:t> </a:t>
            </a:r>
            <a:r>
              <a:rPr sz="2200" spc="-10" dirty="0">
                <a:latin typeface="Franklin Gothic Medium"/>
                <a:cs typeface="Franklin Gothic Medium"/>
              </a:rPr>
              <a:t>for</a:t>
            </a:r>
            <a:r>
              <a:rPr sz="2200" spc="5" dirty="0">
                <a:latin typeface="Franklin Gothic Medium"/>
                <a:cs typeface="Franklin Gothic Medium"/>
              </a:rPr>
              <a:t> </a:t>
            </a:r>
            <a:r>
              <a:rPr sz="2200" spc="-10" dirty="0">
                <a:latin typeface="Franklin Gothic Medium"/>
                <a:cs typeface="Franklin Gothic Medium"/>
              </a:rPr>
              <a:t>formatted</a:t>
            </a:r>
            <a:r>
              <a:rPr sz="2200" spc="15" dirty="0">
                <a:latin typeface="Franklin Gothic Medium"/>
                <a:cs typeface="Franklin Gothic Medium"/>
              </a:rPr>
              <a:t> </a:t>
            </a:r>
            <a:r>
              <a:rPr sz="2200" spc="-5" dirty="0">
                <a:latin typeface="Franklin Gothic Medium"/>
                <a:cs typeface="Franklin Gothic Medium"/>
              </a:rPr>
              <a:t>output.</a:t>
            </a:r>
            <a:endParaRPr sz="2200">
              <a:latin typeface="Franklin Gothic Medium"/>
              <a:cs typeface="Franklin Gothic Medium"/>
            </a:endParaRPr>
          </a:p>
        </p:txBody>
      </p:sp>
      <p:sp>
        <p:nvSpPr>
          <p:cNvPr id="4" name="object 4"/>
          <p:cNvSpPr txBox="1"/>
          <p:nvPr/>
        </p:nvSpPr>
        <p:spPr>
          <a:xfrm>
            <a:off x="645363" y="2194686"/>
            <a:ext cx="112776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a:t>
            </a:r>
            <a:r>
              <a:rPr sz="2200" spc="-10" dirty="0">
                <a:solidFill>
                  <a:srgbClr val="000099"/>
                </a:solidFill>
                <a:latin typeface="Franklin Gothic Medium"/>
                <a:cs typeface="Franklin Gothic Medium"/>
              </a:rPr>
              <a:t>x</a:t>
            </a:r>
            <a:r>
              <a:rPr sz="2200" spc="5" dirty="0">
                <a:solidFill>
                  <a:srgbClr val="000099"/>
                </a:solidFill>
                <a:latin typeface="Franklin Gothic Medium"/>
                <a:cs typeface="Franklin Gothic Medium"/>
              </a:rPr>
              <a:t>a</a:t>
            </a:r>
            <a:r>
              <a:rPr sz="2200" dirty="0">
                <a:solidFill>
                  <a:srgbClr val="000099"/>
                </a:solidFill>
                <a:latin typeface="Franklin Gothic Medium"/>
                <a:cs typeface="Franklin Gothic Medium"/>
              </a:rPr>
              <a:t>m</a:t>
            </a:r>
            <a:r>
              <a:rPr sz="2200" spc="-5" dirty="0">
                <a:solidFill>
                  <a:srgbClr val="000099"/>
                </a:solidFill>
                <a:latin typeface="Franklin Gothic Medium"/>
                <a:cs typeface="Franklin Gothic Medium"/>
              </a:rPr>
              <a:t>pl</a:t>
            </a:r>
            <a:r>
              <a:rPr sz="2200" dirty="0">
                <a:solidFill>
                  <a:srgbClr val="000099"/>
                </a:solidFill>
                <a:latin typeface="Franklin Gothic Medium"/>
                <a:cs typeface="Franklin Gothic Medium"/>
              </a:rPr>
              <a:t>e</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5" name="object 5"/>
          <p:cNvSpPr txBox="1"/>
          <p:nvPr/>
        </p:nvSpPr>
        <p:spPr>
          <a:xfrm>
            <a:off x="645363" y="2757703"/>
            <a:ext cx="1951989" cy="909955"/>
          </a:xfrm>
          <a:prstGeom prst="rect">
            <a:avLst/>
          </a:prstGeom>
        </p:spPr>
        <p:txBody>
          <a:bodyPr vert="horz" wrap="square" lIns="0" tIns="119380" rIns="0" bIns="0" rtlCol="0">
            <a:spAutoFit/>
          </a:bodyPr>
          <a:lstStyle/>
          <a:p>
            <a:pPr marL="12700">
              <a:lnSpc>
                <a:spcPct val="100000"/>
              </a:lnSpc>
              <a:spcBef>
                <a:spcPts val="940"/>
              </a:spcBef>
            </a:pPr>
            <a:r>
              <a:rPr sz="2200" spc="-5" dirty="0">
                <a:latin typeface="Franklin Gothic Medium"/>
                <a:cs typeface="Franklin Gothic Medium"/>
              </a:rPr>
              <a:t>y=1234;</a:t>
            </a:r>
            <a:endParaRPr sz="2200">
              <a:latin typeface="Franklin Gothic Medium"/>
              <a:cs typeface="Franklin Gothic Medium"/>
            </a:endParaRPr>
          </a:p>
          <a:p>
            <a:pPr marL="12700">
              <a:lnSpc>
                <a:spcPct val="100000"/>
              </a:lnSpc>
              <a:spcBef>
                <a:spcPts val="845"/>
              </a:spcBef>
            </a:pPr>
            <a:r>
              <a:rPr sz="2200" spc="-5" dirty="0">
                <a:latin typeface="Franklin Gothic Medium"/>
                <a:cs typeface="Franklin Gothic Medium"/>
              </a:rPr>
              <a:t>printf("%d\n",y);</a:t>
            </a:r>
            <a:endParaRPr sz="2200">
              <a:latin typeface="Franklin Gothic Medium"/>
              <a:cs typeface="Franklin Gothic Medium"/>
            </a:endParaRPr>
          </a:p>
        </p:txBody>
      </p:sp>
      <p:sp>
        <p:nvSpPr>
          <p:cNvPr id="6" name="object 6"/>
          <p:cNvSpPr txBox="1"/>
          <p:nvPr/>
        </p:nvSpPr>
        <p:spPr>
          <a:xfrm>
            <a:off x="645363" y="4313301"/>
            <a:ext cx="2114550"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printf("%6d\n",y);</a:t>
            </a:r>
            <a:endParaRPr sz="2200">
              <a:latin typeface="Franklin Gothic Medium"/>
              <a:cs typeface="Franklin Gothic Medium"/>
            </a:endParaRPr>
          </a:p>
        </p:txBody>
      </p:sp>
      <p:graphicFrame>
        <p:nvGraphicFramePr>
          <p:cNvPr id="7" name="object 7"/>
          <p:cNvGraphicFramePr>
            <a:graphicFrameLocks noGrp="1"/>
          </p:cNvGraphicFramePr>
          <p:nvPr/>
        </p:nvGraphicFramePr>
        <p:xfrm>
          <a:off x="3571747" y="3300348"/>
          <a:ext cx="2255520" cy="443230"/>
        </p:xfrm>
        <a:graphic>
          <a:graphicData uri="http://schemas.openxmlformats.org/drawingml/2006/table">
            <a:tbl>
              <a:tblPr firstRow="1" bandRow="1">
                <a:tableStyleId>{2D5ABB26-0587-4C30-8999-92F81FD0307C}</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56260">
                  <a:extLst>
                    <a:ext uri="{9D8B030D-6E8A-4147-A177-3AD203B41FA5}">
                      <a16:colId xmlns:a16="http://schemas.microsoft.com/office/drawing/2014/main" val="20003"/>
                    </a:ext>
                  </a:extLst>
                </a:gridCol>
              </a:tblGrid>
              <a:tr h="443230">
                <a:tc>
                  <a:txBody>
                    <a:bodyPr/>
                    <a:lstStyle/>
                    <a:p>
                      <a:pPr marL="635" algn="ctr">
                        <a:lnSpc>
                          <a:spcPct val="100000"/>
                        </a:lnSpc>
                        <a:spcBef>
                          <a:spcPts val="305"/>
                        </a:spcBef>
                      </a:pPr>
                      <a:r>
                        <a:rPr sz="2000" dirty="0">
                          <a:latin typeface="Franklin Gothic Medium"/>
                          <a:cs typeface="Franklin Gothic Medium"/>
                        </a:rPr>
                        <a:t>1</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2</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3</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4</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3571747" y="4307204"/>
          <a:ext cx="2821938" cy="443230"/>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gridCol w="466089">
                  <a:extLst>
                    <a:ext uri="{9D8B030D-6E8A-4147-A177-3AD203B41FA5}">
                      <a16:colId xmlns:a16="http://schemas.microsoft.com/office/drawing/2014/main" val="20004"/>
                    </a:ext>
                  </a:extLst>
                </a:gridCol>
                <a:gridCol w="466089">
                  <a:extLst>
                    <a:ext uri="{9D8B030D-6E8A-4147-A177-3AD203B41FA5}">
                      <a16:colId xmlns:a16="http://schemas.microsoft.com/office/drawing/2014/main" val="20005"/>
                    </a:ext>
                  </a:extLst>
                </a:gridCol>
              </a:tblGrid>
              <a:tr h="443230">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0"/>
                        </a:spcBef>
                      </a:pPr>
                      <a:r>
                        <a:rPr sz="2000" dirty="0">
                          <a:latin typeface="Franklin Gothic Medium"/>
                          <a:cs typeface="Franklin Gothic Medium"/>
                        </a:rPr>
                        <a:t>1</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2</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3</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4</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9" name="object 9"/>
          <p:cNvSpPr txBox="1"/>
          <p:nvPr/>
        </p:nvSpPr>
        <p:spPr>
          <a:xfrm>
            <a:off x="6891273" y="2307462"/>
            <a:ext cx="112776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a:t>
            </a:r>
            <a:r>
              <a:rPr sz="2200" spc="-10" dirty="0">
                <a:solidFill>
                  <a:srgbClr val="000099"/>
                </a:solidFill>
                <a:latin typeface="Franklin Gothic Medium"/>
                <a:cs typeface="Franklin Gothic Medium"/>
              </a:rPr>
              <a:t>x</a:t>
            </a:r>
            <a:r>
              <a:rPr sz="2200" spc="5" dirty="0">
                <a:solidFill>
                  <a:srgbClr val="000099"/>
                </a:solidFill>
                <a:latin typeface="Franklin Gothic Medium"/>
                <a:cs typeface="Franklin Gothic Medium"/>
              </a:rPr>
              <a:t>a</a:t>
            </a:r>
            <a:r>
              <a:rPr sz="2200" dirty="0">
                <a:solidFill>
                  <a:srgbClr val="000099"/>
                </a:solidFill>
                <a:latin typeface="Franklin Gothic Medium"/>
                <a:cs typeface="Franklin Gothic Medium"/>
              </a:rPr>
              <a:t>m</a:t>
            </a:r>
            <a:r>
              <a:rPr sz="2200" spc="-5" dirty="0">
                <a:solidFill>
                  <a:srgbClr val="000099"/>
                </a:solidFill>
                <a:latin typeface="Franklin Gothic Medium"/>
                <a:cs typeface="Franklin Gothic Medium"/>
              </a:rPr>
              <a:t>pl</a:t>
            </a:r>
            <a:r>
              <a:rPr sz="2200" dirty="0">
                <a:solidFill>
                  <a:srgbClr val="000099"/>
                </a:solidFill>
                <a:latin typeface="Franklin Gothic Medium"/>
                <a:cs typeface="Franklin Gothic Medium"/>
              </a:rPr>
              <a:t>e</a:t>
            </a:r>
            <a:r>
              <a:rPr sz="2200" spc="-5" dirty="0">
                <a:solidFill>
                  <a:srgbClr val="000099"/>
                </a:solidFill>
                <a:latin typeface="Franklin Gothic Medium"/>
                <a:cs typeface="Franklin Gothic Medium"/>
              </a:rPr>
              <a:t>:</a:t>
            </a:r>
            <a:endParaRPr sz="2200">
              <a:latin typeface="Franklin Gothic Medium"/>
              <a:cs typeface="Franklin Gothic Medium"/>
            </a:endParaRPr>
          </a:p>
        </p:txBody>
      </p:sp>
      <p:sp>
        <p:nvSpPr>
          <p:cNvPr id="10" name="object 10"/>
          <p:cNvSpPr txBox="1"/>
          <p:nvPr/>
        </p:nvSpPr>
        <p:spPr>
          <a:xfrm>
            <a:off x="6891273" y="2870118"/>
            <a:ext cx="1951355" cy="910590"/>
          </a:xfrm>
          <a:prstGeom prst="rect">
            <a:avLst/>
          </a:prstGeom>
        </p:spPr>
        <p:txBody>
          <a:bodyPr vert="horz" wrap="square" lIns="0" tIns="120014" rIns="0" bIns="0" rtlCol="0">
            <a:spAutoFit/>
          </a:bodyPr>
          <a:lstStyle/>
          <a:p>
            <a:pPr marL="12700">
              <a:lnSpc>
                <a:spcPct val="100000"/>
              </a:lnSpc>
              <a:spcBef>
                <a:spcPts val="944"/>
              </a:spcBef>
            </a:pPr>
            <a:r>
              <a:rPr sz="2200" spc="-5" dirty="0">
                <a:latin typeface="Franklin Gothic Medium"/>
                <a:cs typeface="Franklin Gothic Medium"/>
              </a:rPr>
              <a:t>y=5;</a:t>
            </a:r>
            <a:endParaRPr sz="2200">
              <a:latin typeface="Franklin Gothic Medium"/>
              <a:cs typeface="Franklin Gothic Medium"/>
            </a:endParaRPr>
          </a:p>
          <a:p>
            <a:pPr marL="12700">
              <a:lnSpc>
                <a:spcPct val="100000"/>
              </a:lnSpc>
              <a:spcBef>
                <a:spcPts val="840"/>
              </a:spcBef>
            </a:pPr>
            <a:r>
              <a:rPr sz="2200" spc="-5" dirty="0">
                <a:latin typeface="Franklin Gothic Medium"/>
                <a:cs typeface="Franklin Gothic Medium"/>
              </a:rPr>
              <a:t>printf("%d\n",y);</a:t>
            </a:r>
            <a:endParaRPr sz="2200">
              <a:latin typeface="Franklin Gothic Medium"/>
              <a:cs typeface="Franklin Gothic Medium"/>
            </a:endParaRPr>
          </a:p>
        </p:txBody>
      </p:sp>
      <p:sp>
        <p:nvSpPr>
          <p:cNvPr id="11" name="object 11"/>
          <p:cNvSpPr txBox="1"/>
          <p:nvPr/>
        </p:nvSpPr>
        <p:spPr>
          <a:xfrm>
            <a:off x="6891273" y="4426077"/>
            <a:ext cx="2114550"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printf("%2d\n",y);</a:t>
            </a:r>
            <a:endParaRPr sz="2200">
              <a:latin typeface="Franklin Gothic Medium"/>
              <a:cs typeface="Franklin Gothic Medium"/>
            </a:endParaRPr>
          </a:p>
        </p:txBody>
      </p:sp>
      <p:sp>
        <p:nvSpPr>
          <p:cNvPr id="12" name="object 12"/>
          <p:cNvSpPr txBox="1"/>
          <p:nvPr/>
        </p:nvSpPr>
        <p:spPr>
          <a:xfrm>
            <a:off x="6891273" y="5432247"/>
            <a:ext cx="2114550"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printf("%6d\n",y);</a:t>
            </a:r>
            <a:endParaRPr sz="2200">
              <a:latin typeface="Franklin Gothic Medium"/>
              <a:cs typeface="Franklin Gothic Medium"/>
            </a:endParaRPr>
          </a:p>
        </p:txBody>
      </p:sp>
      <p:sp>
        <p:nvSpPr>
          <p:cNvPr id="13" name="object 13"/>
          <p:cNvSpPr/>
          <p:nvPr/>
        </p:nvSpPr>
        <p:spPr>
          <a:xfrm>
            <a:off x="9194800" y="4307204"/>
            <a:ext cx="1141095" cy="455930"/>
          </a:xfrm>
          <a:custGeom>
            <a:avLst/>
            <a:gdLst/>
            <a:ahLst/>
            <a:cxnLst/>
            <a:rect l="l" t="t" r="r" b="b"/>
            <a:pathLst>
              <a:path w="1141095" h="455929">
                <a:moveTo>
                  <a:pt x="6350" y="0"/>
                </a:moveTo>
                <a:lnTo>
                  <a:pt x="6350" y="455930"/>
                </a:lnTo>
              </a:path>
              <a:path w="1141095" h="455929">
                <a:moveTo>
                  <a:pt x="0" y="6350"/>
                </a:moveTo>
                <a:lnTo>
                  <a:pt x="1140841" y="6350"/>
                </a:lnTo>
              </a:path>
              <a:path w="1141095" h="455929">
                <a:moveTo>
                  <a:pt x="0" y="449580"/>
                </a:moveTo>
                <a:lnTo>
                  <a:pt x="1140841" y="449580"/>
                </a:lnTo>
              </a:path>
            </a:pathLst>
          </a:custGeom>
          <a:ln w="12700">
            <a:solidFill>
              <a:srgbClr val="000000"/>
            </a:solidFill>
          </a:ln>
        </p:spPr>
        <p:txBody>
          <a:bodyPr wrap="square" lIns="0" tIns="0" rIns="0" bIns="0" rtlCol="0"/>
          <a:lstStyle/>
          <a:p>
            <a:endParaRPr/>
          </a:p>
        </p:txBody>
      </p:sp>
      <p:sp>
        <p:nvSpPr>
          <p:cNvPr id="14" name="object 14"/>
          <p:cNvSpPr txBox="1"/>
          <p:nvPr/>
        </p:nvSpPr>
        <p:spPr>
          <a:xfrm>
            <a:off x="9765156" y="4313554"/>
            <a:ext cx="564515" cy="443230"/>
          </a:xfrm>
          <a:prstGeom prst="rect">
            <a:avLst/>
          </a:prstGeom>
          <a:ln w="12700">
            <a:solidFill>
              <a:srgbClr val="000000"/>
            </a:solidFill>
          </a:ln>
        </p:spPr>
        <p:txBody>
          <a:bodyPr vert="horz" wrap="square" lIns="0" tIns="39370" rIns="0" bIns="0" rtlCol="0">
            <a:spAutoFit/>
          </a:bodyPr>
          <a:lstStyle/>
          <a:p>
            <a:pPr marL="2540" algn="ctr">
              <a:lnSpc>
                <a:spcPct val="100000"/>
              </a:lnSpc>
              <a:spcBef>
                <a:spcPts val="310"/>
              </a:spcBef>
            </a:pPr>
            <a:r>
              <a:rPr sz="2000" dirty="0">
                <a:latin typeface="Franklin Gothic Medium"/>
                <a:cs typeface="Franklin Gothic Medium"/>
              </a:rPr>
              <a:t>5</a:t>
            </a:r>
            <a:endParaRPr sz="2000">
              <a:latin typeface="Franklin Gothic Medium"/>
              <a:cs typeface="Franklin Gothic Medium"/>
            </a:endParaRPr>
          </a:p>
        </p:txBody>
      </p:sp>
      <p:graphicFrame>
        <p:nvGraphicFramePr>
          <p:cNvPr id="15" name="object 15"/>
          <p:cNvGraphicFramePr>
            <a:graphicFrameLocks noGrp="1"/>
          </p:cNvGraphicFramePr>
          <p:nvPr/>
        </p:nvGraphicFramePr>
        <p:xfrm>
          <a:off x="9194800" y="5342763"/>
          <a:ext cx="2821938" cy="443255"/>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gridCol w="466089">
                  <a:extLst>
                    <a:ext uri="{9D8B030D-6E8A-4147-A177-3AD203B41FA5}">
                      <a16:colId xmlns:a16="http://schemas.microsoft.com/office/drawing/2014/main" val="20004"/>
                    </a:ext>
                  </a:extLst>
                </a:gridCol>
                <a:gridCol w="466089">
                  <a:extLst>
                    <a:ext uri="{9D8B030D-6E8A-4147-A177-3AD203B41FA5}">
                      <a16:colId xmlns:a16="http://schemas.microsoft.com/office/drawing/2014/main" val="20005"/>
                    </a:ext>
                  </a:extLst>
                </a:gridCol>
              </a:tblGrid>
              <a:tr h="44325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5</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16" name="object 16"/>
          <p:cNvSpPr txBox="1"/>
          <p:nvPr/>
        </p:nvSpPr>
        <p:spPr>
          <a:xfrm>
            <a:off x="9201150" y="3429000"/>
            <a:ext cx="564515" cy="443230"/>
          </a:xfrm>
          <a:prstGeom prst="rect">
            <a:avLst/>
          </a:prstGeom>
          <a:ln w="12700">
            <a:solidFill>
              <a:srgbClr val="000000"/>
            </a:solidFill>
          </a:ln>
        </p:spPr>
        <p:txBody>
          <a:bodyPr vert="horz" wrap="square" lIns="0" tIns="38735" rIns="0" bIns="0" rtlCol="0">
            <a:spAutoFit/>
          </a:bodyPr>
          <a:lstStyle/>
          <a:p>
            <a:pPr marL="2540" algn="ctr">
              <a:lnSpc>
                <a:spcPct val="100000"/>
              </a:lnSpc>
              <a:spcBef>
                <a:spcPts val="305"/>
              </a:spcBef>
            </a:pPr>
            <a:r>
              <a:rPr sz="2000" dirty="0">
                <a:latin typeface="Franklin Gothic Medium"/>
                <a:cs typeface="Franklin Gothic Medium"/>
              </a:rPr>
              <a:t>5</a:t>
            </a:r>
            <a:endParaRPr sz="2000">
              <a:latin typeface="Franklin Gothic Medium"/>
              <a:cs typeface="Franklin Gothic Medium"/>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
        <p:nvSpPr>
          <p:cNvPr id="3" name="object 3"/>
          <p:cNvSpPr txBox="1"/>
          <p:nvPr/>
        </p:nvSpPr>
        <p:spPr>
          <a:xfrm>
            <a:off x="246989" y="613613"/>
            <a:ext cx="2160905" cy="549783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9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integers</a:t>
            </a:r>
            <a:endParaRPr sz="2200">
              <a:latin typeface="Franklin Gothic Medium"/>
              <a:cs typeface="Franklin Gothic Medium"/>
            </a:endParaRPr>
          </a:p>
          <a:p>
            <a:pPr marL="12700" marR="501015">
              <a:lnSpc>
                <a:spcPct val="131800"/>
              </a:lnSpc>
              <a:spcBef>
                <a:spcPts val="1805"/>
              </a:spcBef>
            </a:pPr>
            <a:r>
              <a:rPr sz="2200" spc="-5" dirty="0">
                <a:latin typeface="Franklin Gothic Medium"/>
                <a:cs typeface="Franklin Gothic Medium"/>
              </a:rPr>
              <a:t>int </a:t>
            </a:r>
            <a:r>
              <a:rPr sz="2200" spc="-30" dirty="0">
                <a:latin typeface="Franklin Gothic Medium"/>
                <a:cs typeface="Franklin Gothic Medium"/>
              </a:rPr>
              <a:t>y=9876; </a:t>
            </a:r>
            <a:r>
              <a:rPr sz="2200" spc="-25" dirty="0">
                <a:latin typeface="Franklin Gothic Medium"/>
                <a:cs typeface="Franklin Gothic Medium"/>
              </a:rPr>
              <a:t> </a:t>
            </a:r>
            <a:r>
              <a:rPr sz="2200" spc="-5" dirty="0">
                <a:latin typeface="Franklin Gothic Medium"/>
                <a:cs typeface="Franklin Gothic Medium"/>
              </a:rPr>
              <a:t>p</a:t>
            </a:r>
            <a:r>
              <a:rPr sz="2200" dirty="0">
                <a:latin typeface="Franklin Gothic Medium"/>
                <a:cs typeface="Franklin Gothic Medium"/>
              </a:rPr>
              <a:t>r</a:t>
            </a:r>
            <a:r>
              <a:rPr sz="2200" spc="-5" dirty="0">
                <a:latin typeface="Franklin Gothic Medium"/>
                <a:cs typeface="Franklin Gothic Medium"/>
              </a:rPr>
              <a:t>intf(</a:t>
            </a:r>
            <a:r>
              <a:rPr sz="2200" spc="-10" dirty="0">
                <a:latin typeface="Franklin Gothic Medium"/>
                <a:cs typeface="Franklin Gothic Medium"/>
              </a:rPr>
              <a:t>"%d",y);</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5" dirty="0">
                <a:latin typeface="Franklin Gothic Medium"/>
                <a:cs typeface="Franklin Gothic Medium"/>
              </a:rPr>
              <a:t>printf("%6d",y);</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5"/>
              </a:spcBef>
            </a:pPr>
            <a:endParaRPr sz="2150">
              <a:latin typeface="Franklin Gothic Medium"/>
              <a:cs typeface="Franklin Gothic Medium"/>
            </a:endParaRPr>
          </a:p>
          <a:p>
            <a:pPr marL="12700">
              <a:lnSpc>
                <a:spcPct val="100000"/>
              </a:lnSpc>
              <a:spcBef>
                <a:spcPts val="5"/>
              </a:spcBef>
            </a:pPr>
            <a:r>
              <a:rPr sz="2200" spc="-5" dirty="0">
                <a:latin typeface="Franklin Gothic Medium"/>
                <a:cs typeface="Franklin Gothic Medium"/>
              </a:rPr>
              <a:t>printf("%2d",y);</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5" dirty="0">
                <a:latin typeface="Franklin Gothic Medium"/>
                <a:cs typeface="Franklin Gothic Medium"/>
              </a:rPr>
              <a:t>printf("%-6d",y);</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5" dirty="0">
                <a:latin typeface="Franklin Gothic Medium"/>
                <a:cs typeface="Franklin Gothic Medium"/>
              </a:rPr>
              <a:t>printf("%06d",y);</a:t>
            </a:r>
            <a:endParaRPr sz="2200">
              <a:latin typeface="Franklin Gothic Medium"/>
              <a:cs typeface="Franklin Gothic Medium"/>
            </a:endParaRPr>
          </a:p>
        </p:txBody>
      </p:sp>
      <p:graphicFrame>
        <p:nvGraphicFramePr>
          <p:cNvPr id="4" name="object 4"/>
          <p:cNvGraphicFramePr>
            <a:graphicFrameLocks noGrp="1"/>
          </p:cNvGraphicFramePr>
          <p:nvPr/>
        </p:nvGraphicFramePr>
        <p:xfrm>
          <a:off x="2813939" y="1695195"/>
          <a:ext cx="1889760" cy="443102"/>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tblGrid>
              <a:tr h="443102">
                <a:tc>
                  <a:txBody>
                    <a:bodyPr/>
                    <a:lstStyle/>
                    <a:p>
                      <a:pPr marL="635" algn="ctr">
                        <a:lnSpc>
                          <a:spcPct val="100000"/>
                        </a:lnSpc>
                        <a:spcBef>
                          <a:spcPts val="305"/>
                        </a:spcBef>
                      </a:pPr>
                      <a:r>
                        <a:rPr sz="2000" dirty="0">
                          <a:latin typeface="Franklin Gothic Medium"/>
                          <a:cs typeface="Franklin Gothic Medium"/>
                        </a:rPr>
                        <a:t>9</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000" dirty="0">
                          <a:latin typeface="Franklin Gothic Medium"/>
                          <a:cs typeface="Franklin Gothic Medium"/>
                        </a:rPr>
                        <a:t>8</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7</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6</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nvGraphicFramePr>
        <p:xfrm>
          <a:off x="2813939" y="2684272"/>
          <a:ext cx="2821938" cy="443229"/>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gridCol w="466089">
                  <a:extLst>
                    <a:ext uri="{9D8B030D-6E8A-4147-A177-3AD203B41FA5}">
                      <a16:colId xmlns:a16="http://schemas.microsoft.com/office/drawing/2014/main" val="20004"/>
                    </a:ext>
                  </a:extLst>
                </a:gridCol>
                <a:gridCol w="466089">
                  <a:extLst>
                    <a:ext uri="{9D8B030D-6E8A-4147-A177-3AD203B41FA5}">
                      <a16:colId xmlns:a16="http://schemas.microsoft.com/office/drawing/2014/main" val="20005"/>
                    </a:ext>
                  </a:extLst>
                </a:gridCol>
              </a:tblGrid>
              <a:tr h="443229">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9</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2000" dirty="0">
                          <a:latin typeface="Franklin Gothic Medium"/>
                          <a:cs typeface="Franklin Gothic Medium"/>
                        </a:rPr>
                        <a:t>8</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2000" dirty="0">
                          <a:latin typeface="Franklin Gothic Medium"/>
                          <a:cs typeface="Franklin Gothic Medium"/>
                        </a:rPr>
                        <a:t>7</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2000" dirty="0">
                          <a:latin typeface="Franklin Gothic Medium"/>
                          <a:cs typeface="Franklin Gothic Medium"/>
                        </a:rPr>
                        <a:t>6</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2813939" y="3717797"/>
          <a:ext cx="1889760" cy="443229"/>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tblGrid>
              <a:tr h="443229">
                <a:tc>
                  <a:txBody>
                    <a:bodyPr/>
                    <a:lstStyle/>
                    <a:p>
                      <a:pPr marL="635" algn="ctr">
                        <a:lnSpc>
                          <a:spcPct val="100000"/>
                        </a:lnSpc>
                        <a:spcBef>
                          <a:spcPts val="309"/>
                        </a:spcBef>
                      </a:pPr>
                      <a:r>
                        <a:rPr sz="2000" dirty="0">
                          <a:latin typeface="Franklin Gothic Medium"/>
                          <a:cs typeface="Franklin Gothic Medium"/>
                        </a:rPr>
                        <a:t>9</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9"/>
                        </a:spcBef>
                      </a:pPr>
                      <a:r>
                        <a:rPr sz="2000" dirty="0">
                          <a:latin typeface="Franklin Gothic Medium"/>
                          <a:cs typeface="Franklin Gothic Medium"/>
                        </a:rPr>
                        <a:t>8</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7</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2000" dirty="0">
                          <a:latin typeface="Franklin Gothic Medium"/>
                          <a:cs typeface="Franklin Gothic Medium"/>
                        </a:rPr>
                        <a:t>6</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2813939" y="4707001"/>
          <a:ext cx="2821938" cy="443103"/>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gridCol w="466089">
                  <a:extLst>
                    <a:ext uri="{9D8B030D-6E8A-4147-A177-3AD203B41FA5}">
                      <a16:colId xmlns:a16="http://schemas.microsoft.com/office/drawing/2014/main" val="20004"/>
                    </a:ext>
                  </a:extLst>
                </a:gridCol>
                <a:gridCol w="466089">
                  <a:extLst>
                    <a:ext uri="{9D8B030D-6E8A-4147-A177-3AD203B41FA5}">
                      <a16:colId xmlns:a16="http://schemas.microsoft.com/office/drawing/2014/main" val="20005"/>
                    </a:ext>
                  </a:extLst>
                </a:gridCol>
              </a:tblGrid>
              <a:tr h="443103">
                <a:tc>
                  <a:txBody>
                    <a:bodyPr/>
                    <a:lstStyle/>
                    <a:p>
                      <a:pPr marL="635" algn="ctr">
                        <a:lnSpc>
                          <a:spcPct val="100000"/>
                        </a:lnSpc>
                        <a:spcBef>
                          <a:spcPts val="310"/>
                        </a:spcBef>
                      </a:pPr>
                      <a:r>
                        <a:rPr sz="2000" dirty="0">
                          <a:latin typeface="Franklin Gothic Medium"/>
                          <a:cs typeface="Franklin Gothic Medium"/>
                        </a:rPr>
                        <a:t>9</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0"/>
                        </a:spcBef>
                      </a:pPr>
                      <a:r>
                        <a:rPr sz="2000" dirty="0">
                          <a:latin typeface="Franklin Gothic Medium"/>
                          <a:cs typeface="Franklin Gothic Medium"/>
                        </a:rPr>
                        <a:t>8</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7</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6</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2813939" y="5696089"/>
          <a:ext cx="2821938" cy="443217"/>
        </p:xfrm>
        <a:graphic>
          <a:graphicData uri="http://schemas.openxmlformats.org/drawingml/2006/table">
            <a:tbl>
              <a:tblPr firstRow="1" bandRow="1">
                <a:tableStyleId>{2D5ABB26-0587-4C30-8999-92F81FD0307C}</a:tableStyleId>
              </a:tblPr>
              <a:tblGrid>
                <a:gridCol w="472440">
                  <a:extLst>
                    <a:ext uri="{9D8B030D-6E8A-4147-A177-3AD203B41FA5}">
                      <a16:colId xmlns:a16="http://schemas.microsoft.com/office/drawing/2014/main" val="20000"/>
                    </a:ext>
                  </a:extLst>
                </a:gridCol>
                <a:gridCol w="47244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66090">
                  <a:extLst>
                    <a:ext uri="{9D8B030D-6E8A-4147-A177-3AD203B41FA5}">
                      <a16:colId xmlns:a16="http://schemas.microsoft.com/office/drawing/2014/main" val="20003"/>
                    </a:ext>
                  </a:extLst>
                </a:gridCol>
                <a:gridCol w="466089">
                  <a:extLst>
                    <a:ext uri="{9D8B030D-6E8A-4147-A177-3AD203B41FA5}">
                      <a16:colId xmlns:a16="http://schemas.microsoft.com/office/drawing/2014/main" val="20004"/>
                    </a:ext>
                  </a:extLst>
                </a:gridCol>
                <a:gridCol w="466089">
                  <a:extLst>
                    <a:ext uri="{9D8B030D-6E8A-4147-A177-3AD203B41FA5}">
                      <a16:colId xmlns:a16="http://schemas.microsoft.com/office/drawing/2014/main" val="20005"/>
                    </a:ext>
                  </a:extLst>
                </a:gridCol>
              </a:tblGrid>
              <a:tr h="443217">
                <a:tc>
                  <a:txBody>
                    <a:bodyPr/>
                    <a:lstStyle/>
                    <a:p>
                      <a:pPr marL="635" algn="ctr">
                        <a:lnSpc>
                          <a:spcPct val="100000"/>
                        </a:lnSpc>
                        <a:spcBef>
                          <a:spcPts val="315"/>
                        </a:spcBef>
                      </a:pPr>
                      <a:r>
                        <a:rPr sz="2000" dirty="0">
                          <a:latin typeface="Franklin Gothic Medium"/>
                          <a:cs typeface="Franklin Gothic Medium"/>
                        </a:rPr>
                        <a:t>0</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5"/>
                        </a:spcBef>
                      </a:pPr>
                      <a:r>
                        <a:rPr sz="2000" dirty="0">
                          <a:latin typeface="Franklin Gothic Medium"/>
                          <a:cs typeface="Franklin Gothic Medium"/>
                        </a:rPr>
                        <a:t>0</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2000" dirty="0">
                          <a:latin typeface="Franklin Gothic Medium"/>
                          <a:cs typeface="Franklin Gothic Medium"/>
                        </a:rPr>
                        <a:t>9</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2000" dirty="0">
                          <a:latin typeface="Franklin Gothic Medium"/>
                          <a:cs typeface="Franklin Gothic Medium"/>
                        </a:rPr>
                        <a:t>8</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2000" dirty="0">
                          <a:latin typeface="Franklin Gothic Medium"/>
                          <a:cs typeface="Franklin Gothic Medium"/>
                        </a:rPr>
                        <a:t>7</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5"/>
                        </a:spcBef>
                      </a:pPr>
                      <a:r>
                        <a:rPr sz="2000" dirty="0">
                          <a:latin typeface="Franklin Gothic Medium"/>
                          <a:cs typeface="Franklin Gothic Medium"/>
                        </a:rPr>
                        <a:t>6</a:t>
                      </a:r>
                      <a:endParaRPr sz="2000">
                        <a:latin typeface="Franklin Gothic Medium"/>
                        <a:cs typeface="Franklin Gothic Medium"/>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
        <p:nvSpPr>
          <p:cNvPr id="3" name="object 3"/>
          <p:cNvSpPr txBox="1"/>
          <p:nvPr/>
        </p:nvSpPr>
        <p:spPr>
          <a:xfrm>
            <a:off x="246989" y="613613"/>
            <a:ext cx="2787015" cy="482727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7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real</a:t>
            </a:r>
            <a:r>
              <a:rPr sz="2200" spc="-5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numbers</a:t>
            </a:r>
            <a:endParaRPr sz="2200" dirty="0">
              <a:latin typeface="Franklin Gothic Medium"/>
              <a:cs typeface="Franklin Gothic Medium"/>
            </a:endParaRPr>
          </a:p>
          <a:p>
            <a:pPr>
              <a:lnSpc>
                <a:spcPct val="100000"/>
              </a:lnSpc>
              <a:spcBef>
                <a:spcPts val="35"/>
              </a:spcBef>
            </a:pPr>
            <a:endParaRPr sz="2300" dirty="0">
              <a:latin typeface="Franklin Gothic Medium"/>
              <a:cs typeface="Franklin Gothic Medium"/>
            </a:endParaRPr>
          </a:p>
          <a:p>
            <a:pPr marL="12700">
              <a:lnSpc>
                <a:spcPct val="100000"/>
              </a:lnSpc>
            </a:pPr>
            <a:r>
              <a:rPr sz="2200" spc="-5" dirty="0">
                <a:latin typeface="Franklin Gothic Medium"/>
                <a:cs typeface="Franklin Gothic Medium"/>
              </a:rPr>
              <a:t>float</a:t>
            </a:r>
            <a:r>
              <a:rPr sz="2200" spc="-20" dirty="0">
                <a:latin typeface="Franklin Gothic Medium"/>
                <a:cs typeface="Franklin Gothic Medium"/>
              </a:rPr>
              <a:t> y=98.7654;</a:t>
            </a:r>
            <a:endParaRPr sz="2200" dirty="0">
              <a:latin typeface="Franklin Gothic Medium"/>
              <a:cs typeface="Franklin Gothic Medium"/>
            </a:endParaRPr>
          </a:p>
          <a:p>
            <a:pPr>
              <a:lnSpc>
                <a:spcPct val="100000"/>
              </a:lnSpc>
              <a:spcBef>
                <a:spcPts val="25"/>
              </a:spcBef>
            </a:pPr>
            <a:endParaRPr sz="3050" dirty="0">
              <a:latin typeface="Franklin Gothic Medium"/>
              <a:cs typeface="Franklin Gothic Medium"/>
            </a:endParaRPr>
          </a:p>
          <a:p>
            <a:pPr marL="12700">
              <a:lnSpc>
                <a:spcPct val="100000"/>
              </a:lnSpc>
            </a:pPr>
            <a:r>
              <a:rPr sz="2200" spc="-15" dirty="0">
                <a:latin typeface="Franklin Gothic Medium"/>
                <a:cs typeface="Franklin Gothic Medium"/>
              </a:rPr>
              <a:t>printf("%7.4f",y);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10"/>
              </a:spcBef>
            </a:pPr>
            <a:endParaRPr sz="2150" dirty="0">
              <a:latin typeface="Franklin Gothic Medium"/>
              <a:cs typeface="Franklin Gothic Medium"/>
            </a:endParaRPr>
          </a:p>
          <a:p>
            <a:pPr marL="12700">
              <a:lnSpc>
                <a:spcPct val="100000"/>
              </a:lnSpc>
            </a:pPr>
            <a:r>
              <a:rPr sz="2200" spc="-15" dirty="0">
                <a:latin typeface="Franklin Gothic Medium"/>
                <a:cs typeface="Franklin Gothic Medium"/>
              </a:rPr>
              <a:t>printf("%7.2f",y);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10"/>
              </a:spcBef>
            </a:pPr>
            <a:endParaRPr sz="2150" dirty="0">
              <a:latin typeface="Franklin Gothic Medium"/>
              <a:cs typeface="Franklin Gothic Medium"/>
            </a:endParaRPr>
          </a:p>
          <a:p>
            <a:pPr marL="12700">
              <a:lnSpc>
                <a:spcPct val="100000"/>
              </a:lnSpc>
            </a:pPr>
            <a:r>
              <a:rPr sz="2200" spc="-15" dirty="0">
                <a:latin typeface="Franklin Gothic Medium"/>
                <a:cs typeface="Franklin Gothic Medium"/>
              </a:rPr>
              <a:t>printf("%-7.2f",y);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5"/>
              </a:spcBef>
            </a:pPr>
            <a:endParaRPr sz="2150" dirty="0">
              <a:latin typeface="Franklin Gothic Medium"/>
              <a:cs typeface="Franklin Gothic Medium"/>
            </a:endParaRPr>
          </a:p>
          <a:p>
            <a:pPr marL="12700">
              <a:lnSpc>
                <a:spcPct val="100000"/>
              </a:lnSpc>
              <a:spcBef>
                <a:spcPts val="5"/>
              </a:spcBef>
            </a:pPr>
            <a:r>
              <a:rPr sz="2200" spc="-5" dirty="0">
                <a:latin typeface="Franklin Gothic Medium"/>
                <a:cs typeface="Franklin Gothic Medium"/>
              </a:rPr>
              <a:t>printf("%f",y);</a:t>
            </a:r>
            <a:endParaRPr sz="2200" dirty="0">
              <a:latin typeface="Franklin Gothic Medium"/>
              <a:cs typeface="Franklin Gothic Medium"/>
            </a:endParaRPr>
          </a:p>
        </p:txBody>
      </p:sp>
      <p:graphicFrame>
        <p:nvGraphicFramePr>
          <p:cNvPr id="4" name="object 4"/>
          <p:cNvGraphicFramePr>
            <a:graphicFrameLocks noGrp="1"/>
          </p:cNvGraphicFramePr>
          <p:nvPr/>
        </p:nvGraphicFramePr>
        <p:xfrm>
          <a:off x="2803905" y="2043048"/>
          <a:ext cx="3328034" cy="457835"/>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gridCol w="478155">
                  <a:extLst>
                    <a:ext uri="{9D8B030D-6E8A-4147-A177-3AD203B41FA5}">
                      <a16:colId xmlns:a16="http://schemas.microsoft.com/office/drawing/2014/main" val="20001"/>
                    </a:ext>
                  </a:extLst>
                </a:gridCol>
                <a:gridCol w="484504">
                  <a:extLst>
                    <a:ext uri="{9D8B030D-6E8A-4147-A177-3AD203B41FA5}">
                      <a16:colId xmlns:a16="http://schemas.microsoft.com/office/drawing/2014/main" val="20002"/>
                    </a:ext>
                  </a:extLst>
                </a:gridCol>
                <a:gridCol w="471805">
                  <a:extLst>
                    <a:ext uri="{9D8B030D-6E8A-4147-A177-3AD203B41FA5}">
                      <a16:colId xmlns:a16="http://schemas.microsoft.com/office/drawing/2014/main" val="20003"/>
                    </a:ext>
                  </a:extLst>
                </a:gridCol>
                <a:gridCol w="471805">
                  <a:extLst>
                    <a:ext uri="{9D8B030D-6E8A-4147-A177-3AD203B41FA5}">
                      <a16:colId xmlns:a16="http://schemas.microsoft.com/office/drawing/2014/main" val="20004"/>
                    </a:ext>
                  </a:extLst>
                </a:gridCol>
                <a:gridCol w="471805">
                  <a:extLst>
                    <a:ext uri="{9D8B030D-6E8A-4147-A177-3AD203B41FA5}">
                      <a16:colId xmlns:a16="http://schemas.microsoft.com/office/drawing/2014/main" val="20005"/>
                    </a:ext>
                  </a:extLst>
                </a:gridCol>
                <a:gridCol w="471805">
                  <a:extLst>
                    <a:ext uri="{9D8B030D-6E8A-4147-A177-3AD203B41FA5}">
                      <a16:colId xmlns:a16="http://schemas.microsoft.com/office/drawing/2014/main" val="20006"/>
                    </a:ext>
                  </a:extLst>
                </a:gridCol>
              </a:tblGrid>
              <a:tr h="457835">
                <a:tc>
                  <a:txBody>
                    <a:bodyPr/>
                    <a:lstStyle/>
                    <a:p>
                      <a:pPr algn="ctr">
                        <a:lnSpc>
                          <a:spcPct val="100000"/>
                        </a:lnSpc>
                        <a:spcBef>
                          <a:spcPts val="305"/>
                        </a:spcBef>
                      </a:pPr>
                      <a:r>
                        <a:rPr sz="2000" dirty="0">
                          <a:latin typeface="Franklin Gothic Medium"/>
                          <a:cs typeface="Franklin Gothic Medium"/>
                        </a:rPr>
                        <a:t>9</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8</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7</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6</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5</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4</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nvGraphicFramePr>
        <p:xfrm>
          <a:off x="2803905" y="2990595"/>
          <a:ext cx="3328034" cy="457834"/>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gridCol w="478155">
                  <a:extLst>
                    <a:ext uri="{9D8B030D-6E8A-4147-A177-3AD203B41FA5}">
                      <a16:colId xmlns:a16="http://schemas.microsoft.com/office/drawing/2014/main" val="20001"/>
                    </a:ext>
                  </a:extLst>
                </a:gridCol>
                <a:gridCol w="484504">
                  <a:extLst>
                    <a:ext uri="{9D8B030D-6E8A-4147-A177-3AD203B41FA5}">
                      <a16:colId xmlns:a16="http://schemas.microsoft.com/office/drawing/2014/main" val="20002"/>
                    </a:ext>
                  </a:extLst>
                </a:gridCol>
                <a:gridCol w="471805">
                  <a:extLst>
                    <a:ext uri="{9D8B030D-6E8A-4147-A177-3AD203B41FA5}">
                      <a16:colId xmlns:a16="http://schemas.microsoft.com/office/drawing/2014/main" val="20003"/>
                    </a:ext>
                  </a:extLst>
                </a:gridCol>
                <a:gridCol w="471805">
                  <a:extLst>
                    <a:ext uri="{9D8B030D-6E8A-4147-A177-3AD203B41FA5}">
                      <a16:colId xmlns:a16="http://schemas.microsoft.com/office/drawing/2014/main" val="20004"/>
                    </a:ext>
                  </a:extLst>
                </a:gridCol>
                <a:gridCol w="471805">
                  <a:extLst>
                    <a:ext uri="{9D8B030D-6E8A-4147-A177-3AD203B41FA5}">
                      <a16:colId xmlns:a16="http://schemas.microsoft.com/office/drawing/2014/main" val="20005"/>
                    </a:ext>
                  </a:extLst>
                </a:gridCol>
                <a:gridCol w="471805">
                  <a:extLst>
                    <a:ext uri="{9D8B030D-6E8A-4147-A177-3AD203B41FA5}">
                      <a16:colId xmlns:a16="http://schemas.microsoft.com/office/drawing/2014/main" val="20006"/>
                    </a:ext>
                  </a:extLst>
                </a:gridCol>
              </a:tblGrid>
              <a:tr h="457834">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9</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8</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7</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000" dirty="0">
                          <a:latin typeface="Franklin Gothic Medium"/>
                          <a:cs typeface="Franklin Gothic Medium"/>
                        </a:rPr>
                        <a:t>7</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2803905" y="3938142"/>
          <a:ext cx="3328034" cy="457834"/>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gridCol w="478155">
                  <a:extLst>
                    <a:ext uri="{9D8B030D-6E8A-4147-A177-3AD203B41FA5}">
                      <a16:colId xmlns:a16="http://schemas.microsoft.com/office/drawing/2014/main" val="20001"/>
                    </a:ext>
                  </a:extLst>
                </a:gridCol>
                <a:gridCol w="484504">
                  <a:extLst>
                    <a:ext uri="{9D8B030D-6E8A-4147-A177-3AD203B41FA5}">
                      <a16:colId xmlns:a16="http://schemas.microsoft.com/office/drawing/2014/main" val="20002"/>
                    </a:ext>
                  </a:extLst>
                </a:gridCol>
                <a:gridCol w="471805">
                  <a:extLst>
                    <a:ext uri="{9D8B030D-6E8A-4147-A177-3AD203B41FA5}">
                      <a16:colId xmlns:a16="http://schemas.microsoft.com/office/drawing/2014/main" val="20003"/>
                    </a:ext>
                  </a:extLst>
                </a:gridCol>
                <a:gridCol w="471805">
                  <a:extLst>
                    <a:ext uri="{9D8B030D-6E8A-4147-A177-3AD203B41FA5}">
                      <a16:colId xmlns:a16="http://schemas.microsoft.com/office/drawing/2014/main" val="20004"/>
                    </a:ext>
                  </a:extLst>
                </a:gridCol>
                <a:gridCol w="471805">
                  <a:extLst>
                    <a:ext uri="{9D8B030D-6E8A-4147-A177-3AD203B41FA5}">
                      <a16:colId xmlns:a16="http://schemas.microsoft.com/office/drawing/2014/main" val="20005"/>
                    </a:ext>
                  </a:extLst>
                </a:gridCol>
                <a:gridCol w="471805">
                  <a:extLst>
                    <a:ext uri="{9D8B030D-6E8A-4147-A177-3AD203B41FA5}">
                      <a16:colId xmlns:a16="http://schemas.microsoft.com/office/drawing/2014/main" val="20006"/>
                    </a:ext>
                  </a:extLst>
                </a:gridCol>
              </a:tblGrid>
              <a:tr h="457834">
                <a:tc>
                  <a:txBody>
                    <a:bodyPr/>
                    <a:lstStyle/>
                    <a:p>
                      <a:pPr algn="ctr">
                        <a:lnSpc>
                          <a:spcPct val="100000"/>
                        </a:lnSpc>
                        <a:spcBef>
                          <a:spcPts val="310"/>
                        </a:spcBef>
                      </a:pPr>
                      <a:r>
                        <a:rPr sz="2000" dirty="0">
                          <a:latin typeface="Franklin Gothic Medium"/>
                          <a:cs typeface="Franklin Gothic Medium"/>
                        </a:rPr>
                        <a:t>9</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8</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7</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7</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2803905" y="4983734"/>
          <a:ext cx="3328034" cy="457835"/>
        </p:xfrm>
        <a:graphic>
          <a:graphicData uri="http://schemas.openxmlformats.org/drawingml/2006/table">
            <a:tbl>
              <a:tblPr firstRow="1" bandRow="1">
                <a:tableStyleId>{2D5ABB26-0587-4C30-8999-92F81FD0307C}</a:tableStyleId>
              </a:tblPr>
              <a:tblGrid>
                <a:gridCol w="478155">
                  <a:extLst>
                    <a:ext uri="{9D8B030D-6E8A-4147-A177-3AD203B41FA5}">
                      <a16:colId xmlns:a16="http://schemas.microsoft.com/office/drawing/2014/main" val="20000"/>
                    </a:ext>
                  </a:extLst>
                </a:gridCol>
                <a:gridCol w="478155">
                  <a:extLst>
                    <a:ext uri="{9D8B030D-6E8A-4147-A177-3AD203B41FA5}">
                      <a16:colId xmlns:a16="http://schemas.microsoft.com/office/drawing/2014/main" val="20001"/>
                    </a:ext>
                  </a:extLst>
                </a:gridCol>
                <a:gridCol w="484504">
                  <a:extLst>
                    <a:ext uri="{9D8B030D-6E8A-4147-A177-3AD203B41FA5}">
                      <a16:colId xmlns:a16="http://schemas.microsoft.com/office/drawing/2014/main" val="20002"/>
                    </a:ext>
                  </a:extLst>
                </a:gridCol>
                <a:gridCol w="471805">
                  <a:extLst>
                    <a:ext uri="{9D8B030D-6E8A-4147-A177-3AD203B41FA5}">
                      <a16:colId xmlns:a16="http://schemas.microsoft.com/office/drawing/2014/main" val="20003"/>
                    </a:ext>
                  </a:extLst>
                </a:gridCol>
                <a:gridCol w="471805">
                  <a:extLst>
                    <a:ext uri="{9D8B030D-6E8A-4147-A177-3AD203B41FA5}">
                      <a16:colId xmlns:a16="http://schemas.microsoft.com/office/drawing/2014/main" val="20004"/>
                    </a:ext>
                  </a:extLst>
                </a:gridCol>
                <a:gridCol w="471805">
                  <a:extLst>
                    <a:ext uri="{9D8B030D-6E8A-4147-A177-3AD203B41FA5}">
                      <a16:colId xmlns:a16="http://schemas.microsoft.com/office/drawing/2014/main" val="20005"/>
                    </a:ext>
                  </a:extLst>
                </a:gridCol>
                <a:gridCol w="471805">
                  <a:extLst>
                    <a:ext uri="{9D8B030D-6E8A-4147-A177-3AD203B41FA5}">
                      <a16:colId xmlns:a16="http://schemas.microsoft.com/office/drawing/2014/main" val="20006"/>
                    </a:ext>
                  </a:extLst>
                </a:gridCol>
              </a:tblGrid>
              <a:tr h="457835">
                <a:tc>
                  <a:txBody>
                    <a:bodyPr/>
                    <a:lstStyle/>
                    <a:p>
                      <a:pPr algn="ctr">
                        <a:lnSpc>
                          <a:spcPct val="100000"/>
                        </a:lnSpc>
                        <a:spcBef>
                          <a:spcPts val="310"/>
                        </a:spcBef>
                      </a:pPr>
                      <a:r>
                        <a:rPr sz="2000" dirty="0">
                          <a:latin typeface="Franklin Gothic Medium"/>
                          <a:cs typeface="Franklin Gothic Medium"/>
                        </a:rPr>
                        <a:t>9</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8</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7</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6</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5</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4</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5730">
              <a:lnSpc>
                <a:spcPct val="100000"/>
              </a:lnSpc>
              <a:spcBef>
                <a:spcPts val="95"/>
              </a:spcBef>
            </a:pPr>
            <a:r>
              <a:rPr dirty="0"/>
              <a:t>Managing</a:t>
            </a:r>
            <a:r>
              <a:rPr spc="-65" dirty="0"/>
              <a:t> </a:t>
            </a:r>
            <a:r>
              <a:rPr dirty="0"/>
              <a:t>I/O</a:t>
            </a:r>
            <a:r>
              <a:rPr spc="-55" dirty="0"/>
              <a:t> </a:t>
            </a:r>
            <a:r>
              <a:rPr dirty="0"/>
              <a:t>operations</a:t>
            </a:r>
          </a:p>
        </p:txBody>
      </p:sp>
      <p:sp>
        <p:nvSpPr>
          <p:cNvPr id="3" name="object 3"/>
          <p:cNvSpPr txBox="1"/>
          <p:nvPr/>
        </p:nvSpPr>
        <p:spPr>
          <a:xfrm>
            <a:off x="304800" y="664413"/>
            <a:ext cx="2787015" cy="482727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7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real</a:t>
            </a:r>
            <a:r>
              <a:rPr sz="2200" spc="-5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numbers</a:t>
            </a:r>
            <a:endParaRPr sz="2200" dirty="0">
              <a:latin typeface="Franklin Gothic Medium"/>
              <a:cs typeface="Franklin Gothic Medium"/>
            </a:endParaRPr>
          </a:p>
          <a:p>
            <a:pPr>
              <a:lnSpc>
                <a:spcPct val="100000"/>
              </a:lnSpc>
              <a:spcBef>
                <a:spcPts val="35"/>
              </a:spcBef>
            </a:pPr>
            <a:endParaRPr sz="2300" dirty="0">
              <a:latin typeface="Franklin Gothic Medium"/>
              <a:cs typeface="Franklin Gothic Medium"/>
            </a:endParaRPr>
          </a:p>
          <a:p>
            <a:pPr marL="12700">
              <a:lnSpc>
                <a:spcPct val="100000"/>
              </a:lnSpc>
            </a:pPr>
            <a:r>
              <a:rPr sz="2200" spc="-5" dirty="0">
                <a:solidFill>
                  <a:srgbClr val="FF0000"/>
                </a:solidFill>
                <a:latin typeface="Franklin Gothic Medium"/>
                <a:cs typeface="Franklin Gothic Medium"/>
              </a:rPr>
              <a:t>float</a:t>
            </a:r>
            <a:r>
              <a:rPr sz="2200" spc="-20" dirty="0">
                <a:solidFill>
                  <a:srgbClr val="FF0000"/>
                </a:solidFill>
                <a:latin typeface="Franklin Gothic Medium"/>
                <a:cs typeface="Franklin Gothic Medium"/>
              </a:rPr>
              <a:t> y=98.7654;</a:t>
            </a:r>
            <a:endParaRPr sz="2200" dirty="0">
              <a:latin typeface="Franklin Gothic Medium"/>
              <a:cs typeface="Franklin Gothic Medium"/>
            </a:endParaRPr>
          </a:p>
          <a:p>
            <a:pPr>
              <a:lnSpc>
                <a:spcPct val="100000"/>
              </a:lnSpc>
              <a:spcBef>
                <a:spcPts val="25"/>
              </a:spcBef>
            </a:pPr>
            <a:endParaRPr sz="3050" dirty="0">
              <a:latin typeface="Franklin Gothic Medium"/>
              <a:cs typeface="Franklin Gothic Medium"/>
            </a:endParaRPr>
          </a:p>
          <a:p>
            <a:pPr marL="12700">
              <a:lnSpc>
                <a:spcPct val="100000"/>
              </a:lnSpc>
            </a:pPr>
            <a:r>
              <a:rPr sz="2200" spc="-10" dirty="0">
                <a:solidFill>
                  <a:srgbClr val="FF0000"/>
                </a:solidFill>
                <a:latin typeface="Franklin Gothic Medium"/>
                <a:cs typeface="Franklin Gothic Medium"/>
              </a:rPr>
              <a:t>printf("%10.2e",y);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10"/>
              </a:spcBef>
            </a:pPr>
            <a:endParaRPr sz="2150" dirty="0">
              <a:latin typeface="Franklin Gothic Medium"/>
              <a:cs typeface="Franklin Gothic Medium"/>
            </a:endParaRPr>
          </a:p>
          <a:p>
            <a:pPr marL="12700">
              <a:lnSpc>
                <a:spcPct val="100000"/>
              </a:lnSpc>
            </a:pPr>
            <a:r>
              <a:rPr sz="2200" spc="-5" dirty="0">
                <a:solidFill>
                  <a:srgbClr val="FF0000"/>
                </a:solidFill>
                <a:latin typeface="Franklin Gothic Medium"/>
                <a:cs typeface="Franklin Gothic Medium"/>
              </a:rPr>
              <a:t>printf("%11.4e",-y);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10"/>
              </a:spcBef>
            </a:pPr>
            <a:endParaRPr sz="2150" dirty="0">
              <a:latin typeface="Franklin Gothic Medium"/>
              <a:cs typeface="Franklin Gothic Medium"/>
            </a:endParaRPr>
          </a:p>
          <a:p>
            <a:pPr marL="12700">
              <a:lnSpc>
                <a:spcPct val="100000"/>
              </a:lnSpc>
            </a:pPr>
            <a:r>
              <a:rPr sz="2200" spc="-10" dirty="0">
                <a:solidFill>
                  <a:srgbClr val="FF0000"/>
                </a:solidFill>
                <a:latin typeface="Franklin Gothic Medium"/>
                <a:cs typeface="Franklin Gothic Medium"/>
              </a:rPr>
              <a:t>printf("%-10.2e",y);</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a:lnSpc>
                <a:spcPct val="100000"/>
              </a:lnSpc>
              <a:spcBef>
                <a:spcPts val="5"/>
              </a:spcBef>
            </a:pPr>
            <a:endParaRPr sz="2150" dirty="0">
              <a:latin typeface="Franklin Gothic Medium"/>
              <a:cs typeface="Franklin Gothic Medium"/>
            </a:endParaRPr>
          </a:p>
          <a:p>
            <a:pPr marL="12700">
              <a:lnSpc>
                <a:spcPct val="100000"/>
              </a:lnSpc>
              <a:spcBef>
                <a:spcPts val="5"/>
              </a:spcBef>
            </a:pPr>
            <a:r>
              <a:rPr sz="2200" spc="-5" dirty="0">
                <a:solidFill>
                  <a:srgbClr val="FF0000"/>
                </a:solidFill>
                <a:latin typeface="Franklin Gothic Medium"/>
                <a:cs typeface="Franklin Gothic Medium"/>
              </a:rPr>
              <a:t>printf("%e",y);</a:t>
            </a:r>
            <a:endParaRPr sz="2200" dirty="0">
              <a:latin typeface="Franklin Gothic Medium"/>
              <a:cs typeface="Franklin Gothic Medium"/>
            </a:endParaRPr>
          </a:p>
        </p:txBody>
      </p:sp>
      <p:graphicFrame>
        <p:nvGraphicFramePr>
          <p:cNvPr id="4" name="object 4"/>
          <p:cNvGraphicFramePr>
            <a:graphicFrameLocks noGrp="1"/>
          </p:cNvGraphicFramePr>
          <p:nvPr/>
        </p:nvGraphicFramePr>
        <p:xfrm>
          <a:off x="2803905" y="2043048"/>
          <a:ext cx="4412612" cy="457835"/>
        </p:xfrm>
        <a:graphic>
          <a:graphicData uri="http://schemas.openxmlformats.org/drawingml/2006/table">
            <a:tbl>
              <a:tblPr firstRow="1" bandRow="1">
                <a:tableStyleId>{2D5ABB26-0587-4C30-8999-92F81FD0307C}</a:tableStyleId>
              </a:tblPr>
              <a:tblGrid>
                <a:gridCol w="445134">
                  <a:extLst>
                    <a:ext uri="{9D8B030D-6E8A-4147-A177-3AD203B41FA5}">
                      <a16:colId xmlns:a16="http://schemas.microsoft.com/office/drawing/2014/main" val="20000"/>
                    </a:ext>
                  </a:extLst>
                </a:gridCol>
                <a:gridCol w="445134">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38784">
                  <a:extLst>
                    <a:ext uri="{9D8B030D-6E8A-4147-A177-3AD203B41FA5}">
                      <a16:colId xmlns:a16="http://schemas.microsoft.com/office/drawing/2014/main" val="20003"/>
                    </a:ext>
                  </a:extLst>
                </a:gridCol>
                <a:gridCol w="438785">
                  <a:extLst>
                    <a:ext uri="{9D8B030D-6E8A-4147-A177-3AD203B41FA5}">
                      <a16:colId xmlns:a16="http://schemas.microsoft.com/office/drawing/2014/main" val="20004"/>
                    </a:ext>
                  </a:extLst>
                </a:gridCol>
                <a:gridCol w="438785">
                  <a:extLst>
                    <a:ext uri="{9D8B030D-6E8A-4147-A177-3AD203B41FA5}">
                      <a16:colId xmlns:a16="http://schemas.microsoft.com/office/drawing/2014/main" val="20005"/>
                    </a:ext>
                  </a:extLst>
                </a:gridCol>
                <a:gridCol w="438785">
                  <a:extLst>
                    <a:ext uri="{9D8B030D-6E8A-4147-A177-3AD203B41FA5}">
                      <a16:colId xmlns:a16="http://schemas.microsoft.com/office/drawing/2014/main" val="20006"/>
                    </a:ext>
                  </a:extLst>
                </a:gridCol>
                <a:gridCol w="438785">
                  <a:extLst>
                    <a:ext uri="{9D8B030D-6E8A-4147-A177-3AD203B41FA5}">
                      <a16:colId xmlns:a16="http://schemas.microsoft.com/office/drawing/2014/main" val="20007"/>
                    </a:ext>
                  </a:extLst>
                </a:gridCol>
                <a:gridCol w="438785">
                  <a:extLst>
                    <a:ext uri="{9D8B030D-6E8A-4147-A177-3AD203B41FA5}">
                      <a16:colId xmlns:a16="http://schemas.microsoft.com/office/drawing/2014/main" val="20008"/>
                    </a:ext>
                  </a:extLst>
                </a:gridCol>
                <a:gridCol w="438785">
                  <a:extLst>
                    <a:ext uri="{9D8B030D-6E8A-4147-A177-3AD203B41FA5}">
                      <a16:colId xmlns:a16="http://schemas.microsoft.com/office/drawing/2014/main" val="20009"/>
                    </a:ext>
                  </a:extLst>
                </a:gridCol>
              </a:tblGrid>
              <a:tr h="457835">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000" dirty="0">
                          <a:latin typeface="Franklin Gothic Medium"/>
                          <a:cs typeface="Franklin Gothic Medium"/>
                        </a:rPr>
                        <a:t>9</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000" dirty="0">
                          <a:latin typeface="Franklin Gothic Medium"/>
                          <a:cs typeface="Franklin Gothic Medium"/>
                        </a:rPr>
                        <a:t>.</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305"/>
                        </a:spcBef>
                      </a:pPr>
                      <a:r>
                        <a:rPr sz="2000" dirty="0">
                          <a:latin typeface="Franklin Gothic Medium"/>
                          <a:cs typeface="Franklin Gothic Medium"/>
                        </a:rPr>
                        <a:t>8</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305"/>
                        </a:spcBef>
                      </a:pPr>
                      <a:r>
                        <a:rPr sz="2000" dirty="0">
                          <a:latin typeface="Franklin Gothic Medium"/>
                          <a:cs typeface="Franklin Gothic Medium"/>
                        </a:rPr>
                        <a:t>8</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000" dirty="0">
                          <a:latin typeface="Franklin Gothic Medium"/>
                          <a:cs typeface="Franklin Gothic Medium"/>
                        </a:rPr>
                        <a:t>e</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050">
                        <a:lnSpc>
                          <a:spcPct val="100000"/>
                        </a:lnSpc>
                        <a:spcBef>
                          <a:spcPts val="305"/>
                        </a:spcBef>
                      </a:pPr>
                      <a:r>
                        <a:rPr sz="2000" dirty="0">
                          <a:latin typeface="Franklin Gothic Medium"/>
                          <a:cs typeface="Franklin Gothic Medium"/>
                        </a:rPr>
                        <a:t>+</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050">
                        <a:lnSpc>
                          <a:spcPct val="100000"/>
                        </a:lnSpc>
                        <a:spcBef>
                          <a:spcPts val="305"/>
                        </a:spcBef>
                      </a:pPr>
                      <a:r>
                        <a:rPr sz="2000" dirty="0">
                          <a:latin typeface="Franklin Gothic Medium"/>
                          <a:cs typeface="Franklin Gothic Medium"/>
                        </a:rPr>
                        <a:t>0</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050">
                        <a:lnSpc>
                          <a:spcPct val="100000"/>
                        </a:lnSpc>
                        <a:spcBef>
                          <a:spcPts val="305"/>
                        </a:spcBef>
                      </a:pPr>
                      <a:r>
                        <a:rPr sz="2000" dirty="0">
                          <a:latin typeface="Franklin Gothic Medium"/>
                          <a:cs typeface="Franklin Gothic Medium"/>
                        </a:rPr>
                        <a:t>1</a:t>
                      </a:r>
                      <a:endParaRPr sz="20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nvGraphicFramePr>
        <p:xfrm>
          <a:off x="2803905" y="3031489"/>
          <a:ext cx="4961883" cy="396239"/>
        </p:xfrm>
        <a:graphic>
          <a:graphicData uri="http://schemas.openxmlformats.org/drawingml/2006/table">
            <a:tbl>
              <a:tblPr firstRow="1" bandRow="1">
                <a:tableStyleId>{2D5ABB26-0587-4C30-8999-92F81FD0307C}</a:tableStyleId>
              </a:tblPr>
              <a:tblGrid>
                <a:gridCol w="454659">
                  <a:extLst>
                    <a:ext uri="{9D8B030D-6E8A-4147-A177-3AD203B41FA5}">
                      <a16:colId xmlns:a16="http://schemas.microsoft.com/office/drawing/2014/main" val="20000"/>
                    </a:ext>
                  </a:extLst>
                </a:gridCol>
                <a:gridCol w="454659">
                  <a:extLst>
                    <a:ext uri="{9D8B030D-6E8A-4147-A177-3AD203B41FA5}">
                      <a16:colId xmlns:a16="http://schemas.microsoft.com/office/drawing/2014/main" val="20001"/>
                    </a:ext>
                  </a:extLst>
                </a:gridCol>
                <a:gridCol w="461009">
                  <a:extLst>
                    <a:ext uri="{9D8B030D-6E8A-4147-A177-3AD203B41FA5}">
                      <a16:colId xmlns:a16="http://schemas.microsoft.com/office/drawing/2014/main" val="20002"/>
                    </a:ext>
                  </a:extLst>
                </a:gridCol>
                <a:gridCol w="448945">
                  <a:extLst>
                    <a:ext uri="{9D8B030D-6E8A-4147-A177-3AD203B41FA5}">
                      <a16:colId xmlns:a16="http://schemas.microsoft.com/office/drawing/2014/main" val="20003"/>
                    </a:ext>
                  </a:extLst>
                </a:gridCol>
                <a:gridCol w="448944">
                  <a:extLst>
                    <a:ext uri="{9D8B030D-6E8A-4147-A177-3AD203B41FA5}">
                      <a16:colId xmlns:a16="http://schemas.microsoft.com/office/drawing/2014/main" val="20004"/>
                    </a:ext>
                  </a:extLst>
                </a:gridCol>
                <a:gridCol w="448944">
                  <a:extLst>
                    <a:ext uri="{9D8B030D-6E8A-4147-A177-3AD203B41FA5}">
                      <a16:colId xmlns:a16="http://schemas.microsoft.com/office/drawing/2014/main" val="20005"/>
                    </a:ext>
                  </a:extLst>
                </a:gridCol>
                <a:gridCol w="448944">
                  <a:extLst>
                    <a:ext uri="{9D8B030D-6E8A-4147-A177-3AD203B41FA5}">
                      <a16:colId xmlns:a16="http://schemas.microsoft.com/office/drawing/2014/main" val="20006"/>
                    </a:ext>
                  </a:extLst>
                </a:gridCol>
                <a:gridCol w="448944">
                  <a:extLst>
                    <a:ext uri="{9D8B030D-6E8A-4147-A177-3AD203B41FA5}">
                      <a16:colId xmlns:a16="http://schemas.microsoft.com/office/drawing/2014/main" val="20007"/>
                    </a:ext>
                  </a:extLst>
                </a:gridCol>
                <a:gridCol w="448945">
                  <a:extLst>
                    <a:ext uri="{9D8B030D-6E8A-4147-A177-3AD203B41FA5}">
                      <a16:colId xmlns:a16="http://schemas.microsoft.com/office/drawing/2014/main" val="20008"/>
                    </a:ext>
                  </a:extLst>
                </a:gridCol>
                <a:gridCol w="448945">
                  <a:extLst>
                    <a:ext uri="{9D8B030D-6E8A-4147-A177-3AD203B41FA5}">
                      <a16:colId xmlns:a16="http://schemas.microsoft.com/office/drawing/2014/main" val="20009"/>
                    </a:ext>
                  </a:extLst>
                </a:gridCol>
                <a:gridCol w="448945">
                  <a:extLst>
                    <a:ext uri="{9D8B030D-6E8A-4147-A177-3AD203B41FA5}">
                      <a16:colId xmlns:a16="http://schemas.microsoft.com/office/drawing/2014/main" val="20010"/>
                    </a:ext>
                  </a:extLst>
                </a:gridCol>
              </a:tblGrid>
              <a:tr h="396239">
                <a:tc>
                  <a:txBody>
                    <a:bodyPr/>
                    <a:lstStyle/>
                    <a:p>
                      <a:pPr marL="635" algn="ctr">
                        <a:lnSpc>
                          <a:spcPct val="100000"/>
                        </a:lnSpc>
                        <a:spcBef>
                          <a:spcPts val="309"/>
                        </a:spcBef>
                      </a:pPr>
                      <a:r>
                        <a:rPr sz="2000" dirty="0">
                          <a:latin typeface="Franklin Gothic Medium"/>
                          <a:cs typeface="Franklin Gothic Medium"/>
                        </a:rPr>
                        <a:t>-</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9</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9860">
                        <a:lnSpc>
                          <a:spcPct val="100000"/>
                        </a:lnSpc>
                        <a:spcBef>
                          <a:spcPts val="309"/>
                        </a:spcBef>
                      </a:pPr>
                      <a:r>
                        <a:rPr sz="2000" dirty="0">
                          <a:latin typeface="Franklin Gothic Medium"/>
                          <a:cs typeface="Franklin Gothic Medium"/>
                        </a:rPr>
                        <a:t>8</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7</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6</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5</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e</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0</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309"/>
                        </a:spcBef>
                      </a:pPr>
                      <a:r>
                        <a:rPr sz="2000" dirty="0">
                          <a:latin typeface="Franklin Gothic Medium"/>
                          <a:cs typeface="Franklin Gothic Medium"/>
                        </a:rPr>
                        <a:t>1</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2733294" y="4056760"/>
          <a:ext cx="4412612" cy="457962"/>
        </p:xfrm>
        <a:graphic>
          <a:graphicData uri="http://schemas.openxmlformats.org/drawingml/2006/table">
            <a:tbl>
              <a:tblPr firstRow="1" bandRow="1">
                <a:tableStyleId>{2D5ABB26-0587-4C30-8999-92F81FD0307C}</a:tableStyleId>
              </a:tblPr>
              <a:tblGrid>
                <a:gridCol w="445134">
                  <a:extLst>
                    <a:ext uri="{9D8B030D-6E8A-4147-A177-3AD203B41FA5}">
                      <a16:colId xmlns:a16="http://schemas.microsoft.com/office/drawing/2014/main" val="20000"/>
                    </a:ext>
                  </a:extLst>
                </a:gridCol>
                <a:gridCol w="445134">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38784">
                  <a:extLst>
                    <a:ext uri="{9D8B030D-6E8A-4147-A177-3AD203B41FA5}">
                      <a16:colId xmlns:a16="http://schemas.microsoft.com/office/drawing/2014/main" val="20003"/>
                    </a:ext>
                  </a:extLst>
                </a:gridCol>
                <a:gridCol w="438785">
                  <a:extLst>
                    <a:ext uri="{9D8B030D-6E8A-4147-A177-3AD203B41FA5}">
                      <a16:colId xmlns:a16="http://schemas.microsoft.com/office/drawing/2014/main" val="20004"/>
                    </a:ext>
                  </a:extLst>
                </a:gridCol>
                <a:gridCol w="438785">
                  <a:extLst>
                    <a:ext uri="{9D8B030D-6E8A-4147-A177-3AD203B41FA5}">
                      <a16:colId xmlns:a16="http://schemas.microsoft.com/office/drawing/2014/main" val="20005"/>
                    </a:ext>
                  </a:extLst>
                </a:gridCol>
                <a:gridCol w="438785">
                  <a:extLst>
                    <a:ext uri="{9D8B030D-6E8A-4147-A177-3AD203B41FA5}">
                      <a16:colId xmlns:a16="http://schemas.microsoft.com/office/drawing/2014/main" val="20006"/>
                    </a:ext>
                  </a:extLst>
                </a:gridCol>
                <a:gridCol w="438785">
                  <a:extLst>
                    <a:ext uri="{9D8B030D-6E8A-4147-A177-3AD203B41FA5}">
                      <a16:colId xmlns:a16="http://schemas.microsoft.com/office/drawing/2014/main" val="20007"/>
                    </a:ext>
                  </a:extLst>
                </a:gridCol>
                <a:gridCol w="438785">
                  <a:extLst>
                    <a:ext uri="{9D8B030D-6E8A-4147-A177-3AD203B41FA5}">
                      <a16:colId xmlns:a16="http://schemas.microsoft.com/office/drawing/2014/main" val="20008"/>
                    </a:ext>
                  </a:extLst>
                </a:gridCol>
                <a:gridCol w="438785">
                  <a:extLst>
                    <a:ext uri="{9D8B030D-6E8A-4147-A177-3AD203B41FA5}">
                      <a16:colId xmlns:a16="http://schemas.microsoft.com/office/drawing/2014/main" val="20009"/>
                    </a:ext>
                  </a:extLst>
                </a:gridCol>
              </a:tblGrid>
              <a:tr h="457962">
                <a:tc>
                  <a:txBody>
                    <a:bodyPr/>
                    <a:lstStyle/>
                    <a:p>
                      <a:pPr marL="147955">
                        <a:lnSpc>
                          <a:spcPct val="100000"/>
                        </a:lnSpc>
                        <a:spcBef>
                          <a:spcPts val="309"/>
                        </a:spcBef>
                      </a:pPr>
                      <a:r>
                        <a:rPr sz="2000" dirty="0">
                          <a:latin typeface="Franklin Gothic Medium"/>
                          <a:cs typeface="Franklin Gothic Medium"/>
                        </a:rPr>
                        <a:t>9</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9"/>
                        </a:spcBef>
                      </a:pPr>
                      <a:r>
                        <a:rPr sz="2000" dirty="0">
                          <a:latin typeface="Franklin Gothic Medium"/>
                          <a:cs typeface="Franklin Gothic Medium"/>
                        </a:rPr>
                        <a:t>.</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9"/>
                        </a:spcBef>
                      </a:pPr>
                      <a:r>
                        <a:rPr sz="2000" dirty="0">
                          <a:latin typeface="Franklin Gothic Medium"/>
                          <a:cs typeface="Franklin Gothic Medium"/>
                        </a:rPr>
                        <a:t>8</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309"/>
                        </a:spcBef>
                      </a:pPr>
                      <a:r>
                        <a:rPr sz="2000" dirty="0">
                          <a:latin typeface="Franklin Gothic Medium"/>
                          <a:cs typeface="Franklin Gothic Medium"/>
                        </a:rPr>
                        <a:t>8</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9"/>
                        </a:spcBef>
                      </a:pPr>
                      <a:r>
                        <a:rPr sz="2000" dirty="0">
                          <a:latin typeface="Franklin Gothic Medium"/>
                          <a:cs typeface="Franklin Gothic Medium"/>
                        </a:rPr>
                        <a:t>e</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6050">
                        <a:lnSpc>
                          <a:spcPct val="100000"/>
                        </a:lnSpc>
                        <a:spcBef>
                          <a:spcPts val="309"/>
                        </a:spcBef>
                      </a:pPr>
                      <a:r>
                        <a:rPr sz="2000" dirty="0">
                          <a:latin typeface="Franklin Gothic Medium"/>
                          <a:cs typeface="Franklin Gothic Medium"/>
                        </a:rPr>
                        <a:t>+</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309"/>
                        </a:spcBef>
                      </a:pPr>
                      <a:r>
                        <a:rPr sz="2000" dirty="0">
                          <a:latin typeface="Franklin Gothic Medium"/>
                          <a:cs typeface="Franklin Gothic Medium"/>
                        </a:rPr>
                        <a:t>0</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5415">
                        <a:lnSpc>
                          <a:spcPct val="100000"/>
                        </a:lnSpc>
                        <a:spcBef>
                          <a:spcPts val="309"/>
                        </a:spcBef>
                      </a:pPr>
                      <a:r>
                        <a:rPr sz="2000" dirty="0">
                          <a:latin typeface="Franklin Gothic Medium"/>
                          <a:cs typeface="Franklin Gothic Medium"/>
                        </a:rPr>
                        <a:t>1</a:t>
                      </a:r>
                      <a:endParaRPr sz="2000">
                        <a:latin typeface="Franklin Gothic Medium"/>
                        <a:cs typeface="Franklin Gothic Medium"/>
                      </a:endParaRPr>
                    </a:p>
                  </a:txBody>
                  <a:tcPr marL="0" marR="0" marT="39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2733294" y="4937378"/>
          <a:ext cx="5679436" cy="457961"/>
        </p:xfrm>
        <a:graphic>
          <a:graphicData uri="http://schemas.openxmlformats.org/drawingml/2006/table">
            <a:tbl>
              <a:tblPr firstRow="1" bandRow="1">
                <a:tableStyleId>{2D5ABB26-0587-4C30-8999-92F81FD0307C}</a:tableStyleId>
              </a:tblPr>
              <a:tblGrid>
                <a:gridCol w="477520">
                  <a:extLst>
                    <a:ext uri="{9D8B030D-6E8A-4147-A177-3AD203B41FA5}">
                      <a16:colId xmlns:a16="http://schemas.microsoft.com/office/drawing/2014/main" val="20000"/>
                    </a:ext>
                  </a:extLst>
                </a:gridCol>
                <a:gridCol w="477520">
                  <a:extLst>
                    <a:ext uri="{9D8B030D-6E8A-4147-A177-3AD203B41FA5}">
                      <a16:colId xmlns:a16="http://schemas.microsoft.com/office/drawing/2014/main" val="20001"/>
                    </a:ext>
                  </a:extLst>
                </a:gridCol>
                <a:gridCol w="483870">
                  <a:extLst>
                    <a:ext uri="{9D8B030D-6E8A-4147-A177-3AD203B41FA5}">
                      <a16:colId xmlns:a16="http://schemas.microsoft.com/office/drawing/2014/main" val="20002"/>
                    </a:ext>
                  </a:extLst>
                </a:gridCol>
                <a:gridCol w="471169">
                  <a:extLst>
                    <a:ext uri="{9D8B030D-6E8A-4147-A177-3AD203B41FA5}">
                      <a16:colId xmlns:a16="http://schemas.microsoft.com/office/drawing/2014/main" val="20003"/>
                    </a:ext>
                  </a:extLst>
                </a:gridCol>
                <a:gridCol w="471169">
                  <a:extLst>
                    <a:ext uri="{9D8B030D-6E8A-4147-A177-3AD203B41FA5}">
                      <a16:colId xmlns:a16="http://schemas.microsoft.com/office/drawing/2014/main" val="20004"/>
                    </a:ext>
                  </a:extLst>
                </a:gridCol>
                <a:gridCol w="471169">
                  <a:extLst>
                    <a:ext uri="{9D8B030D-6E8A-4147-A177-3AD203B41FA5}">
                      <a16:colId xmlns:a16="http://schemas.microsoft.com/office/drawing/2014/main" val="20005"/>
                    </a:ext>
                  </a:extLst>
                </a:gridCol>
                <a:gridCol w="471169">
                  <a:extLst>
                    <a:ext uri="{9D8B030D-6E8A-4147-A177-3AD203B41FA5}">
                      <a16:colId xmlns:a16="http://schemas.microsoft.com/office/drawing/2014/main" val="20006"/>
                    </a:ext>
                  </a:extLst>
                </a:gridCol>
                <a:gridCol w="471170">
                  <a:extLst>
                    <a:ext uri="{9D8B030D-6E8A-4147-A177-3AD203B41FA5}">
                      <a16:colId xmlns:a16="http://schemas.microsoft.com/office/drawing/2014/main" val="20007"/>
                    </a:ext>
                  </a:extLst>
                </a:gridCol>
                <a:gridCol w="471170">
                  <a:extLst>
                    <a:ext uri="{9D8B030D-6E8A-4147-A177-3AD203B41FA5}">
                      <a16:colId xmlns:a16="http://schemas.microsoft.com/office/drawing/2014/main" val="20008"/>
                    </a:ext>
                  </a:extLst>
                </a:gridCol>
                <a:gridCol w="471170">
                  <a:extLst>
                    <a:ext uri="{9D8B030D-6E8A-4147-A177-3AD203B41FA5}">
                      <a16:colId xmlns:a16="http://schemas.microsoft.com/office/drawing/2014/main" val="20009"/>
                    </a:ext>
                  </a:extLst>
                </a:gridCol>
                <a:gridCol w="471170">
                  <a:extLst>
                    <a:ext uri="{9D8B030D-6E8A-4147-A177-3AD203B41FA5}">
                      <a16:colId xmlns:a16="http://schemas.microsoft.com/office/drawing/2014/main" val="20010"/>
                    </a:ext>
                  </a:extLst>
                </a:gridCol>
                <a:gridCol w="471170">
                  <a:extLst>
                    <a:ext uri="{9D8B030D-6E8A-4147-A177-3AD203B41FA5}">
                      <a16:colId xmlns:a16="http://schemas.microsoft.com/office/drawing/2014/main" val="20011"/>
                    </a:ext>
                  </a:extLst>
                </a:gridCol>
              </a:tblGrid>
              <a:tr h="457961">
                <a:tc>
                  <a:txBody>
                    <a:bodyPr/>
                    <a:lstStyle/>
                    <a:p>
                      <a:pPr algn="ctr">
                        <a:lnSpc>
                          <a:spcPct val="100000"/>
                        </a:lnSpc>
                        <a:spcBef>
                          <a:spcPts val="310"/>
                        </a:spcBef>
                      </a:pPr>
                      <a:r>
                        <a:rPr sz="2000" dirty="0">
                          <a:latin typeface="Franklin Gothic Medium"/>
                          <a:cs typeface="Franklin Gothic Medium"/>
                        </a:rPr>
                        <a:t>9</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8</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7</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6</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5</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4</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0</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2000" dirty="0">
                          <a:latin typeface="Franklin Gothic Medium"/>
                          <a:cs typeface="Franklin Gothic Medium"/>
                        </a:rPr>
                        <a:t>e</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10"/>
                        </a:spcBef>
                      </a:pPr>
                      <a:r>
                        <a:rPr sz="2000" dirty="0">
                          <a:latin typeface="Franklin Gothic Medium"/>
                          <a:cs typeface="Franklin Gothic Medium"/>
                        </a:rPr>
                        <a:t>0</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10"/>
                        </a:spcBef>
                      </a:pPr>
                      <a:r>
                        <a:rPr sz="2000" dirty="0">
                          <a:latin typeface="Franklin Gothic Medium"/>
                          <a:cs typeface="Franklin Gothic Medium"/>
                        </a:rPr>
                        <a:t>1</a:t>
                      </a:r>
                      <a:endParaRPr sz="2000">
                        <a:latin typeface="Franklin Gothic Medium"/>
                        <a:cs typeface="Franklin Gothic Medium"/>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4548" y="420623"/>
            <a:ext cx="6097905" cy="5623560"/>
          </a:xfrm>
          <a:custGeom>
            <a:avLst/>
            <a:gdLst/>
            <a:ahLst/>
            <a:cxnLst/>
            <a:rect l="l" t="t" r="r" b="b"/>
            <a:pathLst>
              <a:path w="6097905" h="5623560">
                <a:moveTo>
                  <a:pt x="0" y="5623560"/>
                </a:moveTo>
                <a:lnTo>
                  <a:pt x="6097524" y="5623560"/>
                </a:lnTo>
                <a:lnTo>
                  <a:pt x="6097524" y="0"/>
                </a:lnTo>
                <a:lnTo>
                  <a:pt x="0" y="0"/>
                </a:lnTo>
                <a:lnTo>
                  <a:pt x="0" y="5623560"/>
                </a:lnTo>
                <a:close/>
              </a:path>
            </a:pathLst>
          </a:custGeom>
          <a:ln w="9525">
            <a:solidFill>
              <a:srgbClr val="C00000"/>
            </a:solidFill>
          </a:ln>
        </p:spPr>
        <p:txBody>
          <a:bodyPr wrap="square" lIns="0" tIns="0" rIns="0" bIns="0" rtlCol="0"/>
          <a:lstStyle/>
          <a:p>
            <a:endParaRPr/>
          </a:p>
        </p:txBody>
      </p:sp>
      <p:sp>
        <p:nvSpPr>
          <p:cNvPr id="3" name="object 3"/>
          <p:cNvSpPr txBox="1">
            <a:spLocks noGrp="1"/>
          </p:cNvSpPr>
          <p:nvPr>
            <p:ph type="title"/>
          </p:nvPr>
        </p:nvSpPr>
        <p:spPr>
          <a:xfrm>
            <a:off x="652678" y="411632"/>
            <a:ext cx="2547722" cy="1205230"/>
          </a:xfrm>
          <a:prstGeom prst="rect">
            <a:avLst/>
          </a:prstGeom>
        </p:spPr>
        <p:txBody>
          <a:bodyPr vert="horz" wrap="square" lIns="0" tIns="12700" rIns="0" bIns="0" rtlCol="0">
            <a:spAutoFit/>
          </a:bodyPr>
          <a:lstStyle/>
          <a:p>
            <a:pPr marL="12700" marR="5080">
              <a:lnSpc>
                <a:spcPct val="117300"/>
              </a:lnSpc>
              <a:spcBef>
                <a:spcPts val="100"/>
              </a:spcBef>
            </a:pPr>
            <a:r>
              <a:rPr sz="2200" spc="-10" dirty="0">
                <a:solidFill>
                  <a:srgbClr val="000000"/>
                </a:solidFill>
              </a:rPr>
              <a:t>#</a:t>
            </a:r>
            <a:r>
              <a:rPr lang="en-IN" sz="2200" spc="-10" dirty="0" err="1">
                <a:solidFill>
                  <a:srgbClr val="000000"/>
                </a:solidFill>
              </a:rPr>
              <a:t>Icl</a:t>
            </a:r>
            <a:r>
              <a:rPr lang="en-IN" sz="2200" spc="-5" dirty="0" err="1">
                <a:solidFill>
                  <a:srgbClr val="000000"/>
                </a:solidFill>
              </a:rPr>
              <a:t>u</a:t>
            </a:r>
            <a:r>
              <a:rPr lang="en-IN" sz="2200" dirty="0" err="1">
                <a:solidFill>
                  <a:srgbClr val="000000"/>
                </a:solidFill>
              </a:rPr>
              <a:t>d</a:t>
            </a:r>
            <a:r>
              <a:rPr lang="en-IN" sz="2200" spc="-10" dirty="0" err="1">
                <a:solidFill>
                  <a:srgbClr val="000000"/>
                </a:solidFill>
              </a:rPr>
              <a:t>e</a:t>
            </a:r>
            <a:r>
              <a:rPr lang="en-IN" sz="2200" spc="-10" dirty="0">
                <a:solidFill>
                  <a:srgbClr val="000000"/>
                </a:solidFill>
              </a:rPr>
              <a:t>&lt;</a:t>
            </a:r>
            <a:r>
              <a:rPr lang="en-IN" sz="2200" spc="-10" dirty="0" err="1">
                <a:solidFill>
                  <a:srgbClr val="000000"/>
                </a:solidFill>
              </a:rPr>
              <a:t>s</a:t>
            </a:r>
            <a:r>
              <a:rPr lang="en-IN" sz="2200" dirty="0" err="1">
                <a:solidFill>
                  <a:srgbClr val="000000"/>
                </a:solidFill>
              </a:rPr>
              <a:t>td</a:t>
            </a:r>
            <a:r>
              <a:rPr lang="en-IN" sz="2200" spc="-5" dirty="0" err="1">
                <a:solidFill>
                  <a:srgbClr val="000000"/>
                </a:solidFill>
              </a:rPr>
              <a:t>i</a:t>
            </a:r>
            <a:r>
              <a:rPr lang="en-IN" sz="2200" dirty="0" err="1">
                <a:solidFill>
                  <a:srgbClr val="000000"/>
                </a:solidFill>
              </a:rPr>
              <a:t>o</a:t>
            </a:r>
            <a:r>
              <a:rPr lang="en-IN" sz="2200" spc="-5" dirty="0" err="1">
                <a:solidFill>
                  <a:srgbClr val="000000"/>
                </a:solidFill>
              </a:rPr>
              <a:t>.h</a:t>
            </a:r>
            <a:r>
              <a:rPr sz="2200" spc="-5" dirty="0">
                <a:solidFill>
                  <a:srgbClr val="000000"/>
                </a:solidFill>
              </a:rPr>
              <a:t>&gt;  </a:t>
            </a:r>
            <a:r>
              <a:rPr sz="2200" spc="-10" dirty="0">
                <a:solidFill>
                  <a:srgbClr val="000000"/>
                </a:solidFill>
              </a:rPr>
              <a:t>void </a:t>
            </a:r>
            <a:r>
              <a:rPr sz="2200" spc="-5" dirty="0">
                <a:solidFill>
                  <a:srgbClr val="000000"/>
                </a:solidFill>
              </a:rPr>
              <a:t>main()</a:t>
            </a:r>
            <a:endParaRPr sz="2200" dirty="0"/>
          </a:p>
          <a:p>
            <a:pPr marL="12700">
              <a:lnSpc>
                <a:spcPct val="100000"/>
              </a:lnSpc>
              <a:spcBef>
                <a:spcPts val="455"/>
              </a:spcBef>
            </a:pPr>
            <a:r>
              <a:rPr sz="2200" spc="-5" dirty="0">
                <a:solidFill>
                  <a:srgbClr val="000000"/>
                </a:solidFill>
              </a:rPr>
              <a:t>{</a:t>
            </a:r>
            <a:endParaRPr sz="2200" dirty="0"/>
          </a:p>
        </p:txBody>
      </p:sp>
      <p:sp>
        <p:nvSpPr>
          <p:cNvPr id="4" name="object 4"/>
          <p:cNvSpPr txBox="1"/>
          <p:nvPr/>
        </p:nvSpPr>
        <p:spPr>
          <a:xfrm>
            <a:off x="652678" y="1592986"/>
            <a:ext cx="4725035" cy="4356100"/>
          </a:xfrm>
          <a:prstGeom prst="rect">
            <a:avLst/>
          </a:prstGeom>
        </p:spPr>
        <p:txBody>
          <a:bodyPr vert="horz" wrap="square" lIns="0" tIns="12065" rIns="0" bIns="0" rtlCol="0">
            <a:spAutoFit/>
          </a:bodyPr>
          <a:lstStyle/>
          <a:p>
            <a:pPr marL="469900" marR="5080">
              <a:lnSpc>
                <a:spcPct val="117400"/>
              </a:lnSpc>
              <a:spcBef>
                <a:spcPts val="95"/>
              </a:spcBef>
            </a:pPr>
            <a:r>
              <a:rPr sz="2200" spc="-5" dirty="0">
                <a:latin typeface="Franklin Gothic Medium"/>
                <a:cs typeface="Franklin Gothic Medium"/>
              </a:rPr>
              <a:t>float</a:t>
            </a:r>
            <a:r>
              <a:rPr sz="2200" dirty="0">
                <a:latin typeface="Franklin Gothic Medium"/>
                <a:cs typeface="Franklin Gothic Medium"/>
              </a:rPr>
              <a:t> </a:t>
            </a:r>
            <a:r>
              <a:rPr sz="2200" spc="5" dirty="0">
                <a:latin typeface="Franklin Gothic Medium"/>
                <a:cs typeface="Franklin Gothic Medium"/>
              </a:rPr>
              <a:t>m1,</a:t>
            </a:r>
            <a:r>
              <a:rPr sz="2200" spc="10" dirty="0">
                <a:latin typeface="Franklin Gothic Medium"/>
                <a:cs typeface="Franklin Gothic Medium"/>
              </a:rPr>
              <a:t> </a:t>
            </a:r>
            <a:r>
              <a:rPr sz="2200" spc="-10" dirty="0">
                <a:latin typeface="Franklin Gothic Medium"/>
                <a:cs typeface="Franklin Gothic Medium"/>
              </a:rPr>
              <a:t>m2,</a:t>
            </a:r>
            <a:r>
              <a:rPr sz="2200" spc="-15" dirty="0">
                <a:latin typeface="Franklin Gothic Medium"/>
                <a:cs typeface="Franklin Gothic Medium"/>
              </a:rPr>
              <a:t> </a:t>
            </a:r>
            <a:r>
              <a:rPr sz="2200" spc="-10" dirty="0">
                <a:latin typeface="Franklin Gothic Medium"/>
                <a:cs typeface="Franklin Gothic Medium"/>
              </a:rPr>
              <a:t>m3,</a:t>
            </a:r>
            <a:r>
              <a:rPr sz="2200" spc="-5" dirty="0">
                <a:latin typeface="Franklin Gothic Medium"/>
                <a:cs typeface="Franklin Gothic Medium"/>
              </a:rPr>
              <a:t> </a:t>
            </a:r>
            <a:r>
              <a:rPr sz="2200" spc="-15" dirty="0">
                <a:latin typeface="Franklin Gothic Medium"/>
                <a:cs typeface="Franklin Gothic Medium"/>
              </a:rPr>
              <a:t>total,</a:t>
            </a:r>
            <a:r>
              <a:rPr sz="2200" spc="-5" dirty="0">
                <a:latin typeface="Franklin Gothic Medium"/>
                <a:cs typeface="Franklin Gothic Medium"/>
              </a:rPr>
              <a:t> </a:t>
            </a:r>
            <a:r>
              <a:rPr sz="2200" spc="-20" dirty="0">
                <a:latin typeface="Franklin Gothic Medium"/>
                <a:cs typeface="Franklin Gothic Medium"/>
              </a:rPr>
              <a:t>avg; </a:t>
            </a:r>
            <a:r>
              <a:rPr sz="2200" spc="-15" dirty="0">
                <a:latin typeface="Franklin Gothic Medium"/>
                <a:cs typeface="Franklin Gothic Medium"/>
              </a:rPr>
              <a:t> </a:t>
            </a:r>
            <a:r>
              <a:rPr sz="2200" spc="-10" dirty="0">
                <a:latin typeface="Franklin Gothic Medium"/>
                <a:cs typeface="Franklin Gothic Medium"/>
              </a:rPr>
              <a:t>printf("Enter</a:t>
            </a:r>
            <a:r>
              <a:rPr sz="2200" spc="5" dirty="0">
                <a:latin typeface="Franklin Gothic Medium"/>
                <a:cs typeface="Franklin Gothic Medium"/>
              </a:rPr>
              <a:t> </a:t>
            </a:r>
            <a:r>
              <a:rPr sz="2200" spc="-5" dirty="0">
                <a:latin typeface="Franklin Gothic Medium"/>
                <a:cs typeface="Franklin Gothic Medium"/>
              </a:rPr>
              <a:t>3 marks\n"); </a:t>
            </a:r>
            <a:r>
              <a:rPr sz="2200" dirty="0">
                <a:latin typeface="Franklin Gothic Medium"/>
                <a:cs typeface="Franklin Gothic Medium"/>
              </a:rPr>
              <a:t> </a:t>
            </a:r>
            <a:r>
              <a:rPr sz="2200" spc="-5" dirty="0">
                <a:latin typeface="Franklin Gothic Medium"/>
                <a:cs typeface="Franklin Gothic Medium"/>
              </a:rPr>
              <a:t>scanf("%f%f%f",</a:t>
            </a:r>
            <a:r>
              <a:rPr sz="2200" spc="25" dirty="0">
                <a:latin typeface="Franklin Gothic Medium"/>
                <a:cs typeface="Franklin Gothic Medium"/>
              </a:rPr>
              <a:t> </a:t>
            </a:r>
            <a:r>
              <a:rPr sz="2200" spc="5" dirty="0">
                <a:latin typeface="Franklin Gothic Medium"/>
                <a:cs typeface="Franklin Gothic Medium"/>
              </a:rPr>
              <a:t>&amp;m1,</a:t>
            </a:r>
            <a:r>
              <a:rPr sz="2200" spc="-5" dirty="0">
                <a:latin typeface="Franklin Gothic Medium"/>
                <a:cs typeface="Franklin Gothic Medium"/>
              </a:rPr>
              <a:t> &amp;m2,</a:t>
            </a:r>
            <a:r>
              <a:rPr sz="2200" spc="-10" dirty="0">
                <a:latin typeface="Franklin Gothic Medium"/>
                <a:cs typeface="Franklin Gothic Medium"/>
              </a:rPr>
              <a:t> </a:t>
            </a:r>
            <a:r>
              <a:rPr sz="2200" spc="-5" dirty="0">
                <a:latin typeface="Franklin Gothic Medium"/>
                <a:cs typeface="Franklin Gothic Medium"/>
              </a:rPr>
              <a:t>&amp;m3); </a:t>
            </a:r>
            <a:r>
              <a:rPr sz="2200" spc="-535" dirty="0">
                <a:latin typeface="Franklin Gothic Medium"/>
                <a:cs typeface="Franklin Gothic Medium"/>
              </a:rPr>
              <a:t> </a:t>
            </a:r>
            <a:r>
              <a:rPr sz="2200" spc="-15" dirty="0">
                <a:latin typeface="Franklin Gothic Medium"/>
                <a:cs typeface="Franklin Gothic Medium"/>
              </a:rPr>
              <a:t>total=m1+m2+m3;</a:t>
            </a:r>
            <a:endParaRPr sz="2200">
              <a:latin typeface="Franklin Gothic Medium"/>
              <a:cs typeface="Franklin Gothic Medium"/>
            </a:endParaRPr>
          </a:p>
          <a:p>
            <a:pPr marL="469900" marR="641985">
              <a:lnSpc>
                <a:spcPct val="117300"/>
              </a:lnSpc>
            </a:pPr>
            <a:r>
              <a:rPr sz="2200" spc="-15" dirty="0">
                <a:latin typeface="Franklin Gothic Medium"/>
                <a:cs typeface="Franklin Gothic Medium"/>
              </a:rPr>
              <a:t>avg=total/3; </a:t>
            </a:r>
            <a:r>
              <a:rPr sz="2200" spc="-10" dirty="0">
                <a:latin typeface="Franklin Gothic Medium"/>
                <a:cs typeface="Franklin Gothic Medium"/>
              </a:rPr>
              <a:t> </a:t>
            </a:r>
            <a:r>
              <a:rPr sz="2200" spc="-5" dirty="0">
                <a:latin typeface="Franklin Gothic Medium"/>
                <a:cs typeface="Franklin Gothic Medium"/>
              </a:rPr>
              <a:t>p</a:t>
            </a:r>
            <a:r>
              <a:rPr sz="2200" dirty="0">
                <a:latin typeface="Franklin Gothic Medium"/>
                <a:cs typeface="Franklin Gothic Medium"/>
              </a:rPr>
              <a:t>r</a:t>
            </a:r>
            <a:r>
              <a:rPr sz="2200" spc="-5" dirty="0">
                <a:latin typeface="Franklin Gothic Medium"/>
                <a:cs typeface="Franklin Gothic Medium"/>
              </a:rPr>
              <a:t>int</a:t>
            </a:r>
            <a:r>
              <a:rPr sz="2200" dirty="0">
                <a:latin typeface="Franklin Gothic Medium"/>
                <a:cs typeface="Franklin Gothic Medium"/>
              </a:rPr>
              <a:t>f</a:t>
            </a:r>
            <a:r>
              <a:rPr sz="2200" spc="-10" dirty="0">
                <a:latin typeface="Franklin Gothic Medium"/>
                <a:cs typeface="Franklin Gothic Medium"/>
              </a:rPr>
              <a:t>("</a:t>
            </a:r>
            <a:r>
              <a:rPr sz="2200" spc="-5" dirty="0">
                <a:latin typeface="Franklin Gothic Medium"/>
                <a:cs typeface="Franklin Gothic Medium"/>
              </a:rPr>
              <a:t>Ma</a:t>
            </a:r>
            <a:r>
              <a:rPr sz="2200" spc="-15" dirty="0">
                <a:latin typeface="Franklin Gothic Medium"/>
                <a:cs typeface="Franklin Gothic Medium"/>
              </a:rPr>
              <a:t>r</a:t>
            </a:r>
            <a:r>
              <a:rPr sz="2200" spc="-10" dirty="0">
                <a:latin typeface="Franklin Gothic Medium"/>
                <a:cs typeface="Franklin Gothic Medium"/>
              </a:rPr>
              <a:t>ks1</a:t>
            </a:r>
            <a:r>
              <a:rPr sz="2200" spc="-10" dirty="0">
                <a:solidFill>
                  <a:srgbClr val="FF0000"/>
                </a:solidFill>
                <a:latin typeface="Franklin Gothic Medium"/>
                <a:cs typeface="Franklin Gothic Medium"/>
              </a:rPr>
              <a:t>=%</a:t>
            </a:r>
            <a:r>
              <a:rPr sz="2200" spc="-15" dirty="0">
                <a:solidFill>
                  <a:srgbClr val="FF0000"/>
                </a:solidFill>
                <a:latin typeface="Franklin Gothic Medium"/>
                <a:cs typeface="Franklin Gothic Medium"/>
              </a:rPr>
              <a:t>5</a:t>
            </a:r>
            <a:r>
              <a:rPr sz="2200" spc="-5" dirty="0">
                <a:solidFill>
                  <a:srgbClr val="FF0000"/>
                </a:solidFill>
                <a:latin typeface="Franklin Gothic Medium"/>
                <a:cs typeface="Franklin Gothic Medium"/>
              </a:rPr>
              <a:t>.2</a:t>
            </a:r>
            <a:r>
              <a:rPr sz="2200" spc="-10" dirty="0">
                <a:solidFill>
                  <a:srgbClr val="FF0000"/>
                </a:solidFill>
                <a:latin typeface="Franklin Gothic Medium"/>
                <a:cs typeface="Franklin Gothic Medium"/>
              </a:rPr>
              <a:t>f</a:t>
            </a:r>
            <a:r>
              <a:rPr sz="2200" spc="-5" dirty="0">
                <a:latin typeface="Franklin Gothic Medium"/>
                <a:cs typeface="Franklin Gothic Medium"/>
              </a:rPr>
              <a:t>\n",</a:t>
            </a:r>
            <a:r>
              <a:rPr sz="2200" spc="-15" dirty="0">
                <a:latin typeface="Franklin Gothic Medium"/>
                <a:cs typeface="Franklin Gothic Medium"/>
              </a:rPr>
              <a:t>m</a:t>
            </a:r>
            <a:r>
              <a:rPr sz="2200" spc="-10" dirty="0">
                <a:latin typeface="Franklin Gothic Medium"/>
                <a:cs typeface="Franklin Gothic Medium"/>
              </a:rPr>
              <a:t>1);</a:t>
            </a:r>
            <a:endParaRPr sz="2200">
              <a:latin typeface="Franklin Gothic Medium"/>
              <a:cs typeface="Franklin Gothic Medium"/>
            </a:endParaRPr>
          </a:p>
          <a:p>
            <a:pPr marL="469900" marR="572770">
              <a:lnSpc>
                <a:spcPct val="117500"/>
              </a:lnSpc>
              <a:spcBef>
                <a:spcPts val="10"/>
              </a:spcBef>
            </a:pPr>
            <a:r>
              <a:rPr sz="2200" spc="-5" dirty="0">
                <a:latin typeface="Franklin Gothic Medium"/>
                <a:cs typeface="Franklin Gothic Medium"/>
              </a:rPr>
              <a:t>printf("Marks2</a:t>
            </a:r>
            <a:r>
              <a:rPr sz="2200" spc="-5" dirty="0">
                <a:solidFill>
                  <a:srgbClr val="FF0000"/>
                </a:solidFill>
                <a:latin typeface="Franklin Gothic Medium"/>
                <a:cs typeface="Franklin Gothic Medium"/>
              </a:rPr>
              <a:t>=%5.2f</a:t>
            </a:r>
            <a:r>
              <a:rPr sz="2200" spc="-5" dirty="0">
                <a:latin typeface="Franklin Gothic Medium"/>
                <a:cs typeface="Franklin Gothic Medium"/>
              </a:rPr>
              <a:t>\n",m2); </a:t>
            </a:r>
            <a:r>
              <a:rPr sz="2200" spc="-535" dirty="0">
                <a:latin typeface="Franklin Gothic Medium"/>
                <a:cs typeface="Franklin Gothic Medium"/>
              </a:rPr>
              <a:t> </a:t>
            </a:r>
            <a:r>
              <a:rPr sz="2200" spc="-10" dirty="0">
                <a:latin typeface="Franklin Gothic Medium"/>
                <a:cs typeface="Franklin Gothic Medium"/>
              </a:rPr>
              <a:t>printf("Marks3</a:t>
            </a:r>
            <a:r>
              <a:rPr sz="2200" spc="-10" dirty="0">
                <a:solidFill>
                  <a:srgbClr val="FF0000"/>
                </a:solidFill>
                <a:latin typeface="Franklin Gothic Medium"/>
                <a:cs typeface="Franklin Gothic Medium"/>
              </a:rPr>
              <a:t>=%5.2f</a:t>
            </a:r>
            <a:r>
              <a:rPr sz="2200" spc="-10" dirty="0">
                <a:latin typeface="Franklin Gothic Medium"/>
                <a:cs typeface="Franklin Gothic Medium"/>
              </a:rPr>
              <a:t>\n",m3); </a:t>
            </a:r>
            <a:r>
              <a:rPr sz="2200" spc="-5" dirty="0">
                <a:latin typeface="Franklin Gothic Medium"/>
                <a:cs typeface="Franklin Gothic Medium"/>
              </a:rPr>
              <a:t> </a:t>
            </a:r>
            <a:r>
              <a:rPr sz="2200" spc="-10" dirty="0">
                <a:latin typeface="Franklin Gothic Medium"/>
                <a:cs typeface="Franklin Gothic Medium"/>
              </a:rPr>
              <a:t>printf("Total</a:t>
            </a:r>
            <a:r>
              <a:rPr sz="2200" spc="-10" dirty="0">
                <a:solidFill>
                  <a:srgbClr val="FF0000"/>
                </a:solidFill>
                <a:latin typeface="Franklin Gothic Medium"/>
                <a:cs typeface="Franklin Gothic Medium"/>
              </a:rPr>
              <a:t>=%5.2f</a:t>
            </a:r>
            <a:r>
              <a:rPr sz="2200" spc="-10" dirty="0">
                <a:latin typeface="Franklin Gothic Medium"/>
                <a:cs typeface="Franklin Gothic Medium"/>
              </a:rPr>
              <a:t>\n",total); </a:t>
            </a:r>
            <a:r>
              <a:rPr sz="2200" spc="-5" dirty="0">
                <a:latin typeface="Franklin Gothic Medium"/>
                <a:cs typeface="Franklin Gothic Medium"/>
              </a:rPr>
              <a:t> </a:t>
            </a:r>
            <a:r>
              <a:rPr sz="2200" spc="-10" dirty="0">
                <a:latin typeface="Franklin Gothic Medium"/>
                <a:cs typeface="Franklin Gothic Medium"/>
              </a:rPr>
              <a:t>printf("Average</a:t>
            </a:r>
            <a:r>
              <a:rPr sz="2200" spc="-10" dirty="0">
                <a:solidFill>
                  <a:srgbClr val="FF0000"/>
                </a:solidFill>
                <a:latin typeface="Franklin Gothic Medium"/>
                <a:cs typeface="Franklin Gothic Medium"/>
              </a:rPr>
              <a:t>=%5.2f</a:t>
            </a:r>
            <a:r>
              <a:rPr sz="2200" spc="-10" dirty="0">
                <a:latin typeface="Franklin Gothic Medium"/>
                <a:cs typeface="Franklin Gothic Medium"/>
              </a:rPr>
              <a:t>\n",avg);</a:t>
            </a:r>
            <a:endParaRPr sz="2200">
              <a:latin typeface="Franklin Gothic Medium"/>
              <a:cs typeface="Franklin Gothic Medium"/>
            </a:endParaRPr>
          </a:p>
          <a:p>
            <a:pPr marL="12700">
              <a:lnSpc>
                <a:spcPct val="100000"/>
              </a:lnSpc>
              <a:spcBef>
                <a:spcPts val="455"/>
              </a:spcBef>
            </a:pPr>
            <a:r>
              <a:rPr sz="2200" spc="-5" dirty="0">
                <a:latin typeface="Franklin Gothic Medium"/>
                <a:cs typeface="Franklin Gothic Medium"/>
              </a:rPr>
              <a:t>}</a:t>
            </a:r>
            <a:endParaRPr sz="2200">
              <a:latin typeface="Franklin Gothic Medium"/>
              <a:cs typeface="Franklin Gothic Medium"/>
            </a:endParaRPr>
          </a:p>
        </p:txBody>
      </p:sp>
      <p:sp>
        <p:nvSpPr>
          <p:cNvPr id="5" name="object 5"/>
          <p:cNvSpPr txBox="1"/>
          <p:nvPr/>
        </p:nvSpPr>
        <p:spPr>
          <a:xfrm>
            <a:off x="9209531" y="420623"/>
            <a:ext cx="2407920" cy="4011295"/>
          </a:xfrm>
          <a:prstGeom prst="rect">
            <a:avLst/>
          </a:prstGeom>
          <a:ln w="9525">
            <a:solidFill>
              <a:srgbClr val="C00000"/>
            </a:solidFill>
          </a:ln>
        </p:spPr>
        <p:txBody>
          <a:bodyPr vert="horz" wrap="square" lIns="0" tIns="57785" rIns="0" bIns="0" rtlCol="0">
            <a:spAutoFit/>
          </a:bodyPr>
          <a:lstStyle/>
          <a:p>
            <a:pPr marL="92710">
              <a:lnSpc>
                <a:spcPct val="100000"/>
              </a:lnSpc>
              <a:spcBef>
                <a:spcPts val="455"/>
              </a:spcBef>
            </a:pPr>
            <a:r>
              <a:rPr sz="2000" dirty="0">
                <a:solidFill>
                  <a:srgbClr val="C00000"/>
                </a:solidFill>
                <a:latin typeface="Franklin Gothic Medium"/>
                <a:cs typeface="Franklin Gothic Medium"/>
              </a:rPr>
              <a:t>Output</a:t>
            </a:r>
            <a:endParaRPr sz="2000">
              <a:latin typeface="Franklin Gothic Medium"/>
              <a:cs typeface="Franklin Gothic Medium"/>
            </a:endParaRPr>
          </a:p>
          <a:p>
            <a:pPr marL="92710">
              <a:lnSpc>
                <a:spcPct val="100000"/>
              </a:lnSpc>
              <a:spcBef>
                <a:spcPts val="400"/>
              </a:spcBef>
            </a:pPr>
            <a:r>
              <a:rPr sz="2000" spc="-5" dirty="0">
                <a:latin typeface="Franklin Gothic Medium"/>
                <a:cs typeface="Franklin Gothic Medium"/>
              </a:rPr>
              <a:t>Enter</a:t>
            </a:r>
            <a:r>
              <a:rPr sz="2000" spc="-35" dirty="0">
                <a:latin typeface="Franklin Gothic Medium"/>
                <a:cs typeface="Franklin Gothic Medium"/>
              </a:rPr>
              <a:t> </a:t>
            </a:r>
            <a:r>
              <a:rPr sz="2000" dirty="0">
                <a:latin typeface="Franklin Gothic Medium"/>
                <a:cs typeface="Franklin Gothic Medium"/>
              </a:rPr>
              <a:t>3</a:t>
            </a:r>
            <a:r>
              <a:rPr sz="2000" spc="-30" dirty="0">
                <a:latin typeface="Franklin Gothic Medium"/>
                <a:cs typeface="Franklin Gothic Medium"/>
              </a:rPr>
              <a:t> </a:t>
            </a:r>
            <a:r>
              <a:rPr sz="2000" spc="-10" dirty="0">
                <a:latin typeface="Franklin Gothic Medium"/>
                <a:cs typeface="Franklin Gothic Medium"/>
              </a:rPr>
              <a:t>marks</a:t>
            </a:r>
            <a:endParaRPr sz="2000">
              <a:latin typeface="Franklin Gothic Medium"/>
              <a:cs typeface="Franklin Gothic Medium"/>
            </a:endParaRPr>
          </a:p>
          <a:p>
            <a:pPr marL="92710">
              <a:lnSpc>
                <a:spcPct val="100000"/>
              </a:lnSpc>
              <a:spcBef>
                <a:spcPts val="405"/>
              </a:spcBef>
            </a:pPr>
            <a:r>
              <a:rPr sz="2000" spc="-5" dirty="0">
                <a:latin typeface="Franklin Gothic Medium"/>
                <a:cs typeface="Franklin Gothic Medium"/>
              </a:rPr>
              <a:t>78.65433</a:t>
            </a:r>
            <a:endParaRPr sz="2000">
              <a:latin typeface="Franklin Gothic Medium"/>
              <a:cs typeface="Franklin Gothic Medium"/>
            </a:endParaRPr>
          </a:p>
          <a:p>
            <a:pPr marL="92710">
              <a:lnSpc>
                <a:spcPct val="100000"/>
              </a:lnSpc>
              <a:spcBef>
                <a:spcPts val="400"/>
              </a:spcBef>
            </a:pPr>
            <a:r>
              <a:rPr sz="2000" spc="-5" dirty="0">
                <a:latin typeface="Franklin Gothic Medium"/>
                <a:cs typeface="Franklin Gothic Medium"/>
              </a:rPr>
              <a:t>98.444</a:t>
            </a:r>
            <a:endParaRPr sz="2000">
              <a:latin typeface="Franklin Gothic Medium"/>
              <a:cs typeface="Franklin Gothic Medium"/>
            </a:endParaRPr>
          </a:p>
          <a:p>
            <a:pPr marL="92710">
              <a:lnSpc>
                <a:spcPct val="100000"/>
              </a:lnSpc>
              <a:spcBef>
                <a:spcPts val="395"/>
              </a:spcBef>
            </a:pPr>
            <a:r>
              <a:rPr sz="2000" spc="-5" dirty="0">
                <a:latin typeface="Franklin Gothic Medium"/>
                <a:cs typeface="Franklin Gothic Medium"/>
              </a:rPr>
              <a:t>79.5</a:t>
            </a:r>
            <a:endParaRPr sz="2000">
              <a:latin typeface="Franklin Gothic Medium"/>
              <a:cs typeface="Franklin Gothic Medium"/>
            </a:endParaRPr>
          </a:p>
          <a:p>
            <a:pPr marL="92710" marR="619760">
              <a:lnSpc>
                <a:spcPct val="116599"/>
              </a:lnSpc>
              <a:spcBef>
                <a:spcPts val="10"/>
              </a:spcBef>
            </a:pPr>
            <a:r>
              <a:rPr sz="2000" spc="-5" dirty="0">
                <a:latin typeface="Franklin Gothic Medium"/>
                <a:cs typeface="Franklin Gothic Medium"/>
              </a:rPr>
              <a:t>Marks1=78.65 </a:t>
            </a:r>
            <a:r>
              <a:rPr sz="2000" spc="-484" dirty="0">
                <a:latin typeface="Franklin Gothic Medium"/>
                <a:cs typeface="Franklin Gothic Medium"/>
              </a:rPr>
              <a:t> </a:t>
            </a:r>
            <a:r>
              <a:rPr sz="2000" spc="-5" dirty="0">
                <a:latin typeface="Franklin Gothic Medium"/>
                <a:cs typeface="Franklin Gothic Medium"/>
              </a:rPr>
              <a:t>Marks2=98.44 </a:t>
            </a:r>
            <a:r>
              <a:rPr sz="2000" spc="-484" dirty="0">
                <a:latin typeface="Franklin Gothic Medium"/>
                <a:cs typeface="Franklin Gothic Medium"/>
              </a:rPr>
              <a:t> </a:t>
            </a:r>
            <a:r>
              <a:rPr sz="2000" spc="-5" dirty="0">
                <a:latin typeface="Franklin Gothic Medium"/>
                <a:cs typeface="Franklin Gothic Medium"/>
              </a:rPr>
              <a:t>Marks3=79.50 </a:t>
            </a:r>
            <a:r>
              <a:rPr sz="2000" spc="-484" dirty="0">
                <a:latin typeface="Franklin Gothic Medium"/>
                <a:cs typeface="Franklin Gothic Medium"/>
              </a:rPr>
              <a:t> </a:t>
            </a:r>
            <a:r>
              <a:rPr sz="2000" spc="-15" dirty="0">
                <a:latin typeface="Franklin Gothic Medium"/>
                <a:cs typeface="Franklin Gothic Medium"/>
              </a:rPr>
              <a:t>Total=256.60 </a:t>
            </a:r>
            <a:r>
              <a:rPr sz="2000" spc="-10" dirty="0">
                <a:latin typeface="Franklin Gothic Medium"/>
                <a:cs typeface="Franklin Gothic Medium"/>
              </a:rPr>
              <a:t> </a:t>
            </a:r>
            <a:r>
              <a:rPr sz="2000" spc="-35" dirty="0">
                <a:latin typeface="Franklin Gothic Medium"/>
                <a:cs typeface="Franklin Gothic Medium"/>
              </a:rPr>
              <a:t>A</a:t>
            </a:r>
            <a:r>
              <a:rPr sz="2000" spc="-15" dirty="0">
                <a:latin typeface="Franklin Gothic Medium"/>
                <a:cs typeface="Franklin Gothic Medium"/>
              </a:rPr>
              <a:t>v</a:t>
            </a:r>
            <a:r>
              <a:rPr sz="2000" spc="-5" dirty="0">
                <a:latin typeface="Franklin Gothic Medium"/>
                <a:cs typeface="Franklin Gothic Medium"/>
              </a:rPr>
              <a:t>erag</a:t>
            </a:r>
            <a:r>
              <a:rPr sz="2000" spc="5" dirty="0">
                <a:latin typeface="Franklin Gothic Medium"/>
                <a:cs typeface="Franklin Gothic Medium"/>
              </a:rPr>
              <a:t>e</a:t>
            </a:r>
            <a:r>
              <a:rPr sz="2000" spc="-15" dirty="0">
                <a:latin typeface="Franklin Gothic Medium"/>
                <a:cs typeface="Franklin Gothic Medium"/>
              </a:rPr>
              <a:t>=</a:t>
            </a:r>
            <a:r>
              <a:rPr sz="2000" spc="-5" dirty="0">
                <a:latin typeface="Franklin Gothic Medium"/>
                <a:cs typeface="Franklin Gothic Medium"/>
              </a:rPr>
              <a:t>85.53</a:t>
            </a:r>
            <a:endParaRPr sz="2000">
              <a:latin typeface="Franklin Gothic Medium"/>
              <a:cs typeface="Franklin Gothic Medium"/>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2422" y="438403"/>
            <a:ext cx="4648200" cy="513715"/>
          </a:xfrm>
          <a:prstGeom prst="rect">
            <a:avLst/>
          </a:prstGeom>
        </p:spPr>
        <p:txBody>
          <a:bodyPr vert="horz" wrap="square" lIns="0" tIns="13335" rIns="0" bIns="0" rtlCol="0">
            <a:spAutoFit/>
          </a:bodyPr>
          <a:lstStyle/>
          <a:p>
            <a:pPr marL="12700">
              <a:lnSpc>
                <a:spcPct val="100000"/>
              </a:lnSpc>
              <a:spcBef>
                <a:spcPts val="105"/>
              </a:spcBef>
            </a:pPr>
            <a:r>
              <a:rPr sz="3200" dirty="0"/>
              <a:t>Operators</a:t>
            </a:r>
            <a:r>
              <a:rPr sz="3200" spc="-65" dirty="0"/>
              <a:t> </a:t>
            </a:r>
            <a:r>
              <a:rPr sz="3200" spc="5" dirty="0"/>
              <a:t>and</a:t>
            </a:r>
            <a:r>
              <a:rPr sz="3200" spc="-35" dirty="0"/>
              <a:t> </a:t>
            </a:r>
            <a:r>
              <a:rPr sz="3200" spc="-5" dirty="0"/>
              <a:t>expressions</a:t>
            </a:r>
            <a:endParaRPr sz="3200"/>
          </a:p>
        </p:txBody>
      </p:sp>
      <p:pic>
        <p:nvPicPr>
          <p:cNvPr id="3" name="object 3"/>
          <p:cNvPicPr/>
          <p:nvPr/>
        </p:nvPicPr>
        <p:blipFill>
          <a:blip r:embed="rId2" cstate="print"/>
          <a:stretch>
            <a:fillRect/>
          </a:stretch>
        </p:blipFill>
        <p:spPr>
          <a:xfrm>
            <a:off x="4930695" y="3398713"/>
            <a:ext cx="2585662" cy="630387"/>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40148" y="121361"/>
            <a:ext cx="4069715" cy="452120"/>
          </a:xfrm>
          <a:prstGeom prst="rect">
            <a:avLst/>
          </a:prstGeom>
        </p:spPr>
        <p:txBody>
          <a:bodyPr vert="horz" wrap="square" lIns="0" tIns="12065" rIns="0" bIns="0" rtlCol="0">
            <a:spAutoFit/>
          </a:bodyPr>
          <a:lstStyle/>
          <a:p>
            <a:pPr marL="12700">
              <a:lnSpc>
                <a:spcPct val="100000"/>
              </a:lnSpc>
              <a:spcBef>
                <a:spcPts val="95"/>
              </a:spcBef>
            </a:pPr>
            <a:r>
              <a:rPr dirty="0"/>
              <a:t>Operators</a:t>
            </a:r>
            <a:r>
              <a:rPr spc="-65" dirty="0"/>
              <a:t> </a:t>
            </a:r>
            <a:r>
              <a:rPr dirty="0"/>
              <a:t>and</a:t>
            </a:r>
            <a:r>
              <a:rPr spc="-30" dirty="0"/>
              <a:t> </a:t>
            </a:r>
            <a:r>
              <a:rPr spc="-5" dirty="0"/>
              <a:t>expressions</a:t>
            </a:r>
          </a:p>
        </p:txBody>
      </p:sp>
      <p:sp>
        <p:nvSpPr>
          <p:cNvPr id="3" name="object 3"/>
          <p:cNvSpPr txBox="1"/>
          <p:nvPr/>
        </p:nvSpPr>
        <p:spPr>
          <a:xfrm>
            <a:off x="535940" y="1504848"/>
            <a:ext cx="10867390" cy="1534160"/>
          </a:xfrm>
          <a:prstGeom prst="rect">
            <a:avLst/>
          </a:prstGeom>
        </p:spPr>
        <p:txBody>
          <a:bodyPr vert="horz" wrap="square" lIns="0" tIns="12700" rIns="0" bIns="0" rtlCol="0">
            <a:spAutoFit/>
          </a:bodyPr>
          <a:lstStyle/>
          <a:p>
            <a:pPr marL="355600" marR="5080" indent="-342900">
              <a:lnSpc>
                <a:spcPct val="150000"/>
              </a:lnSpc>
              <a:spcBef>
                <a:spcPts val="100"/>
              </a:spcBef>
              <a:buFont typeface="Arial MT"/>
              <a:buChar char="•"/>
              <a:tabLst>
                <a:tab pos="354965" algn="l"/>
                <a:tab pos="355600" algn="l"/>
              </a:tabLst>
            </a:pPr>
            <a:r>
              <a:rPr sz="2200" spc="-5" dirty="0">
                <a:latin typeface="Franklin Gothic Medium"/>
                <a:cs typeface="Franklin Gothic Medium"/>
              </a:rPr>
              <a:t>An</a:t>
            </a:r>
            <a:r>
              <a:rPr sz="2200" spc="434" dirty="0">
                <a:latin typeface="Franklin Gothic Medium"/>
                <a:cs typeface="Franklin Gothic Medium"/>
              </a:rPr>
              <a:t> </a:t>
            </a:r>
            <a:r>
              <a:rPr sz="2200" spc="-10" dirty="0">
                <a:latin typeface="Franklin Gothic Medium"/>
                <a:cs typeface="Franklin Gothic Medium"/>
              </a:rPr>
              <a:t>operator</a:t>
            </a:r>
            <a:r>
              <a:rPr sz="2200" spc="434" dirty="0">
                <a:latin typeface="Franklin Gothic Medium"/>
                <a:cs typeface="Franklin Gothic Medium"/>
              </a:rPr>
              <a:t> </a:t>
            </a:r>
            <a:r>
              <a:rPr sz="2200" spc="-5" dirty="0">
                <a:latin typeface="Franklin Gothic Medium"/>
                <a:cs typeface="Franklin Gothic Medium"/>
              </a:rPr>
              <a:t>is</a:t>
            </a:r>
            <a:r>
              <a:rPr sz="2200" spc="434" dirty="0">
                <a:latin typeface="Franklin Gothic Medium"/>
                <a:cs typeface="Franklin Gothic Medium"/>
              </a:rPr>
              <a:t> </a:t>
            </a:r>
            <a:r>
              <a:rPr sz="2200" spc="-5" dirty="0">
                <a:latin typeface="Franklin Gothic Medium"/>
                <a:cs typeface="Franklin Gothic Medium"/>
              </a:rPr>
              <a:t>a</a:t>
            </a:r>
            <a:r>
              <a:rPr sz="2200" spc="445" dirty="0">
                <a:latin typeface="Franklin Gothic Medium"/>
                <a:cs typeface="Franklin Gothic Medium"/>
              </a:rPr>
              <a:t> </a:t>
            </a:r>
            <a:r>
              <a:rPr sz="2200" spc="-10" dirty="0">
                <a:latin typeface="Franklin Gothic Medium"/>
                <a:cs typeface="Franklin Gothic Medium"/>
              </a:rPr>
              <a:t>symbol</a:t>
            </a:r>
            <a:r>
              <a:rPr sz="2200" spc="450" dirty="0">
                <a:latin typeface="Franklin Gothic Medium"/>
                <a:cs typeface="Franklin Gothic Medium"/>
              </a:rPr>
              <a:t> </a:t>
            </a:r>
            <a:r>
              <a:rPr sz="2200" spc="-10" dirty="0">
                <a:latin typeface="Franklin Gothic Medium"/>
                <a:cs typeface="Franklin Gothic Medium"/>
              </a:rPr>
              <a:t>that</a:t>
            </a:r>
            <a:r>
              <a:rPr sz="2200" spc="440" dirty="0">
                <a:latin typeface="Franklin Gothic Medium"/>
                <a:cs typeface="Franklin Gothic Medium"/>
              </a:rPr>
              <a:t> </a:t>
            </a:r>
            <a:r>
              <a:rPr sz="2200" spc="-15" dirty="0">
                <a:latin typeface="Franklin Gothic Medium"/>
                <a:cs typeface="Franklin Gothic Medium"/>
              </a:rPr>
              <a:t>tell</a:t>
            </a:r>
            <a:r>
              <a:rPr sz="2200" spc="450" dirty="0">
                <a:latin typeface="Franklin Gothic Medium"/>
                <a:cs typeface="Franklin Gothic Medium"/>
              </a:rPr>
              <a:t> </a:t>
            </a:r>
            <a:r>
              <a:rPr sz="2200" spc="-10" dirty="0">
                <a:latin typeface="Franklin Gothic Medium"/>
                <a:cs typeface="Franklin Gothic Medium"/>
              </a:rPr>
              <a:t>the</a:t>
            </a:r>
            <a:r>
              <a:rPr sz="2200" spc="434" dirty="0">
                <a:latin typeface="Franklin Gothic Medium"/>
                <a:cs typeface="Franklin Gothic Medium"/>
              </a:rPr>
              <a:t> </a:t>
            </a:r>
            <a:r>
              <a:rPr sz="2200" spc="-10" dirty="0">
                <a:latin typeface="Franklin Gothic Medium"/>
                <a:cs typeface="Franklin Gothic Medium"/>
              </a:rPr>
              <a:t>computer</a:t>
            </a:r>
            <a:r>
              <a:rPr sz="2200" spc="440" dirty="0">
                <a:latin typeface="Franklin Gothic Medium"/>
                <a:cs typeface="Franklin Gothic Medium"/>
              </a:rPr>
              <a:t> </a:t>
            </a:r>
            <a:r>
              <a:rPr sz="2200" spc="-25" dirty="0">
                <a:latin typeface="Franklin Gothic Medium"/>
                <a:cs typeface="Franklin Gothic Medium"/>
              </a:rPr>
              <a:t>to</a:t>
            </a:r>
            <a:r>
              <a:rPr sz="2200" spc="445" dirty="0">
                <a:latin typeface="Franklin Gothic Medium"/>
                <a:cs typeface="Franklin Gothic Medium"/>
              </a:rPr>
              <a:t> </a:t>
            </a:r>
            <a:r>
              <a:rPr sz="2200" dirty="0">
                <a:latin typeface="Franklin Gothic Medium"/>
                <a:cs typeface="Franklin Gothic Medium"/>
              </a:rPr>
              <a:t>perform</a:t>
            </a:r>
            <a:r>
              <a:rPr sz="2200" spc="430" dirty="0">
                <a:latin typeface="Franklin Gothic Medium"/>
                <a:cs typeface="Franklin Gothic Medium"/>
              </a:rPr>
              <a:t> </a:t>
            </a:r>
            <a:r>
              <a:rPr sz="2200" dirty="0">
                <a:latin typeface="Franklin Gothic Medium"/>
                <a:cs typeface="Franklin Gothic Medium"/>
              </a:rPr>
              <a:t>certain</a:t>
            </a:r>
            <a:r>
              <a:rPr sz="2200" spc="445" dirty="0">
                <a:latin typeface="Franklin Gothic Medium"/>
                <a:cs typeface="Franklin Gothic Medium"/>
              </a:rPr>
              <a:t> </a:t>
            </a:r>
            <a:r>
              <a:rPr sz="2200" spc="-10" dirty="0">
                <a:latin typeface="Franklin Gothic Medium"/>
                <a:cs typeface="Franklin Gothic Medium"/>
              </a:rPr>
              <a:t>mathematical</a:t>
            </a:r>
            <a:r>
              <a:rPr sz="2200" spc="445" dirty="0">
                <a:latin typeface="Franklin Gothic Medium"/>
                <a:cs typeface="Franklin Gothic Medium"/>
              </a:rPr>
              <a:t> </a:t>
            </a:r>
            <a:r>
              <a:rPr sz="2200" spc="-5" dirty="0">
                <a:latin typeface="Franklin Gothic Medium"/>
                <a:cs typeface="Franklin Gothic Medium"/>
              </a:rPr>
              <a:t>or </a:t>
            </a:r>
            <a:r>
              <a:rPr sz="2200" spc="-535" dirty="0">
                <a:latin typeface="Franklin Gothic Medium"/>
                <a:cs typeface="Franklin Gothic Medium"/>
              </a:rPr>
              <a:t> </a:t>
            </a:r>
            <a:r>
              <a:rPr sz="2200" spc="-5" dirty="0">
                <a:latin typeface="Franklin Gothic Medium"/>
                <a:cs typeface="Franklin Gothic Medium"/>
              </a:rPr>
              <a:t>logical</a:t>
            </a:r>
            <a:r>
              <a:rPr sz="2200" spc="-15" dirty="0">
                <a:latin typeface="Franklin Gothic Medium"/>
                <a:cs typeface="Franklin Gothic Medium"/>
              </a:rPr>
              <a:t> </a:t>
            </a:r>
            <a:r>
              <a:rPr sz="2200" spc="-5" dirty="0">
                <a:latin typeface="Franklin Gothic Medium"/>
                <a:cs typeface="Franklin Gothic Medium"/>
              </a:rPr>
              <a:t>manipulations.</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5" dirty="0">
                <a:latin typeface="Franklin Gothic Medium"/>
                <a:cs typeface="Franklin Gothic Medium"/>
              </a:rPr>
              <a:t>Operators</a:t>
            </a:r>
            <a:r>
              <a:rPr sz="2200" spc="-15" dirty="0">
                <a:latin typeface="Franklin Gothic Medium"/>
                <a:cs typeface="Franklin Gothic Medium"/>
              </a:rPr>
              <a:t> </a:t>
            </a:r>
            <a:r>
              <a:rPr sz="2200" spc="-5" dirty="0">
                <a:latin typeface="Franklin Gothic Medium"/>
                <a:cs typeface="Franklin Gothic Medium"/>
              </a:rPr>
              <a:t>are</a:t>
            </a:r>
            <a:r>
              <a:rPr sz="2200" spc="-10" dirty="0">
                <a:latin typeface="Franklin Gothic Medium"/>
                <a:cs typeface="Franklin Gothic Medium"/>
              </a:rPr>
              <a:t> </a:t>
            </a:r>
            <a:r>
              <a:rPr sz="2200" spc="-5" dirty="0">
                <a:latin typeface="Franklin Gothic Medium"/>
                <a:cs typeface="Franklin Gothic Medium"/>
              </a:rPr>
              <a:t>used</a:t>
            </a:r>
            <a:r>
              <a:rPr sz="2200" spc="5"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t>
            </a:r>
            <a:r>
              <a:rPr sz="2200" spc="-10" dirty="0">
                <a:latin typeface="Franklin Gothic Medium"/>
                <a:cs typeface="Franklin Gothic Medium"/>
              </a:rPr>
              <a:t>manipulate</a:t>
            </a:r>
            <a:r>
              <a:rPr sz="2200" spc="15" dirty="0">
                <a:latin typeface="Franklin Gothic Medium"/>
                <a:cs typeface="Franklin Gothic Medium"/>
              </a:rPr>
              <a:t> </a:t>
            </a:r>
            <a:r>
              <a:rPr sz="2200" spc="-5" dirty="0">
                <a:latin typeface="Franklin Gothic Medium"/>
                <a:cs typeface="Franklin Gothic Medium"/>
              </a:rPr>
              <a:t>data</a:t>
            </a:r>
            <a:r>
              <a:rPr sz="2200" spc="5" dirty="0">
                <a:latin typeface="Franklin Gothic Medium"/>
                <a:cs typeface="Franklin Gothic Medium"/>
              </a:rPr>
              <a:t> </a:t>
            </a:r>
            <a:r>
              <a:rPr sz="2200" spc="-5" dirty="0">
                <a:latin typeface="Franklin Gothic Medium"/>
                <a:cs typeface="Franklin Gothic Medium"/>
              </a:rPr>
              <a:t>and variables.</a:t>
            </a:r>
            <a:endParaRPr sz="2200">
              <a:latin typeface="Franklin Gothic Medium"/>
              <a:cs typeface="Franklin Gothic Medium"/>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68036" y="121361"/>
            <a:ext cx="2814955" cy="452120"/>
          </a:xfrm>
          <a:prstGeom prst="rect">
            <a:avLst/>
          </a:prstGeom>
        </p:spPr>
        <p:txBody>
          <a:bodyPr vert="horz" wrap="square" lIns="0" tIns="12065" rIns="0" bIns="0" rtlCol="0">
            <a:spAutoFit/>
          </a:bodyPr>
          <a:lstStyle/>
          <a:p>
            <a:pPr marL="12700">
              <a:lnSpc>
                <a:spcPct val="100000"/>
              </a:lnSpc>
              <a:spcBef>
                <a:spcPts val="95"/>
              </a:spcBef>
            </a:pPr>
            <a:r>
              <a:rPr spc="-30" dirty="0"/>
              <a:t>Types</a:t>
            </a:r>
            <a:r>
              <a:rPr spc="-60" dirty="0"/>
              <a:t> </a:t>
            </a:r>
            <a:r>
              <a:rPr spc="-5" dirty="0"/>
              <a:t>of</a:t>
            </a:r>
            <a:r>
              <a:rPr spc="-35" dirty="0"/>
              <a:t> </a:t>
            </a:r>
            <a:r>
              <a:rPr dirty="0"/>
              <a:t>operators</a:t>
            </a:r>
          </a:p>
        </p:txBody>
      </p:sp>
      <p:grpSp>
        <p:nvGrpSpPr>
          <p:cNvPr id="3" name="object 3"/>
          <p:cNvGrpSpPr/>
          <p:nvPr/>
        </p:nvGrpSpPr>
        <p:grpSpPr>
          <a:xfrm>
            <a:off x="1217675" y="719327"/>
            <a:ext cx="8394700" cy="5419725"/>
            <a:chOff x="1217675" y="719327"/>
            <a:chExt cx="8394700" cy="5419725"/>
          </a:xfrm>
        </p:grpSpPr>
        <p:sp>
          <p:nvSpPr>
            <p:cNvPr id="4" name="object 4"/>
            <p:cNvSpPr/>
            <p:nvPr/>
          </p:nvSpPr>
          <p:spPr>
            <a:xfrm>
              <a:off x="1217675" y="719327"/>
              <a:ext cx="5417820" cy="5419725"/>
            </a:xfrm>
            <a:custGeom>
              <a:avLst/>
              <a:gdLst/>
              <a:ahLst/>
              <a:cxnLst/>
              <a:rect l="l" t="t" r="r" b="b"/>
              <a:pathLst>
                <a:path w="5417820" h="5419725">
                  <a:moveTo>
                    <a:pt x="2708910" y="0"/>
                  </a:moveTo>
                  <a:lnTo>
                    <a:pt x="0" y="5419344"/>
                  </a:lnTo>
                  <a:lnTo>
                    <a:pt x="5417820" y="5419344"/>
                  </a:lnTo>
                  <a:lnTo>
                    <a:pt x="2708910" y="0"/>
                  </a:lnTo>
                  <a:close/>
                </a:path>
              </a:pathLst>
            </a:custGeom>
            <a:solidFill>
              <a:srgbClr val="FFC000"/>
            </a:solidFill>
          </p:spPr>
          <p:txBody>
            <a:bodyPr wrap="square" lIns="0" tIns="0" rIns="0" bIns="0" rtlCol="0"/>
            <a:lstStyle/>
            <a:p>
              <a:endParaRPr/>
            </a:p>
          </p:txBody>
        </p:sp>
        <p:sp>
          <p:nvSpPr>
            <p:cNvPr id="5" name="object 5"/>
            <p:cNvSpPr/>
            <p:nvPr/>
          </p:nvSpPr>
          <p:spPr>
            <a:xfrm>
              <a:off x="4108703" y="1261872"/>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19"/>
                  </a:lnTo>
                  <a:lnTo>
                    <a:pt x="6308" y="432560"/>
                  </a:lnTo>
                  <a:lnTo>
                    <a:pt x="23510" y="458073"/>
                  </a:lnTo>
                  <a:lnTo>
                    <a:pt x="49023" y="475275"/>
                  </a:lnTo>
                  <a:lnTo>
                    <a:pt x="80263" y="481583"/>
                  </a:lnTo>
                  <a:lnTo>
                    <a:pt x="5415280" y="481583"/>
                  </a:lnTo>
                  <a:lnTo>
                    <a:pt x="5446520" y="475275"/>
                  </a:lnTo>
                  <a:lnTo>
                    <a:pt x="5472033" y="458073"/>
                  </a:lnTo>
                  <a:lnTo>
                    <a:pt x="5489235" y="432560"/>
                  </a:lnTo>
                  <a:lnTo>
                    <a:pt x="5495544" y="401319"/>
                  </a:lnTo>
                  <a:lnTo>
                    <a:pt x="5495544" y="80263"/>
                  </a:lnTo>
                  <a:lnTo>
                    <a:pt x="5489235" y="49023"/>
                  </a:lnTo>
                  <a:lnTo>
                    <a:pt x="5472033" y="23510"/>
                  </a:lnTo>
                  <a:lnTo>
                    <a:pt x="5446520" y="6308"/>
                  </a:lnTo>
                  <a:lnTo>
                    <a:pt x="5415280" y="0"/>
                  </a:lnTo>
                  <a:close/>
                </a:path>
              </a:pathLst>
            </a:custGeom>
            <a:solidFill>
              <a:srgbClr val="FFC000">
                <a:alpha val="90194"/>
              </a:srgbClr>
            </a:solidFill>
          </p:spPr>
          <p:txBody>
            <a:bodyPr wrap="square" lIns="0" tIns="0" rIns="0" bIns="0" rtlCol="0"/>
            <a:lstStyle/>
            <a:p>
              <a:endParaRPr/>
            </a:p>
          </p:txBody>
        </p:sp>
        <p:sp>
          <p:nvSpPr>
            <p:cNvPr id="6" name="object 6"/>
            <p:cNvSpPr/>
            <p:nvPr/>
          </p:nvSpPr>
          <p:spPr>
            <a:xfrm>
              <a:off x="4108703" y="1261872"/>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19"/>
                  </a:lnTo>
                  <a:lnTo>
                    <a:pt x="5489235" y="432560"/>
                  </a:lnTo>
                  <a:lnTo>
                    <a:pt x="5472033" y="458073"/>
                  </a:lnTo>
                  <a:lnTo>
                    <a:pt x="5446520" y="475275"/>
                  </a:lnTo>
                  <a:lnTo>
                    <a:pt x="5415280" y="481583"/>
                  </a:lnTo>
                  <a:lnTo>
                    <a:pt x="80263" y="481583"/>
                  </a:lnTo>
                  <a:lnTo>
                    <a:pt x="49023" y="475275"/>
                  </a:lnTo>
                  <a:lnTo>
                    <a:pt x="23510" y="458073"/>
                  </a:lnTo>
                  <a:lnTo>
                    <a:pt x="6308" y="432560"/>
                  </a:lnTo>
                  <a:lnTo>
                    <a:pt x="0" y="401319"/>
                  </a:lnTo>
                  <a:lnTo>
                    <a:pt x="0" y="80263"/>
                  </a:lnTo>
                  <a:close/>
                </a:path>
              </a:pathLst>
            </a:custGeom>
            <a:ln w="15875">
              <a:solidFill>
                <a:srgbClr val="FFC000"/>
              </a:solidFill>
            </a:ln>
          </p:spPr>
          <p:txBody>
            <a:bodyPr wrap="square" lIns="0" tIns="0" rIns="0" bIns="0" rtlCol="0"/>
            <a:lstStyle/>
            <a:p>
              <a:endParaRPr/>
            </a:p>
          </p:txBody>
        </p:sp>
        <p:sp>
          <p:nvSpPr>
            <p:cNvPr id="7" name="object 7"/>
            <p:cNvSpPr/>
            <p:nvPr/>
          </p:nvSpPr>
          <p:spPr>
            <a:xfrm>
              <a:off x="4108703" y="1804416"/>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20"/>
                  </a:lnTo>
                  <a:lnTo>
                    <a:pt x="6308" y="432560"/>
                  </a:lnTo>
                  <a:lnTo>
                    <a:pt x="23510" y="458073"/>
                  </a:lnTo>
                  <a:lnTo>
                    <a:pt x="49023" y="475275"/>
                  </a:lnTo>
                  <a:lnTo>
                    <a:pt x="80263" y="481584"/>
                  </a:lnTo>
                  <a:lnTo>
                    <a:pt x="5415280" y="481584"/>
                  </a:lnTo>
                  <a:lnTo>
                    <a:pt x="5446520" y="475275"/>
                  </a:lnTo>
                  <a:lnTo>
                    <a:pt x="5472033" y="458073"/>
                  </a:lnTo>
                  <a:lnTo>
                    <a:pt x="5489235" y="432560"/>
                  </a:lnTo>
                  <a:lnTo>
                    <a:pt x="5495544" y="401320"/>
                  </a:lnTo>
                  <a:lnTo>
                    <a:pt x="5495544" y="80263"/>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8" name="object 8"/>
            <p:cNvSpPr/>
            <p:nvPr/>
          </p:nvSpPr>
          <p:spPr>
            <a:xfrm>
              <a:off x="4108703" y="1804416"/>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20"/>
                  </a:lnTo>
                  <a:lnTo>
                    <a:pt x="5489235" y="432560"/>
                  </a:lnTo>
                  <a:lnTo>
                    <a:pt x="5472033" y="458073"/>
                  </a:lnTo>
                  <a:lnTo>
                    <a:pt x="5446520" y="475275"/>
                  </a:lnTo>
                  <a:lnTo>
                    <a:pt x="5415280" y="481584"/>
                  </a:lnTo>
                  <a:lnTo>
                    <a:pt x="80263" y="481584"/>
                  </a:lnTo>
                  <a:lnTo>
                    <a:pt x="49023" y="475275"/>
                  </a:lnTo>
                  <a:lnTo>
                    <a:pt x="23510" y="458073"/>
                  </a:lnTo>
                  <a:lnTo>
                    <a:pt x="6308" y="432560"/>
                  </a:lnTo>
                  <a:lnTo>
                    <a:pt x="0" y="401320"/>
                  </a:lnTo>
                  <a:lnTo>
                    <a:pt x="0" y="80263"/>
                  </a:lnTo>
                  <a:close/>
                </a:path>
              </a:pathLst>
            </a:custGeom>
            <a:ln w="15875">
              <a:solidFill>
                <a:srgbClr val="D6F80D"/>
              </a:solidFill>
            </a:ln>
          </p:spPr>
          <p:txBody>
            <a:bodyPr wrap="square" lIns="0" tIns="0" rIns="0" bIns="0" rtlCol="0"/>
            <a:lstStyle/>
            <a:p>
              <a:endParaRPr/>
            </a:p>
          </p:txBody>
        </p:sp>
        <p:sp>
          <p:nvSpPr>
            <p:cNvPr id="9" name="object 9"/>
            <p:cNvSpPr/>
            <p:nvPr/>
          </p:nvSpPr>
          <p:spPr>
            <a:xfrm>
              <a:off x="4108703" y="2345435"/>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19"/>
                  </a:lnTo>
                  <a:lnTo>
                    <a:pt x="6308" y="432560"/>
                  </a:lnTo>
                  <a:lnTo>
                    <a:pt x="23510" y="458073"/>
                  </a:lnTo>
                  <a:lnTo>
                    <a:pt x="49023" y="475275"/>
                  </a:lnTo>
                  <a:lnTo>
                    <a:pt x="80263" y="481584"/>
                  </a:lnTo>
                  <a:lnTo>
                    <a:pt x="5415280" y="481584"/>
                  </a:lnTo>
                  <a:lnTo>
                    <a:pt x="5446520" y="475275"/>
                  </a:lnTo>
                  <a:lnTo>
                    <a:pt x="5472033" y="458073"/>
                  </a:lnTo>
                  <a:lnTo>
                    <a:pt x="5489235" y="432560"/>
                  </a:lnTo>
                  <a:lnTo>
                    <a:pt x="5495544" y="401319"/>
                  </a:lnTo>
                  <a:lnTo>
                    <a:pt x="5495544" y="80263"/>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10" name="object 10"/>
            <p:cNvSpPr/>
            <p:nvPr/>
          </p:nvSpPr>
          <p:spPr>
            <a:xfrm>
              <a:off x="4108703" y="2345435"/>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19"/>
                  </a:lnTo>
                  <a:lnTo>
                    <a:pt x="5489235" y="432560"/>
                  </a:lnTo>
                  <a:lnTo>
                    <a:pt x="5472033" y="458073"/>
                  </a:lnTo>
                  <a:lnTo>
                    <a:pt x="5446520" y="475275"/>
                  </a:lnTo>
                  <a:lnTo>
                    <a:pt x="5415280" y="481584"/>
                  </a:lnTo>
                  <a:lnTo>
                    <a:pt x="80263" y="481584"/>
                  </a:lnTo>
                  <a:lnTo>
                    <a:pt x="49023" y="475275"/>
                  </a:lnTo>
                  <a:lnTo>
                    <a:pt x="23510" y="458073"/>
                  </a:lnTo>
                  <a:lnTo>
                    <a:pt x="6308" y="432560"/>
                  </a:lnTo>
                  <a:lnTo>
                    <a:pt x="0" y="401319"/>
                  </a:lnTo>
                  <a:lnTo>
                    <a:pt x="0" y="80263"/>
                  </a:lnTo>
                  <a:close/>
                </a:path>
              </a:pathLst>
            </a:custGeom>
            <a:ln w="15875">
              <a:solidFill>
                <a:srgbClr val="80F01C"/>
              </a:solidFill>
            </a:ln>
          </p:spPr>
          <p:txBody>
            <a:bodyPr wrap="square" lIns="0" tIns="0" rIns="0" bIns="0" rtlCol="0"/>
            <a:lstStyle/>
            <a:p>
              <a:endParaRPr/>
            </a:p>
          </p:txBody>
        </p:sp>
        <p:sp>
          <p:nvSpPr>
            <p:cNvPr id="11" name="object 11"/>
            <p:cNvSpPr/>
            <p:nvPr/>
          </p:nvSpPr>
          <p:spPr>
            <a:xfrm>
              <a:off x="4108703" y="2887979"/>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4"/>
                  </a:lnTo>
                  <a:lnTo>
                    <a:pt x="0" y="401320"/>
                  </a:lnTo>
                  <a:lnTo>
                    <a:pt x="6308" y="432560"/>
                  </a:lnTo>
                  <a:lnTo>
                    <a:pt x="23510" y="458073"/>
                  </a:lnTo>
                  <a:lnTo>
                    <a:pt x="49023" y="475275"/>
                  </a:lnTo>
                  <a:lnTo>
                    <a:pt x="80263" y="481584"/>
                  </a:lnTo>
                  <a:lnTo>
                    <a:pt x="5415280" y="481584"/>
                  </a:lnTo>
                  <a:lnTo>
                    <a:pt x="5446520" y="475275"/>
                  </a:lnTo>
                  <a:lnTo>
                    <a:pt x="5472033" y="458073"/>
                  </a:lnTo>
                  <a:lnTo>
                    <a:pt x="5489235" y="432560"/>
                  </a:lnTo>
                  <a:lnTo>
                    <a:pt x="5495544" y="401320"/>
                  </a:lnTo>
                  <a:lnTo>
                    <a:pt x="5495544" y="80264"/>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12" name="object 12"/>
            <p:cNvSpPr/>
            <p:nvPr/>
          </p:nvSpPr>
          <p:spPr>
            <a:xfrm>
              <a:off x="4108703" y="2887979"/>
              <a:ext cx="5495925" cy="481965"/>
            </a:xfrm>
            <a:custGeom>
              <a:avLst/>
              <a:gdLst/>
              <a:ahLst/>
              <a:cxnLst/>
              <a:rect l="l" t="t" r="r" b="b"/>
              <a:pathLst>
                <a:path w="5495925" h="481964">
                  <a:moveTo>
                    <a:pt x="0" y="80264"/>
                  </a:moveTo>
                  <a:lnTo>
                    <a:pt x="6308" y="49023"/>
                  </a:lnTo>
                  <a:lnTo>
                    <a:pt x="23510" y="23510"/>
                  </a:lnTo>
                  <a:lnTo>
                    <a:pt x="49023" y="6308"/>
                  </a:lnTo>
                  <a:lnTo>
                    <a:pt x="80263" y="0"/>
                  </a:lnTo>
                  <a:lnTo>
                    <a:pt x="5415280" y="0"/>
                  </a:lnTo>
                  <a:lnTo>
                    <a:pt x="5446520" y="6308"/>
                  </a:lnTo>
                  <a:lnTo>
                    <a:pt x="5472033" y="23510"/>
                  </a:lnTo>
                  <a:lnTo>
                    <a:pt x="5489235" y="49023"/>
                  </a:lnTo>
                  <a:lnTo>
                    <a:pt x="5495544" y="80264"/>
                  </a:lnTo>
                  <a:lnTo>
                    <a:pt x="5495544" y="401320"/>
                  </a:lnTo>
                  <a:lnTo>
                    <a:pt x="5489235" y="432560"/>
                  </a:lnTo>
                  <a:lnTo>
                    <a:pt x="5472033" y="458073"/>
                  </a:lnTo>
                  <a:lnTo>
                    <a:pt x="5446520" y="475275"/>
                  </a:lnTo>
                  <a:lnTo>
                    <a:pt x="5415280" y="481584"/>
                  </a:lnTo>
                  <a:lnTo>
                    <a:pt x="80263" y="481584"/>
                  </a:lnTo>
                  <a:lnTo>
                    <a:pt x="49023" y="475275"/>
                  </a:lnTo>
                  <a:lnTo>
                    <a:pt x="23510" y="458073"/>
                  </a:lnTo>
                  <a:lnTo>
                    <a:pt x="6308" y="432560"/>
                  </a:lnTo>
                  <a:lnTo>
                    <a:pt x="0" y="401320"/>
                  </a:lnTo>
                  <a:lnTo>
                    <a:pt x="0" y="80264"/>
                  </a:lnTo>
                  <a:close/>
                </a:path>
              </a:pathLst>
            </a:custGeom>
            <a:ln w="15875">
              <a:solidFill>
                <a:srgbClr val="39EB29"/>
              </a:solidFill>
            </a:ln>
          </p:spPr>
          <p:txBody>
            <a:bodyPr wrap="square" lIns="0" tIns="0" rIns="0" bIns="0" rtlCol="0"/>
            <a:lstStyle/>
            <a:p>
              <a:endParaRPr/>
            </a:p>
          </p:txBody>
        </p:sp>
        <p:sp>
          <p:nvSpPr>
            <p:cNvPr id="13" name="object 13"/>
            <p:cNvSpPr/>
            <p:nvPr/>
          </p:nvSpPr>
          <p:spPr>
            <a:xfrm>
              <a:off x="4108703" y="3429000"/>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19"/>
                  </a:lnTo>
                  <a:lnTo>
                    <a:pt x="6308" y="432560"/>
                  </a:lnTo>
                  <a:lnTo>
                    <a:pt x="23510" y="458073"/>
                  </a:lnTo>
                  <a:lnTo>
                    <a:pt x="49023" y="475275"/>
                  </a:lnTo>
                  <a:lnTo>
                    <a:pt x="80263" y="481583"/>
                  </a:lnTo>
                  <a:lnTo>
                    <a:pt x="5415280" y="481583"/>
                  </a:lnTo>
                  <a:lnTo>
                    <a:pt x="5446520" y="475275"/>
                  </a:lnTo>
                  <a:lnTo>
                    <a:pt x="5472033" y="458073"/>
                  </a:lnTo>
                  <a:lnTo>
                    <a:pt x="5489235" y="432560"/>
                  </a:lnTo>
                  <a:lnTo>
                    <a:pt x="5495544" y="401319"/>
                  </a:lnTo>
                  <a:lnTo>
                    <a:pt x="5495544" y="80263"/>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14" name="object 14"/>
            <p:cNvSpPr/>
            <p:nvPr/>
          </p:nvSpPr>
          <p:spPr>
            <a:xfrm>
              <a:off x="4108703" y="3429000"/>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19"/>
                  </a:lnTo>
                  <a:lnTo>
                    <a:pt x="5489235" y="432560"/>
                  </a:lnTo>
                  <a:lnTo>
                    <a:pt x="5472033" y="458073"/>
                  </a:lnTo>
                  <a:lnTo>
                    <a:pt x="5446520" y="475275"/>
                  </a:lnTo>
                  <a:lnTo>
                    <a:pt x="5415280" y="481583"/>
                  </a:lnTo>
                  <a:lnTo>
                    <a:pt x="80263" y="481583"/>
                  </a:lnTo>
                  <a:lnTo>
                    <a:pt x="49023" y="475275"/>
                  </a:lnTo>
                  <a:lnTo>
                    <a:pt x="23510" y="458073"/>
                  </a:lnTo>
                  <a:lnTo>
                    <a:pt x="6308" y="432560"/>
                  </a:lnTo>
                  <a:lnTo>
                    <a:pt x="0" y="401319"/>
                  </a:lnTo>
                  <a:lnTo>
                    <a:pt x="0" y="80263"/>
                  </a:lnTo>
                  <a:close/>
                </a:path>
              </a:pathLst>
            </a:custGeom>
            <a:ln w="15875">
              <a:solidFill>
                <a:srgbClr val="36E46C"/>
              </a:solidFill>
            </a:ln>
          </p:spPr>
          <p:txBody>
            <a:bodyPr wrap="square" lIns="0" tIns="0" rIns="0" bIns="0" rtlCol="0"/>
            <a:lstStyle/>
            <a:p>
              <a:endParaRPr/>
            </a:p>
          </p:txBody>
        </p:sp>
        <p:sp>
          <p:nvSpPr>
            <p:cNvPr id="15" name="object 15"/>
            <p:cNvSpPr/>
            <p:nvPr/>
          </p:nvSpPr>
          <p:spPr>
            <a:xfrm>
              <a:off x="4108703" y="3970020"/>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19"/>
                  </a:lnTo>
                  <a:lnTo>
                    <a:pt x="6308" y="432560"/>
                  </a:lnTo>
                  <a:lnTo>
                    <a:pt x="23510" y="458073"/>
                  </a:lnTo>
                  <a:lnTo>
                    <a:pt x="49023" y="475275"/>
                  </a:lnTo>
                  <a:lnTo>
                    <a:pt x="80263" y="481583"/>
                  </a:lnTo>
                  <a:lnTo>
                    <a:pt x="5415280" y="481583"/>
                  </a:lnTo>
                  <a:lnTo>
                    <a:pt x="5446520" y="475275"/>
                  </a:lnTo>
                  <a:lnTo>
                    <a:pt x="5472033" y="458073"/>
                  </a:lnTo>
                  <a:lnTo>
                    <a:pt x="5489235" y="432560"/>
                  </a:lnTo>
                  <a:lnTo>
                    <a:pt x="5495544" y="401319"/>
                  </a:lnTo>
                  <a:lnTo>
                    <a:pt x="5495544" y="80263"/>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16" name="object 16"/>
            <p:cNvSpPr/>
            <p:nvPr/>
          </p:nvSpPr>
          <p:spPr>
            <a:xfrm>
              <a:off x="4108703" y="3970020"/>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19"/>
                  </a:lnTo>
                  <a:lnTo>
                    <a:pt x="5489235" y="432560"/>
                  </a:lnTo>
                  <a:lnTo>
                    <a:pt x="5472033" y="458073"/>
                  </a:lnTo>
                  <a:lnTo>
                    <a:pt x="5446520" y="475275"/>
                  </a:lnTo>
                  <a:lnTo>
                    <a:pt x="5415280" y="481583"/>
                  </a:lnTo>
                  <a:lnTo>
                    <a:pt x="80263" y="481583"/>
                  </a:lnTo>
                  <a:lnTo>
                    <a:pt x="49023" y="475275"/>
                  </a:lnTo>
                  <a:lnTo>
                    <a:pt x="23510" y="458073"/>
                  </a:lnTo>
                  <a:lnTo>
                    <a:pt x="6308" y="432560"/>
                  </a:lnTo>
                  <a:lnTo>
                    <a:pt x="0" y="401319"/>
                  </a:lnTo>
                  <a:lnTo>
                    <a:pt x="0" y="80263"/>
                  </a:lnTo>
                  <a:close/>
                </a:path>
              </a:pathLst>
            </a:custGeom>
            <a:ln w="15875">
              <a:solidFill>
                <a:srgbClr val="43DFAF"/>
              </a:solidFill>
            </a:ln>
          </p:spPr>
          <p:txBody>
            <a:bodyPr wrap="square" lIns="0" tIns="0" rIns="0" bIns="0" rtlCol="0"/>
            <a:lstStyle/>
            <a:p>
              <a:endParaRPr/>
            </a:p>
          </p:txBody>
        </p:sp>
        <p:sp>
          <p:nvSpPr>
            <p:cNvPr id="17" name="object 17"/>
            <p:cNvSpPr/>
            <p:nvPr/>
          </p:nvSpPr>
          <p:spPr>
            <a:xfrm>
              <a:off x="4108703" y="4512563"/>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3"/>
                  </a:lnTo>
                  <a:lnTo>
                    <a:pt x="0" y="401319"/>
                  </a:lnTo>
                  <a:lnTo>
                    <a:pt x="6308" y="432560"/>
                  </a:lnTo>
                  <a:lnTo>
                    <a:pt x="23510" y="458073"/>
                  </a:lnTo>
                  <a:lnTo>
                    <a:pt x="49023" y="475275"/>
                  </a:lnTo>
                  <a:lnTo>
                    <a:pt x="80263" y="481584"/>
                  </a:lnTo>
                  <a:lnTo>
                    <a:pt x="5415280" y="481584"/>
                  </a:lnTo>
                  <a:lnTo>
                    <a:pt x="5446520" y="475275"/>
                  </a:lnTo>
                  <a:lnTo>
                    <a:pt x="5472033" y="458073"/>
                  </a:lnTo>
                  <a:lnTo>
                    <a:pt x="5489235" y="432560"/>
                  </a:lnTo>
                  <a:lnTo>
                    <a:pt x="5495544" y="401319"/>
                  </a:lnTo>
                  <a:lnTo>
                    <a:pt x="5495544" y="80263"/>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18" name="object 18"/>
            <p:cNvSpPr/>
            <p:nvPr/>
          </p:nvSpPr>
          <p:spPr>
            <a:xfrm>
              <a:off x="4108703" y="4512563"/>
              <a:ext cx="5495925" cy="481965"/>
            </a:xfrm>
            <a:custGeom>
              <a:avLst/>
              <a:gdLst/>
              <a:ahLst/>
              <a:cxnLst/>
              <a:rect l="l" t="t" r="r" b="b"/>
              <a:pathLst>
                <a:path w="5495925" h="481964">
                  <a:moveTo>
                    <a:pt x="0" y="80263"/>
                  </a:moveTo>
                  <a:lnTo>
                    <a:pt x="6308" y="49023"/>
                  </a:lnTo>
                  <a:lnTo>
                    <a:pt x="23510" y="23510"/>
                  </a:lnTo>
                  <a:lnTo>
                    <a:pt x="49023" y="6308"/>
                  </a:lnTo>
                  <a:lnTo>
                    <a:pt x="80263" y="0"/>
                  </a:lnTo>
                  <a:lnTo>
                    <a:pt x="5415280" y="0"/>
                  </a:lnTo>
                  <a:lnTo>
                    <a:pt x="5446520" y="6308"/>
                  </a:lnTo>
                  <a:lnTo>
                    <a:pt x="5472033" y="23510"/>
                  </a:lnTo>
                  <a:lnTo>
                    <a:pt x="5489235" y="49023"/>
                  </a:lnTo>
                  <a:lnTo>
                    <a:pt x="5495544" y="80263"/>
                  </a:lnTo>
                  <a:lnTo>
                    <a:pt x="5495544" y="401319"/>
                  </a:lnTo>
                  <a:lnTo>
                    <a:pt x="5489235" y="432560"/>
                  </a:lnTo>
                  <a:lnTo>
                    <a:pt x="5472033" y="458073"/>
                  </a:lnTo>
                  <a:lnTo>
                    <a:pt x="5446520" y="475275"/>
                  </a:lnTo>
                  <a:lnTo>
                    <a:pt x="5415280" y="481584"/>
                  </a:lnTo>
                  <a:lnTo>
                    <a:pt x="80263" y="481584"/>
                  </a:lnTo>
                  <a:lnTo>
                    <a:pt x="49023" y="475275"/>
                  </a:lnTo>
                  <a:lnTo>
                    <a:pt x="23510" y="458073"/>
                  </a:lnTo>
                  <a:lnTo>
                    <a:pt x="6308" y="432560"/>
                  </a:lnTo>
                  <a:lnTo>
                    <a:pt x="0" y="401319"/>
                  </a:lnTo>
                  <a:lnTo>
                    <a:pt x="0" y="80263"/>
                  </a:lnTo>
                  <a:close/>
                </a:path>
              </a:pathLst>
            </a:custGeom>
            <a:ln w="15875">
              <a:solidFill>
                <a:srgbClr val="4FCEDA"/>
              </a:solidFill>
            </a:ln>
          </p:spPr>
          <p:txBody>
            <a:bodyPr wrap="square" lIns="0" tIns="0" rIns="0" bIns="0" rtlCol="0"/>
            <a:lstStyle/>
            <a:p>
              <a:endParaRPr/>
            </a:p>
          </p:txBody>
        </p:sp>
        <p:sp>
          <p:nvSpPr>
            <p:cNvPr id="19" name="object 19"/>
            <p:cNvSpPr/>
            <p:nvPr/>
          </p:nvSpPr>
          <p:spPr>
            <a:xfrm>
              <a:off x="4108703" y="5053583"/>
              <a:ext cx="5495925" cy="481965"/>
            </a:xfrm>
            <a:custGeom>
              <a:avLst/>
              <a:gdLst/>
              <a:ahLst/>
              <a:cxnLst/>
              <a:rect l="l" t="t" r="r" b="b"/>
              <a:pathLst>
                <a:path w="5495925" h="481964">
                  <a:moveTo>
                    <a:pt x="5415280" y="0"/>
                  </a:moveTo>
                  <a:lnTo>
                    <a:pt x="80263" y="0"/>
                  </a:lnTo>
                  <a:lnTo>
                    <a:pt x="49023" y="6308"/>
                  </a:lnTo>
                  <a:lnTo>
                    <a:pt x="23510" y="23510"/>
                  </a:lnTo>
                  <a:lnTo>
                    <a:pt x="6308" y="49023"/>
                  </a:lnTo>
                  <a:lnTo>
                    <a:pt x="0" y="80264"/>
                  </a:lnTo>
                  <a:lnTo>
                    <a:pt x="0" y="401320"/>
                  </a:lnTo>
                  <a:lnTo>
                    <a:pt x="6308" y="432560"/>
                  </a:lnTo>
                  <a:lnTo>
                    <a:pt x="23510" y="458073"/>
                  </a:lnTo>
                  <a:lnTo>
                    <a:pt x="49023" y="475275"/>
                  </a:lnTo>
                  <a:lnTo>
                    <a:pt x="80263" y="481584"/>
                  </a:lnTo>
                  <a:lnTo>
                    <a:pt x="5415280" y="481584"/>
                  </a:lnTo>
                  <a:lnTo>
                    <a:pt x="5446520" y="475275"/>
                  </a:lnTo>
                  <a:lnTo>
                    <a:pt x="5472033" y="458073"/>
                  </a:lnTo>
                  <a:lnTo>
                    <a:pt x="5489235" y="432560"/>
                  </a:lnTo>
                  <a:lnTo>
                    <a:pt x="5495544" y="401320"/>
                  </a:lnTo>
                  <a:lnTo>
                    <a:pt x="5495544" y="80264"/>
                  </a:lnTo>
                  <a:lnTo>
                    <a:pt x="5489235" y="49023"/>
                  </a:lnTo>
                  <a:lnTo>
                    <a:pt x="5472033" y="23510"/>
                  </a:lnTo>
                  <a:lnTo>
                    <a:pt x="5446520" y="6308"/>
                  </a:lnTo>
                  <a:lnTo>
                    <a:pt x="5415280" y="0"/>
                  </a:lnTo>
                  <a:close/>
                </a:path>
              </a:pathLst>
            </a:custGeom>
            <a:solidFill>
              <a:srgbClr val="FFFFFF">
                <a:alpha val="90194"/>
              </a:srgbClr>
            </a:solidFill>
          </p:spPr>
          <p:txBody>
            <a:bodyPr wrap="square" lIns="0" tIns="0" rIns="0" bIns="0" rtlCol="0"/>
            <a:lstStyle/>
            <a:p>
              <a:endParaRPr/>
            </a:p>
          </p:txBody>
        </p:sp>
        <p:sp>
          <p:nvSpPr>
            <p:cNvPr id="20" name="object 20"/>
            <p:cNvSpPr/>
            <p:nvPr/>
          </p:nvSpPr>
          <p:spPr>
            <a:xfrm>
              <a:off x="4108703" y="5053583"/>
              <a:ext cx="5495925" cy="481965"/>
            </a:xfrm>
            <a:custGeom>
              <a:avLst/>
              <a:gdLst/>
              <a:ahLst/>
              <a:cxnLst/>
              <a:rect l="l" t="t" r="r" b="b"/>
              <a:pathLst>
                <a:path w="5495925" h="481964">
                  <a:moveTo>
                    <a:pt x="0" y="80264"/>
                  </a:moveTo>
                  <a:lnTo>
                    <a:pt x="6308" y="49023"/>
                  </a:lnTo>
                  <a:lnTo>
                    <a:pt x="23510" y="23510"/>
                  </a:lnTo>
                  <a:lnTo>
                    <a:pt x="49023" y="6308"/>
                  </a:lnTo>
                  <a:lnTo>
                    <a:pt x="80263" y="0"/>
                  </a:lnTo>
                  <a:lnTo>
                    <a:pt x="5415280" y="0"/>
                  </a:lnTo>
                  <a:lnTo>
                    <a:pt x="5446520" y="6308"/>
                  </a:lnTo>
                  <a:lnTo>
                    <a:pt x="5472033" y="23510"/>
                  </a:lnTo>
                  <a:lnTo>
                    <a:pt x="5489235" y="49023"/>
                  </a:lnTo>
                  <a:lnTo>
                    <a:pt x="5495544" y="80264"/>
                  </a:lnTo>
                  <a:lnTo>
                    <a:pt x="5495544" y="401320"/>
                  </a:lnTo>
                  <a:lnTo>
                    <a:pt x="5489235" y="432560"/>
                  </a:lnTo>
                  <a:lnTo>
                    <a:pt x="5472033" y="458073"/>
                  </a:lnTo>
                  <a:lnTo>
                    <a:pt x="5446520" y="475275"/>
                  </a:lnTo>
                  <a:lnTo>
                    <a:pt x="5415280" y="481584"/>
                  </a:lnTo>
                  <a:lnTo>
                    <a:pt x="80263" y="481584"/>
                  </a:lnTo>
                  <a:lnTo>
                    <a:pt x="49023" y="475275"/>
                  </a:lnTo>
                  <a:lnTo>
                    <a:pt x="23510" y="458073"/>
                  </a:lnTo>
                  <a:lnTo>
                    <a:pt x="6308" y="432560"/>
                  </a:lnTo>
                  <a:lnTo>
                    <a:pt x="0" y="401320"/>
                  </a:lnTo>
                  <a:lnTo>
                    <a:pt x="0" y="80264"/>
                  </a:lnTo>
                  <a:close/>
                </a:path>
              </a:pathLst>
            </a:custGeom>
            <a:ln w="15875">
              <a:solidFill>
                <a:srgbClr val="5B9BD4"/>
              </a:solidFill>
            </a:ln>
          </p:spPr>
          <p:txBody>
            <a:bodyPr wrap="square" lIns="0" tIns="0" rIns="0" bIns="0" rtlCol="0"/>
            <a:lstStyle/>
            <a:p>
              <a:endParaRPr/>
            </a:p>
          </p:txBody>
        </p:sp>
      </p:grpSp>
      <p:sp>
        <p:nvSpPr>
          <p:cNvPr id="21" name="object 21"/>
          <p:cNvSpPr txBox="1"/>
          <p:nvPr/>
        </p:nvSpPr>
        <p:spPr>
          <a:xfrm>
            <a:off x="4679441" y="1293113"/>
            <a:ext cx="4354195" cy="4153535"/>
          </a:xfrm>
          <a:prstGeom prst="rect">
            <a:avLst/>
          </a:prstGeom>
        </p:spPr>
        <p:txBody>
          <a:bodyPr vert="horz" wrap="square" lIns="0" tIns="12065" rIns="0" bIns="0" rtlCol="0">
            <a:spAutoFit/>
          </a:bodyPr>
          <a:lstStyle/>
          <a:p>
            <a:pPr algn="ctr">
              <a:lnSpc>
                <a:spcPct val="100000"/>
              </a:lnSpc>
              <a:spcBef>
                <a:spcPts val="95"/>
              </a:spcBef>
            </a:pPr>
            <a:r>
              <a:rPr sz="2200" spc="-10" dirty="0">
                <a:latin typeface="Franklin Gothic Medium"/>
                <a:cs typeface="Franklin Gothic Medium"/>
              </a:rPr>
              <a:t>Arithmetic</a:t>
            </a:r>
            <a:r>
              <a:rPr sz="2200" spc="-60" dirty="0">
                <a:latin typeface="Franklin Gothic Medium"/>
                <a:cs typeface="Franklin Gothic Medium"/>
              </a:rPr>
              <a:t> </a:t>
            </a:r>
            <a:r>
              <a:rPr sz="2200" spc="-5" dirty="0">
                <a:latin typeface="Franklin Gothic Medium"/>
                <a:cs typeface="Franklin Gothic Medium"/>
              </a:rPr>
              <a:t>operators</a:t>
            </a:r>
            <a:endParaRPr sz="2200">
              <a:latin typeface="Franklin Gothic Medium"/>
              <a:cs typeface="Franklin Gothic Medium"/>
            </a:endParaRPr>
          </a:p>
          <a:p>
            <a:pPr marL="925194" marR="919480" algn="ctr">
              <a:lnSpc>
                <a:spcPct val="161600"/>
              </a:lnSpc>
            </a:pPr>
            <a:r>
              <a:rPr sz="2200" spc="-10" dirty="0">
                <a:latin typeface="Franklin Gothic Medium"/>
                <a:cs typeface="Franklin Gothic Medium"/>
              </a:rPr>
              <a:t>Relational </a:t>
            </a:r>
            <a:r>
              <a:rPr sz="2200" spc="-5" dirty="0">
                <a:latin typeface="Franklin Gothic Medium"/>
                <a:cs typeface="Franklin Gothic Medium"/>
              </a:rPr>
              <a:t>operators </a:t>
            </a:r>
            <a:r>
              <a:rPr sz="2200" dirty="0">
                <a:latin typeface="Franklin Gothic Medium"/>
                <a:cs typeface="Franklin Gothic Medium"/>
              </a:rPr>
              <a:t> </a:t>
            </a:r>
            <a:r>
              <a:rPr sz="2200" spc="-5" dirty="0">
                <a:latin typeface="Franklin Gothic Medium"/>
                <a:cs typeface="Franklin Gothic Medium"/>
              </a:rPr>
              <a:t>Logical operators </a:t>
            </a:r>
            <a:r>
              <a:rPr sz="2200" dirty="0">
                <a:latin typeface="Franklin Gothic Medium"/>
                <a:cs typeface="Franklin Gothic Medium"/>
              </a:rPr>
              <a:t> </a:t>
            </a:r>
            <a:r>
              <a:rPr sz="2200" spc="-10" dirty="0">
                <a:latin typeface="Franklin Gothic Medium"/>
                <a:cs typeface="Franklin Gothic Medium"/>
              </a:rPr>
              <a:t>Assignment</a:t>
            </a:r>
            <a:r>
              <a:rPr sz="2200" spc="-35" dirty="0">
                <a:latin typeface="Franklin Gothic Medium"/>
                <a:cs typeface="Franklin Gothic Medium"/>
              </a:rPr>
              <a:t> </a:t>
            </a:r>
            <a:r>
              <a:rPr sz="2200" spc="-10" dirty="0">
                <a:latin typeface="Franklin Gothic Medium"/>
                <a:cs typeface="Franklin Gothic Medium"/>
              </a:rPr>
              <a:t>operator</a:t>
            </a:r>
            <a:endParaRPr sz="2200">
              <a:latin typeface="Franklin Gothic Medium"/>
              <a:cs typeface="Franklin Gothic Medium"/>
            </a:endParaRPr>
          </a:p>
          <a:p>
            <a:pPr algn="ctr">
              <a:lnSpc>
                <a:spcPct val="100000"/>
              </a:lnSpc>
              <a:spcBef>
                <a:spcPts val="1625"/>
              </a:spcBef>
            </a:pPr>
            <a:r>
              <a:rPr sz="2200" spc="-5" dirty="0">
                <a:latin typeface="Franklin Gothic Medium"/>
                <a:cs typeface="Franklin Gothic Medium"/>
              </a:rPr>
              <a:t>Increment</a:t>
            </a:r>
            <a:r>
              <a:rPr sz="2200" dirty="0">
                <a:latin typeface="Franklin Gothic Medium"/>
                <a:cs typeface="Franklin Gothic Medium"/>
              </a:rPr>
              <a:t> </a:t>
            </a:r>
            <a:r>
              <a:rPr sz="2200" spc="-5" dirty="0">
                <a:latin typeface="Franklin Gothic Medium"/>
                <a:cs typeface="Franklin Gothic Medium"/>
              </a:rPr>
              <a:t>and </a:t>
            </a:r>
            <a:r>
              <a:rPr sz="2200" spc="-10" dirty="0">
                <a:latin typeface="Franklin Gothic Medium"/>
                <a:cs typeface="Franklin Gothic Medium"/>
              </a:rPr>
              <a:t>decrement</a:t>
            </a:r>
            <a:r>
              <a:rPr sz="2200" spc="5" dirty="0">
                <a:latin typeface="Franklin Gothic Medium"/>
                <a:cs typeface="Franklin Gothic Medium"/>
              </a:rPr>
              <a:t> </a:t>
            </a:r>
            <a:r>
              <a:rPr sz="2200" spc="-5" dirty="0">
                <a:latin typeface="Franklin Gothic Medium"/>
                <a:cs typeface="Franklin Gothic Medium"/>
              </a:rPr>
              <a:t>operators</a:t>
            </a:r>
            <a:endParaRPr sz="2200">
              <a:latin typeface="Franklin Gothic Medium"/>
              <a:cs typeface="Franklin Gothic Medium"/>
            </a:endParaRPr>
          </a:p>
          <a:p>
            <a:pPr marL="955675" marR="950594" algn="ctr">
              <a:lnSpc>
                <a:spcPts val="4270"/>
              </a:lnSpc>
              <a:spcBef>
                <a:spcPts val="210"/>
              </a:spcBef>
            </a:pPr>
            <a:r>
              <a:rPr sz="2200" spc="-10" dirty="0">
                <a:latin typeface="Franklin Gothic Medium"/>
                <a:cs typeface="Franklin Gothic Medium"/>
              </a:rPr>
              <a:t>Conditional operator </a:t>
            </a:r>
            <a:r>
              <a:rPr sz="2200" spc="-535" dirty="0">
                <a:latin typeface="Franklin Gothic Medium"/>
                <a:cs typeface="Franklin Gothic Medium"/>
              </a:rPr>
              <a:t> </a:t>
            </a:r>
            <a:r>
              <a:rPr sz="2200" spc="-5" dirty="0">
                <a:latin typeface="Franklin Gothic Medium"/>
                <a:cs typeface="Franklin Gothic Medium"/>
              </a:rPr>
              <a:t>Bitwise operators </a:t>
            </a:r>
            <a:r>
              <a:rPr sz="2200" dirty="0">
                <a:latin typeface="Franklin Gothic Medium"/>
                <a:cs typeface="Franklin Gothic Medium"/>
              </a:rPr>
              <a:t> </a:t>
            </a:r>
            <a:r>
              <a:rPr sz="2200" spc="-5" dirty="0">
                <a:latin typeface="Franklin Gothic Medium"/>
                <a:cs typeface="Franklin Gothic Medium"/>
              </a:rPr>
              <a:t>Special</a:t>
            </a:r>
            <a:r>
              <a:rPr sz="2200" spc="-20" dirty="0">
                <a:latin typeface="Franklin Gothic Medium"/>
                <a:cs typeface="Franklin Gothic Medium"/>
              </a:rPr>
              <a:t> </a:t>
            </a:r>
            <a:r>
              <a:rPr sz="2200" spc="-5" dirty="0">
                <a:latin typeface="Franklin Gothic Medium"/>
                <a:cs typeface="Franklin Gothic Medium"/>
              </a:rPr>
              <a:t>operators</a:t>
            </a:r>
            <a:endParaRPr sz="2200">
              <a:latin typeface="Franklin Gothic Medium"/>
              <a:cs typeface="Franklin Gothic Medium"/>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80360" y="1281683"/>
            <a:ext cx="6431280" cy="3290316"/>
          </a:xfrm>
          <a:prstGeom prst="rect">
            <a:avLst/>
          </a:prstGeom>
        </p:spPr>
      </p:pic>
      <p:sp>
        <p:nvSpPr>
          <p:cNvPr id="3" name="object 3"/>
          <p:cNvSpPr txBox="1">
            <a:spLocks noGrp="1"/>
          </p:cNvSpPr>
          <p:nvPr>
            <p:ph type="title"/>
          </p:nvPr>
        </p:nvSpPr>
        <p:spPr>
          <a:xfrm>
            <a:off x="324713" y="167385"/>
            <a:ext cx="3125470" cy="391160"/>
          </a:xfrm>
          <a:prstGeom prst="rect">
            <a:avLst/>
          </a:prstGeom>
        </p:spPr>
        <p:txBody>
          <a:bodyPr vert="horz" wrap="square" lIns="0" tIns="12700" rIns="0" bIns="0" rtlCol="0">
            <a:spAutoFit/>
          </a:bodyPr>
          <a:lstStyle/>
          <a:p>
            <a:pPr marL="12700">
              <a:lnSpc>
                <a:spcPct val="100000"/>
              </a:lnSpc>
              <a:spcBef>
                <a:spcPts val="100"/>
              </a:spcBef>
              <a:tabLst>
                <a:tab pos="419100" algn="l"/>
              </a:tabLst>
            </a:pPr>
            <a:r>
              <a:rPr sz="2400" dirty="0"/>
              <a:t>1.	Arithmetic</a:t>
            </a:r>
            <a:r>
              <a:rPr sz="2400" spc="-90" dirty="0"/>
              <a:t> </a:t>
            </a:r>
            <a:r>
              <a:rPr sz="2400" dirty="0"/>
              <a:t>operators</a:t>
            </a:r>
            <a:endParaRPr sz="2400"/>
          </a:p>
        </p:txBody>
      </p:sp>
      <p:sp>
        <p:nvSpPr>
          <p:cNvPr id="4" name="object 4"/>
          <p:cNvSpPr txBox="1"/>
          <p:nvPr/>
        </p:nvSpPr>
        <p:spPr>
          <a:xfrm>
            <a:off x="3811270" y="4671975"/>
            <a:ext cx="3992879" cy="950594"/>
          </a:xfrm>
          <a:prstGeom prst="rect">
            <a:avLst/>
          </a:prstGeom>
        </p:spPr>
        <p:txBody>
          <a:bodyPr vert="horz" wrap="square" lIns="0" tIns="83820" rIns="0" bIns="0" rtlCol="0">
            <a:spAutoFit/>
          </a:bodyPr>
          <a:lstStyle/>
          <a:p>
            <a:pPr marL="3810" algn="ctr">
              <a:lnSpc>
                <a:spcPct val="100000"/>
              </a:lnSpc>
              <a:spcBef>
                <a:spcPts val="660"/>
              </a:spcBef>
            </a:pPr>
            <a:r>
              <a:rPr sz="2800" u="heavy" spc="-20" dirty="0">
                <a:solidFill>
                  <a:srgbClr val="FF0000"/>
                </a:solidFill>
                <a:uFill>
                  <a:solidFill>
                    <a:srgbClr val="FF0000"/>
                  </a:solidFill>
                </a:uFill>
                <a:latin typeface="Franklin Gothic Medium"/>
                <a:cs typeface="Franklin Gothic Medium"/>
              </a:rPr>
              <a:t>Note</a:t>
            </a:r>
            <a:endParaRPr sz="2800">
              <a:latin typeface="Franklin Gothic Medium"/>
              <a:cs typeface="Franklin Gothic Medium"/>
            </a:endParaRPr>
          </a:p>
          <a:p>
            <a:pPr algn="ctr">
              <a:lnSpc>
                <a:spcPct val="100000"/>
              </a:lnSpc>
              <a:spcBef>
                <a:spcPts val="484"/>
              </a:spcBef>
            </a:pPr>
            <a:r>
              <a:rPr sz="2400" dirty="0">
                <a:solidFill>
                  <a:srgbClr val="FF0000"/>
                </a:solidFill>
                <a:latin typeface="Franklin Gothic Medium"/>
                <a:cs typeface="Franklin Gothic Medium"/>
              </a:rPr>
              <a:t>%</a:t>
            </a:r>
            <a:r>
              <a:rPr sz="2400" spc="-20" dirty="0">
                <a:solidFill>
                  <a:srgbClr val="FF0000"/>
                </a:solidFill>
                <a:latin typeface="Franklin Gothic Medium"/>
                <a:cs typeface="Franklin Gothic Medium"/>
              </a:rPr>
              <a:t> </a:t>
            </a:r>
            <a:r>
              <a:rPr sz="2400" dirty="0">
                <a:solidFill>
                  <a:srgbClr val="FF0000"/>
                </a:solidFill>
                <a:latin typeface="Franklin Gothic Medium"/>
                <a:cs typeface="Franklin Gothic Medium"/>
              </a:rPr>
              <a:t>works</a:t>
            </a:r>
            <a:r>
              <a:rPr sz="2400" spc="-40"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only</a:t>
            </a:r>
            <a:r>
              <a:rPr sz="2400" spc="-40" dirty="0">
                <a:solidFill>
                  <a:srgbClr val="FF0000"/>
                </a:solidFill>
                <a:latin typeface="Franklin Gothic Medium"/>
                <a:cs typeface="Franklin Gothic Medium"/>
              </a:rPr>
              <a:t> </a:t>
            </a:r>
            <a:r>
              <a:rPr sz="2400" dirty="0">
                <a:solidFill>
                  <a:srgbClr val="FF0000"/>
                </a:solidFill>
                <a:latin typeface="Franklin Gothic Medium"/>
                <a:cs typeface="Franklin Gothic Medium"/>
              </a:rPr>
              <a:t>with</a:t>
            </a:r>
            <a:r>
              <a:rPr sz="2400" spc="-30" dirty="0">
                <a:solidFill>
                  <a:srgbClr val="FF0000"/>
                </a:solidFill>
                <a:latin typeface="Franklin Gothic Medium"/>
                <a:cs typeface="Franklin Gothic Medium"/>
              </a:rPr>
              <a:t> </a:t>
            </a:r>
            <a:r>
              <a:rPr sz="2400" spc="5" dirty="0">
                <a:solidFill>
                  <a:srgbClr val="FF0000"/>
                </a:solidFill>
                <a:latin typeface="Franklin Gothic Medium"/>
                <a:cs typeface="Franklin Gothic Medium"/>
              </a:rPr>
              <a:t>int</a:t>
            </a:r>
            <a:r>
              <a:rPr sz="2400" spc="-30" dirty="0">
                <a:solidFill>
                  <a:srgbClr val="FF0000"/>
                </a:solidFill>
                <a:latin typeface="Franklin Gothic Medium"/>
                <a:cs typeface="Franklin Gothic Medium"/>
              </a:rPr>
              <a:t> </a:t>
            </a:r>
            <a:r>
              <a:rPr sz="2400" dirty="0">
                <a:solidFill>
                  <a:srgbClr val="FF0000"/>
                </a:solidFill>
                <a:latin typeface="Franklin Gothic Medium"/>
                <a:cs typeface="Franklin Gothic Medium"/>
              </a:rPr>
              <a:t>datatype</a:t>
            </a:r>
            <a:endParaRPr sz="2400">
              <a:latin typeface="Franklin Gothic Medium"/>
              <a:cs typeface="Franklin Gothic Medium"/>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4713" y="167385"/>
            <a:ext cx="3125470" cy="391160"/>
          </a:xfrm>
          <a:prstGeom prst="rect">
            <a:avLst/>
          </a:prstGeom>
        </p:spPr>
        <p:txBody>
          <a:bodyPr vert="horz" wrap="square" lIns="0" tIns="12700" rIns="0" bIns="0" rtlCol="0">
            <a:spAutoFit/>
          </a:bodyPr>
          <a:lstStyle/>
          <a:p>
            <a:pPr marL="12700">
              <a:lnSpc>
                <a:spcPct val="100000"/>
              </a:lnSpc>
              <a:spcBef>
                <a:spcPts val="100"/>
              </a:spcBef>
              <a:tabLst>
                <a:tab pos="419100" algn="l"/>
              </a:tabLst>
            </a:pPr>
            <a:r>
              <a:rPr sz="2400" dirty="0"/>
              <a:t>1.	Arithmetic</a:t>
            </a:r>
            <a:r>
              <a:rPr sz="2400" spc="-90" dirty="0"/>
              <a:t> </a:t>
            </a:r>
            <a:r>
              <a:rPr sz="2400" dirty="0"/>
              <a:t>operators</a:t>
            </a:r>
            <a:endParaRPr sz="2400"/>
          </a:p>
        </p:txBody>
      </p:sp>
      <p:sp>
        <p:nvSpPr>
          <p:cNvPr id="4" name="object 4"/>
          <p:cNvSpPr txBox="1">
            <a:spLocks noGrp="1"/>
          </p:cNvSpPr>
          <p:nvPr>
            <p:ph sz="half" idx="2"/>
          </p:nvPr>
        </p:nvSpPr>
        <p:spPr>
          <a:prstGeom prst="rect">
            <a:avLst/>
          </a:prstGeom>
        </p:spPr>
        <p:txBody>
          <a:bodyPr vert="horz" wrap="square" lIns="0" tIns="180340" rIns="0" bIns="0" rtlCol="0">
            <a:spAutoFit/>
          </a:bodyPr>
          <a:lstStyle/>
          <a:p>
            <a:pPr marL="12700">
              <a:lnSpc>
                <a:spcPct val="100000"/>
              </a:lnSpc>
              <a:spcBef>
                <a:spcPts val="1420"/>
              </a:spcBef>
            </a:pPr>
            <a:r>
              <a:rPr spc="-70" dirty="0"/>
              <a:t>7.0</a:t>
            </a:r>
            <a:r>
              <a:rPr spc="-10" dirty="0"/>
              <a:t> </a:t>
            </a:r>
            <a:r>
              <a:rPr spc="-5" dirty="0"/>
              <a:t>/</a:t>
            </a:r>
            <a:r>
              <a:rPr spc="-20" dirty="0"/>
              <a:t> </a:t>
            </a:r>
            <a:r>
              <a:rPr spc="-5" dirty="0"/>
              <a:t>2</a:t>
            </a:r>
            <a:r>
              <a:rPr spc="-30" dirty="0"/>
              <a:t> </a:t>
            </a:r>
            <a:r>
              <a:rPr spc="-5" dirty="0"/>
              <a:t>=</a:t>
            </a:r>
            <a:r>
              <a:rPr spc="-20" dirty="0"/>
              <a:t> </a:t>
            </a:r>
            <a:r>
              <a:rPr spc="-10" dirty="0"/>
              <a:t>3.5</a:t>
            </a:r>
          </a:p>
          <a:p>
            <a:pPr marL="12700">
              <a:lnSpc>
                <a:spcPct val="100000"/>
              </a:lnSpc>
              <a:spcBef>
                <a:spcPts val="1320"/>
              </a:spcBef>
            </a:pPr>
            <a:r>
              <a:rPr spc="-5" dirty="0"/>
              <a:t>5</a:t>
            </a:r>
            <a:r>
              <a:rPr spc="-25" dirty="0"/>
              <a:t> </a:t>
            </a:r>
            <a:r>
              <a:rPr spc="-5" dirty="0"/>
              <a:t>%</a:t>
            </a:r>
            <a:r>
              <a:rPr spc="-10" dirty="0"/>
              <a:t> </a:t>
            </a:r>
            <a:r>
              <a:rPr spc="-5" dirty="0"/>
              <a:t>2</a:t>
            </a:r>
            <a:r>
              <a:rPr spc="-20" dirty="0"/>
              <a:t> </a:t>
            </a:r>
            <a:r>
              <a:rPr spc="-5" dirty="0"/>
              <a:t>=</a:t>
            </a:r>
            <a:r>
              <a:rPr spc="-25" dirty="0"/>
              <a:t> </a:t>
            </a:r>
            <a:r>
              <a:rPr spc="-5" dirty="0"/>
              <a:t>1</a:t>
            </a:r>
          </a:p>
          <a:p>
            <a:pPr marL="12700">
              <a:lnSpc>
                <a:spcPct val="100000"/>
              </a:lnSpc>
              <a:spcBef>
                <a:spcPts val="1320"/>
              </a:spcBef>
            </a:pPr>
            <a:r>
              <a:rPr spc="-20" dirty="0"/>
              <a:t>10</a:t>
            </a:r>
            <a:r>
              <a:rPr spc="-10" dirty="0"/>
              <a:t> </a:t>
            </a:r>
            <a:r>
              <a:rPr spc="-5" dirty="0"/>
              <a:t>%</a:t>
            </a:r>
            <a:r>
              <a:rPr spc="-20" dirty="0"/>
              <a:t> </a:t>
            </a:r>
            <a:r>
              <a:rPr spc="-5" dirty="0"/>
              <a:t>3</a:t>
            </a:r>
            <a:r>
              <a:rPr spc="-20" dirty="0"/>
              <a:t> </a:t>
            </a:r>
            <a:r>
              <a:rPr spc="-5" dirty="0"/>
              <a:t>=</a:t>
            </a:r>
            <a:r>
              <a:rPr spc="-25" dirty="0"/>
              <a:t> </a:t>
            </a:r>
            <a:r>
              <a:rPr spc="-5" dirty="0"/>
              <a:t>1</a:t>
            </a:r>
          </a:p>
          <a:p>
            <a:pPr marL="12700">
              <a:lnSpc>
                <a:spcPct val="100000"/>
              </a:lnSpc>
              <a:spcBef>
                <a:spcPts val="1320"/>
              </a:spcBef>
              <a:tabLst>
                <a:tab pos="885190" algn="l"/>
              </a:tabLst>
            </a:pPr>
            <a:r>
              <a:rPr spc="-5" dirty="0"/>
              <a:t>-5 / -2	=</a:t>
            </a:r>
            <a:r>
              <a:rPr spc="-40" dirty="0"/>
              <a:t> </a:t>
            </a:r>
            <a:r>
              <a:rPr spc="-5" dirty="0"/>
              <a:t>2</a:t>
            </a:r>
          </a:p>
          <a:p>
            <a:pPr marL="12700">
              <a:lnSpc>
                <a:spcPct val="100000"/>
              </a:lnSpc>
              <a:spcBef>
                <a:spcPts val="1320"/>
              </a:spcBef>
            </a:pPr>
            <a:r>
              <a:rPr spc="-5" dirty="0"/>
              <a:t>‘a’</a:t>
            </a:r>
            <a:r>
              <a:rPr spc="-25" dirty="0"/>
              <a:t> </a:t>
            </a:r>
            <a:r>
              <a:rPr spc="-5" dirty="0"/>
              <a:t>%</a:t>
            </a:r>
            <a:r>
              <a:rPr dirty="0"/>
              <a:t> </a:t>
            </a:r>
            <a:r>
              <a:rPr spc="-20" dirty="0"/>
              <a:t>10</a:t>
            </a:r>
            <a:r>
              <a:rPr spc="-15" dirty="0"/>
              <a:t> </a:t>
            </a:r>
            <a:r>
              <a:rPr spc="-5" dirty="0"/>
              <a:t>=</a:t>
            </a:r>
            <a:r>
              <a:rPr dirty="0"/>
              <a:t> </a:t>
            </a:r>
            <a:r>
              <a:rPr spc="-45" dirty="0"/>
              <a:t>97</a:t>
            </a:r>
            <a:r>
              <a:rPr spc="-15" dirty="0"/>
              <a:t> </a:t>
            </a:r>
            <a:r>
              <a:rPr spc="-5" dirty="0"/>
              <a:t>%</a:t>
            </a:r>
            <a:r>
              <a:rPr spc="-10" dirty="0"/>
              <a:t> </a:t>
            </a:r>
            <a:r>
              <a:rPr spc="-20" dirty="0"/>
              <a:t>10</a:t>
            </a:r>
            <a:r>
              <a:rPr spc="-5" dirty="0"/>
              <a:t> =</a:t>
            </a:r>
            <a:r>
              <a:rPr spc="-10" dirty="0"/>
              <a:t> </a:t>
            </a:r>
            <a:r>
              <a:rPr spc="-5" dirty="0"/>
              <a:t>7</a:t>
            </a:r>
          </a:p>
          <a:p>
            <a:pPr marL="12700">
              <a:lnSpc>
                <a:spcPct val="100000"/>
              </a:lnSpc>
              <a:spcBef>
                <a:spcPts val="1320"/>
              </a:spcBef>
            </a:pPr>
            <a:r>
              <a:rPr spc="-5" dirty="0"/>
              <a:t>-5</a:t>
            </a:r>
            <a:r>
              <a:rPr spc="-25" dirty="0"/>
              <a:t> </a:t>
            </a:r>
            <a:r>
              <a:rPr spc="-5" dirty="0"/>
              <a:t>%</a:t>
            </a:r>
            <a:r>
              <a:rPr spc="-20" dirty="0"/>
              <a:t> </a:t>
            </a:r>
            <a:r>
              <a:rPr spc="-5" dirty="0"/>
              <a:t>-2</a:t>
            </a:r>
            <a:r>
              <a:rPr spc="-20" dirty="0"/>
              <a:t> </a:t>
            </a:r>
            <a:r>
              <a:rPr spc="-5" dirty="0"/>
              <a:t>=</a:t>
            </a:r>
            <a:r>
              <a:rPr spc="-20" dirty="0"/>
              <a:t> </a:t>
            </a:r>
            <a:r>
              <a:rPr spc="-5" dirty="0"/>
              <a:t>-1</a:t>
            </a:r>
          </a:p>
          <a:p>
            <a:pPr marL="12700">
              <a:lnSpc>
                <a:spcPct val="100000"/>
              </a:lnSpc>
              <a:spcBef>
                <a:spcPts val="1325"/>
              </a:spcBef>
            </a:pPr>
            <a:r>
              <a:rPr spc="-10" dirty="0"/>
              <a:t>5.6%2</a:t>
            </a:r>
            <a:r>
              <a:rPr spc="-15" dirty="0"/>
              <a:t> </a:t>
            </a:r>
            <a:r>
              <a:rPr spc="-5" dirty="0"/>
              <a:t>=</a:t>
            </a:r>
            <a:r>
              <a:rPr spc="-25" dirty="0"/>
              <a:t> </a:t>
            </a:r>
            <a:r>
              <a:rPr spc="-10" dirty="0"/>
              <a:t>ERROR</a:t>
            </a:r>
          </a:p>
        </p:txBody>
      </p:sp>
      <p:sp>
        <p:nvSpPr>
          <p:cNvPr id="3" name="object 3"/>
          <p:cNvSpPr txBox="1"/>
          <p:nvPr/>
        </p:nvSpPr>
        <p:spPr>
          <a:xfrm>
            <a:off x="572819" y="838860"/>
            <a:ext cx="6013657" cy="4057521"/>
          </a:xfrm>
          <a:prstGeom prst="rect">
            <a:avLst/>
          </a:prstGeom>
        </p:spPr>
        <p:txBody>
          <a:bodyPr vert="horz" wrap="square" lIns="0" tIns="12700" rIns="0" bIns="0" rtlCol="0">
            <a:spAutoFit/>
          </a:bodyPr>
          <a:lstStyle/>
          <a:p>
            <a:pPr marL="12700" marR="1393825">
              <a:lnSpc>
                <a:spcPct val="150000"/>
              </a:lnSpc>
              <a:spcBef>
                <a:spcPts val="100"/>
              </a:spcBef>
            </a:pPr>
            <a:r>
              <a:rPr sz="2200" dirty="0">
                <a:solidFill>
                  <a:srgbClr val="000099"/>
                </a:solidFill>
                <a:latin typeface="Franklin Gothic Medium"/>
                <a:cs typeface="Franklin Gothic Medium"/>
              </a:rPr>
              <a:t>Examples </a:t>
            </a:r>
            <a:r>
              <a:rPr sz="2200" spc="5" dirty="0">
                <a:solidFill>
                  <a:srgbClr val="000099"/>
                </a:solidFill>
                <a:latin typeface="Franklin Gothic Medium"/>
                <a:cs typeface="Franklin Gothic Medium"/>
              </a:rPr>
              <a:t> </a:t>
            </a:r>
            <a:r>
              <a:rPr sz="2200" spc="-5" dirty="0">
                <a:latin typeface="Franklin Gothic Medium"/>
                <a:cs typeface="Franklin Gothic Medium"/>
              </a:rPr>
              <a:t>7</a:t>
            </a:r>
            <a:r>
              <a:rPr sz="2200" spc="-30"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5" dirty="0">
                <a:latin typeface="Franklin Gothic Medium"/>
                <a:cs typeface="Franklin Gothic Medium"/>
              </a:rPr>
              <a:t>3</a:t>
            </a:r>
            <a:r>
              <a:rPr sz="2200" spc="-25"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20" dirty="0">
                <a:latin typeface="Franklin Gothic Medium"/>
                <a:cs typeface="Franklin Gothic Medium"/>
              </a:rPr>
              <a:t>10</a:t>
            </a:r>
            <a:endParaRPr sz="2200" dirty="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‘1’</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49</a:t>
            </a:r>
            <a:r>
              <a:rPr sz="2200" spc="-20"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52</a:t>
            </a:r>
            <a:endParaRPr sz="2200" dirty="0">
              <a:latin typeface="Franklin Gothic Medium"/>
              <a:cs typeface="Franklin Gothic Medium"/>
            </a:endParaRPr>
          </a:p>
          <a:p>
            <a:pPr marL="12700">
              <a:lnSpc>
                <a:spcPct val="100000"/>
              </a:lnSpc>
              <a:spcBef>
                <a:spcPts val="1320"/>
              </a:spcBef>
            </a:pPr>
            <a:r>
              <a:rPr sz="2200" spc="-40"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65 *</a:t>
            </a:r>
            <a:r>
              <a:rPr sz="2200" spc="-15"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130</a:t>
            </a:r>
            <a:endParaRPr sz="2200" dirty="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5</a:t>
            </a:r>
            <a:r>
              <a:rPr sz="2200" spc="-2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2</a:t>
            </a:r>
            <a:r>
              <a:rPr sz="2200" spc="-2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-2</a:t>
            </a:r>
            <a:endParaRPr sz="2200" dirty="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7</a:t>
            </a:r>
            <a:r>
              <a:rPr sz="2200" spc="-2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3</a:t>
            </a:r>
            <a:endParaRPr sz="2200" dirty="0">
              <a:latin typeface="Franklin Gothic Medium"/>
              <a:cs typeface="Franklin Gothic Medium"/>
            </a:endParaRPr>
          </a:p>
          <a:p>
            <a:pPr marL="12700">
              <a:lnSpc>
                <a:spcPct val="100000"/>
              </a:lnSpc>
              <a:spcBef>
                <a:spcPts val="1325"/>
              </a:spcBef>
            </a:pP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5</a:t>
            </a:r>
            <a:r>
              <a:rPr sz="2200" spc="-2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-1</a:t>
            </a:r>
            <a:endParaRPr sz="2200" dirty="0">
              <a:latin typeface="Franklin Gothic Medium"/>
              <a:cs typeface="Franklin Gothic Medium"/>
            </a:endParaRPr>
          </a:p>
          <a:p>
            <a:pPr marL="12700">
              <a:lnSpc>
                <a:spcPct val="100000"/>
              </a:lnSpc>
              <a:spcBef>
                <a:spcPts val="1320"/>
              </a:spcBef>
              <a:tabLst>
                <a:tab pos="521334" algn="l"/>
                <a:tab pos="795020" algn="l"/>
              </a:tabLst>
            </a:pPr>
            <a:r>
              <a:rPr sz="2200" spc="-70" dirty="0">
                <a:latin typeface="Franklin Gothic Medium"/>
                <a:cs typeface="Franklin Gothic Medium"/>
              </a:rPr>
              <a:t>7.5	</a:t>
            </a:r>
            <a:r>
              <a:rPr sz="2200" spc="-5" dirty="0">
                <a:latin typeface="Franklin Gothic Medium"/>
                <a:cs typeface="Franklin Gothic Medium"/>
              </a:rPr>
              <a:t>/	2</a:t>
            </a:r>
            <a:r>
              <a:rPr sz="2200" spc="-30" dirty="0">
                <a:latin typeface="Franklin Gothic Medium"/>
                <a:cs typeface="Franklin Gothic Medium"/>
              </a:rPr>
              <a:t> </a:t>
            </a:r>
            <a:r>
              <a:rPr sz="2200" spc="-5" dirty="0">
                <a:latin typeface="Franklin Gothic Medium"/>
                <a:cs typeface="Franklin Gothic Medium"/>
              </a:rPr>
              <a:t>=</a:t>
            </a:r>
            <a:r>
              <a:rPr sz="2200" spc="-30" dirty="0">
                <a:latin typeface="Franklin Gothic Medium"/>
                <a:cs typeface="Franklin Gothic Medium"/>
              </a:rPr>
              <a:t> </a:t>
            </a:r>
            <a:r>
              <a:rPr sz="2200" spc="-10" dirty="0">
                <a:latin typeface="Franklin Gothic Medium"/>
                <a:cs typeface="Franklin Gothic Medium"/>
              </a:rPr>
              <a:t>3.75</a:t>
            </a:r>
            <a:endParaRPr sz="2200" dirty="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5</a:t>
            </a:r>
            <a:r>
              <a:rPr sz="2200" spc="-2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-2</a:t>
            </a:r>
            <a:r>
              <a:rPr sz="2200" spc="-2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-2</a:t>
            </a:r>
            <a:endParaRPr sz="2200" dirty="0">
              <a:latin typeface="Franklin Gothic Medium"/>
              <a:cs typeface="Franklin Gothic Medium"/>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4136" y="1394439"/>
            <a:ext cx="8028305" cy="3883025"/>
          </a:xfrm>
          <a:prstGeom prst="rect">
            <a:avLst/>
          </a:prstGeom>
        </p:spPr>
        <p:txBody>
          <a:bodyPr vert="horz" wrap="square" lIns="0" tIns="63500" rIns="0" bIns="0" rtlCol="0">
            <a:spAutoFit/>
          </a:bodyPr>
          <a:lstStyle/>
          <a:p>
            <a:pPr marL="12700">
              <a:lnSpc>
                <a:spcPct val="100000"/>
              </a:lnSpc>
              <a:spcBef>
                <a:spcPts val="500"/>
              </a:spcBef>
            </a:pPr>
            <a:r>
              <a:rPr sz="2200" spc="-10" dirty="0">
                <a:solidFill>
                  <a:srgbClr val="000099"/>
                </a:solidFill>
                <a:latin typeface="Franklin Gothic Medium"/>
                <a:cs typeface="Franklin Gothic Medium"/>
              </a:rPr>
              <a:t>1.</a:t>
            </a:r>
            <a:r>
              <a:rPr sz="2200" spc="34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Write</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program</a:t>
            </a:r>
            <a:r>
              <a:rPr sz="2200" spc="-4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to</a:t>
            </a:r>
            <a:r>
              <a:rPr sz="2200" spc="-1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input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integer</a:t>
            </a:r>
            <a:r>
              <a:rPr sz="2200" spc="-4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1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find</a:t>
            </a:r>
            <a:r>
              <a:rPr sz="2200" spc="-2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the</a:t>
            </a:r>
            <a:r>
              <a:rPr sz="2200" spc="-2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right</a:t>
            </a:r>
            <a:r>
              <a:rPr sz="2200" spc="-3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most</a:t>
            </a:r>
            <a:r>
              <a:rPr sz="2200" spc="-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digit.</a:t>
            </a:r>
            <a:endParaRPr sz="2200" dirty="0">
              <a:latin typeface="Franklin Gothic Medium"/>
              <a:cs typeface="Franklin Gothic Medium"/>
            </a:endParaRPr>
          </a:p>
          <a:p>
            <a:pPr marL="469900" marR="5395595">
              <a:lnSpc>
                <a:spcPct val="114999"/>
              </a:lnSpc>
              <a:spcBef>
                <a:spcPts val="5"/>
              </a:spcBef>
            </a:pP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spc="-5"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int</a:t>
            </a:r>
            <a:r>
              <a:rPr sz="2200" spc="-20" dirty="0">
                <a:latin typeface="Franklin Gothic Medium"/>
                <a:cs typeface="Franklin Gothic Medium"/>
              </a:rPr>
              <a:t> </a:t>
            </a:r>
            <a:r>
              <a:rPr sz="2200" spc="-5" dirty="0">
                <a:latin typeface="Franklin Gothic Medium"/>
                <a:cs typeface="Franklin Gothic Medium"/>
              </a:rPr>
              <a:t>num,</a:t>
            </a:r>
            <a:r>
              <a:rPr sz="2200" spc="-20"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926465" marR="3821429">
              <a:lnSpc>
                <a:spcPct val="114999"/>
              </a:lnSpc>
              <a:spcBef>
                <a:spcPts val="5"/>
              </a:spcBef>
            </a:pPr>
            <a:r>
              <a:rPr sz="2200" spc="-10" dirty="0">
                <a:latin typeface="Franklin Gothic Medium"/>
                <a:cs typeface="Franklin Gothic Medium"/>
              </a:rPr>
              <a:t>printf("Enter </a:t>
            </a:r>
            <a:r>
              <a:rPr sz="2200" spc="-5" dirty="0">
                <a:latin typeface="Franklin Gothic Medium"/>
                <a:cs typeface="Franklin Gothic Medium"/>
              </a:rPr>
              <a:t>an integer\n"); </a:t>
            </a:r>
            <a:r>
              <a:rPr sz="2200" spc="-535" dirty="0">
                <a:latin typeface="Franklin Gothic Medium"/>
                <a:cs typeface="Franklin Gothic Medium"/>
              </a:rPr>
              <a:t> </a:t>
            </a:r>
            <a:r>
              <a:rPr sz="2200" spc="-10" dirty="0">
                <a:latin typeface="Franklin Gothic Medium"/>
                <a:cs typeface="Franklin Gothic Medium"/>
              </a:rPr>
              <a:t>scanf("%d",&amp;num); </a:t>
            </a:r>
            <a:r>
              <a:rPr sz="2200" spc="-5" dirty="0">
                <a:latin typeface="Franklin Gothic Medium"/>
                <a:cs typeface="Franklin Gothic Medium"/>
              </a:rPr>
              <a:t> </a:t>
            </a:r>
            <a:r>
              <a:rPr sz="2200" spc="-10" dirty="0">
                <a:latin typeface="Franklin Gothic Medium"/>
                <a:cs typeface="Franklin Gothic Medium"/>
              </a:rPr>
              <a:t>rem=num%10;</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printf("The</a:t>
            </a:r>
            <a:r>
              <a:rPr sz="2200" spc="5" dirty="0">
                <a:latin typeface="Franklin Gothic Medium"/>
                <a:cs typeface="Franklin Gothic Medium"/>
              </a:rPr>
              <a:t> </a:t>
            </a:r>
            <a:r>
              <a:rPr sz="2200" spc="-5" dirty="0">
                <a:latin typeface="Franklin Gothic Medium"/>
                <a:cs typeface="Franklin Gothic Medium"/>
              </a:rPr>
              <a:t>right</a:t>
            </a:r>
            <a:r>
              <a:rPr sz="2200" spc="-10" dirty="0">
                <a:latin typeface="Franklin Gothic Medium"/>
                <a:cs typeface="Franklin Gothic Medium"/>
              </a:rPr>
              <a:t> most</a:t>
            </a:r>
            <a:r>
              <a:rPr sz="2200" spc="15" dirty="0">
                <a:latin typeface="Franklin Gothic Medium"/>
                <a:cs typeface="Franklin Gothic Medium"/>
              </a:rPr>
              <a:t> </a:t>
            </a:r>
            <a:r>
              <a:rPr sz="2200" spc="-5" dirty="0">
                <a:latin typeface="Franklin Gothic Medium"/>
                <a:cs typeface="Franklin Gothic Medium"/>
              </a:rPr>
              <a:t>digit</a:t>
            </a:r>
            <a:r>
              <a:rPr sz="2200" spc="5"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10" dirty="0">
                <a:latin typeface="Franklin Gothic Medium"/>
                <a:cs typeface="Franklin Gothic Medium"/>
              </a:rPr>
              <a:t>%d",</a:t>
            </a:r>
            <a:r>
              <a:rPr sz="2200" spc="10"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25470" cy="391160"/>
          </a:xfrm>
          <a:prstGeom prst="rect">
            <a:avLst/>
          </a:prstGeom>
        </p:spPr>
        <p:txBody>
          <a:bodyPr vert="horz" wrap="square" lIns="0" tIns="12700" rIns="0" bIns="0" rtlCol="0">
            <a:spAutoFit/>
          </a:bodyPr>
          <a:lstStyle/>
          <a:p>
            <a:pPr marL="12700">
              <a:lnSpc>
                <a:spcPct val="100000"/>
              </a:lnSpc>
              <a:spcBef>
                <a:spcPts val="100"/>
              </a:spcBef>
              <a:tabLst>
                <a:tab pos="419100" algn="l"/>
              </a:tabLst>
            </a:pPr>
            <a:r>
              <a:rPr sz="2400" dirty="0"/>
              <a:t>1.	Arithmetic</a:t>
            </a:r>
            <a:r>
              <a:rPr sz="2400" spc="-90" dirty="0"/>
              <a:t> </a:t>
            </a:r>
            <a:r>
              <a:rPr sz="2400" dirty="0"/>
              <a:t>operators</a:t>
            </a:r>
            <a:endParaRPr sz="24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4136" y="1394439"/>
            <a:ext cx="8347709" cy="4268470"/>
          </a:xfrm>
          <a:prstGeom prst="rect">
            <a:avLst/>
          </a:prstGeom>
        </p:spPr>
        <p:txBody>
          <a:bodyPr vert="horz" wrap="square" lIns="0" tIns="63500" rIns="0" bIns="0" rtlCol="0">
            <a:spAutoFit/>
          </a:bodyPr>
          <a:lstStyle/>
          <a:p>
            <a:pPr marL="12700">
              <a:lnSpc>
                <a:spcPct val="100000"/>
              </a:lnSpc>
              <a:spcBef>
                <a:spcPts val="500"/>
              </a:spcBef>
              <a:tabLst>
                <a:tab pos="452120" algn="l"/>
              </a:tabLst>
            </a:pPr>
            <a:r>
              <a:rPr sz="2200" dirty="0">
                <a:solidFill>
                  <a:srgbClr val="000099"/>
                </a:solidFill>
                <a:latin typeface="Franklin Gothic Medium"/>
                <a:cs typeface="Franklin Gothic Medium"/>
              </a:rPr>
              <a:t>2.	</a:t>
            </a:r>
            <a:r>
              <a:rPr lang="en-US" sz="2200" spc="-15" dirty="0">
                <a:solidFill>
                  <a:srgbClr val="000099"/>
                </a:solidFill>
                <a:latin typeface="Franklin Gothic Medium"/>
                <a:cs typeface="Franklin Gothic Medium"/>
              </a:rPr>
              <a:t>Write</a:t>
            </a:r>
            <a:r>
              <a:rPr lang="en-US" sz="2200" spc="-40" dirty="0">
                <a:solidFill>
                  <a:srgbClr val="000099"/>
                </a:solidFill>
                <a:latin typeface="Franklin Gothic Medium"/>
                <a:cs typeface="Franklin Gothic Medium"/>
              </a:rPr>
              <a:t> </a:t>
            </a:r>
            <a:r>
              <a:rPr lang="en-US" sz="2200" spc="-5" dirty="0">
                <a:solidFill>
                  <a:srgbClr val="000099"/>
                </a:solidFill>
                <a:latin typeface="Franklin Gothic Medium"/>
                <a:cs typeface="Franklin Gothic Medium"/>
              </a:rPr>
              <a:t>a</a:t>
            </a:r>
            <a:r>
              <a:rPr lang="en-US" sz="2200" spc="-15"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program</a:t>
            </a:r>
            <a:r>
              <a:rPr lang="en-US" sz="2200" spc="-35" dirty="0">
                <a:solidFill>
                  <a:srgbClr val="000099"/>
                </a:solidFill>
                <a:latin typeface="Franklin Gothic Medium"/>
                <a:cs typeface="Franklin Gothic Medium"/>
              </a:rPr>
              <a:t> </a:t>
            </a:r>
            <a:r>
              <a:rPr lang="en-US" sz="2200" spc="-15" dirty="0">
                <a:solidFill>
                  <a:srgbClr val="000099"/>
                </a:solidFill>
                <a:latin typeface="Franklin Gothic Medium"/>
                <a:cs typeface="Franklin Gothic Medium"/>
              </a:rPr>
              <a:t>to </a:t>
            </a:r>
            <a:r>
              <a:rPr lang="en-US" sz="2200" dirty="0">
                <a:solidFill>
                  <a:srgbClr val="000099"/>
                </a:solidFill>
                <a:latin typeface="Franklin Gothic Medium"/>
                <a:cs typeface="Franklin Gothic Medium"/>
              </a:rPr>
              <a:t>input</a:t>
            </a:r>
            <a:r>
              <a:rPr lang="en-US" sz="2200" spc="-15"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an</a:t>
            </a:r>
            <a:r>
              <a:rPr lang="en-US" sz="2200" spc="-30" dirty="0">
                <a:solidFill>
                  <a:srgbClr val="000099"/>
                </a:solidFill>
                <a:latin typeface="Franklin Gothic Medium"/>
                <a:cs typeface="Franklin Gothic Medium"/>
              </a:rPr>
              <a:t> </a:t>
            </a:r>
            <a:r>
              <a:rPr lang="en-US" sz="2200" spc="-5" dirty="0">
                <a:solidFill>
                  <a:srgbClr val="000099"/>
                </a:solidFill>
                <a:latin typeface="Franklin Gothic Medium"/>
                <a:cs typeface="Franklin Gothic Medium"/>
              </a:rPr>
              <a:t>integer</a:t>
            </a:r>
            <a:r>
              <a:rPr lang="en-US" sz="2200" spc="-30"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and</a:t>
            </a:r>
            <a:r>
              <a:rPr lang="en-US" sz="2200" spc="-35"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find</a:t>
            </a:r>
            <a:r>
              <a:rPr lang="en-US" sz="2200" spc="-30" dirty="0">
                <a:solidFill>
                  <a:srgbClr val="000099"/>
                </a:solidFill>
                <a:latin typeface="Franklin Gothic Medium"/>
                <a:cs typeface="Franklin Gothic Medium"/>
              </a:rPr>
              <a:t> </a:t>
            </a:r>
            <a:r>
              <a:rPr lang="en-US" sz="2200" spc="5" dirty="0">
                <a:solidFill>
                  <a:srgbClr val="000099"/>
                </a:solidFill>
                <a:latin typeface="Franklin Gothic Medium"/>
                <a:cs typeface="Franklin Gothic Medium"/>
              </a:rPr>
              <a:t>its</a:t>
            </a:r>
            <a:r>
              <a:rPr lang="en-US" sz="2200" spc="-10"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digit</a:t>
            </a:r>
            <a:r>
              <a:rPr lang="en-US" sz="2200" spc="-35"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at</a:t>
            </a:r>
            <a:r>
              <a:rPr lang="en-US" sz="2200" spc="-15" dirty="0">
                <a:solidFill>
                  <a:srgbClr val="000099"/>
                </a:solidFill>
                <a:latin typeface="Franklin Gothic Medium"/>
                <a:cs typeface="Franklin Gothic Medium"/>
              </a:rPr>
              <a:t> </a:t>
            </a:r>
            <a:r>
              <a:rPr lang="en-US" sz="2200" spc="-5" dirty="0">
                <a:solidFill>
                  <a:srgbClr val="000099"/>
                </a:solidFill>
                <a:latin typeface="Franklin Gothic Medium"/>
                <a:cs typeface="Franklin Gothic Medium"/>
              </a:rPr>
              <a:t>10’s</a:t>
            </a:r>
            <a:r>
              <a:rPr lang="en-US" sz="2200" spc="-25" dirty="0">
                <a:solidFill>
                  <a:srgbClr val="000099"/>
                </a:solidFill>
                <a:latin typeface="Franklin Gothic Medium"/>
                <a:cs typeface="Franklin Gothic Medium"/>
              </a:rPr>
              <a:t> </a:t>
            </a:r>
            <a:r>
              <a:rPr lang="en-US" sz="2200" dirty="0">
                <a:solidFill>
                  <a:srgbClr val="000099"/>
                </a:solidFill>
                <a:latin typeface="Franklin Gothic Medium"/>
                <a:cs typeface="Franklin Gothic Medium"/>
              </a:rPr>
              <a:t>place.</a:t>
            </a:r>
            <a:endParaRPr lang="en-US" sz="2200" dirty="0">
              <a:latin typeface="Franklin Gothic Medium"/>
              <a:cs typeface="Franklin Gothic Medium"/>
            </a:endParaRPr>
          </a:p>
          <a:p>
            <a:pPr marL="469900" marR="5714365">
              <a:lnSpc>
                <a:spcPct val="114999"/>
              </a:lnSpc>
              <a:spcBef>
                <a:spcPts val="5"/>
              </a:spcBef>
            </a:pPr>
            <a:r>
              <a:rPr lang="en-US" sz="2200" spc="-10" dirty="0">
                <a:latin typeface="Franklin Gothic Medium"/>
                <a:cs typeface="Franklin Gothic Medium"/>
              </a:rPr>
              <a:t>#include&lt;stdio.h&gt; </a:t>
            </a:r>
            <a:r>
              <a:rPr lang="en-US" sz="2200" spc="-535" dirty="0">
                <a:latin typeface="Franklin Gothic Medium"/>
                <a:cs typeface="Franklin Gothic Medium"/>
              </a:rPr>
              <a:t> </a:t>
            </a:r>
            <a:r>
              <a:rPr lang="en-US" sz="2200" spc="-10" dirty="0">
                <a:latin typeface="Franklin Gothic Medium"/>
                <a:cs typeface="Franklin Gothic Medium"/>
              </a:rPr>
              <a:t>void</a:t>
            </a:r>
            <a:r>
              <a:rPr lang="en-US" sz="2200" spc="-5" dirty="0">
                <a:latin typeface="Franklin Gothic Medium"/>
                <a:cs typeface="Franklin Gothic Medium"/>
              </a:rPr>
              <a:t> </a:t>
            </a:r>
            <a:r>
              <a:rPr lang="en-US" sz="2200" spc="-10" dirty="0">
                <a:latin typeface="Franklin Gothic Medium"/>
                <a:cs typeface="Franklin Gothic Medium"/>
              </a:rPr>
              <a:t>main()</a:t>
            </a:r>
            <a:endParaRPr lang="en-US"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int</a:t>
            </a:r>
            <a:r>
              <a:rPr sz="2200" spc="-20" dirty="0">
                <a:latin typeface="Franklin Gothic Medium"/>
                <a:cs typeface="Franklin Gothic Medium"/>
              </a:rPr>
              <a:t> </a:t>
            </a:r>
            <a:r>
              <a:rPr sz="2200" spc="-5" dirty="0">
                <a:latin typeface="Franklin Gothic Medium"/>
                <a:cs typeface="Franklin Gothic Medium"/>
              </a:rPr>
              <a:t>num,</a:t>
            </a:r>
            <a:r>
              <a:rPr sz="2200" spc="-20"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926465" marR="4140835">
              <a:lnSpc>
                <a:spcPct val="114999"/>
              </a:lnSpc>
              <a:spcBef>
                <a:spcPts val="5"/>
              </a:spcBef>
            </a:pPr>
            <a:r>
              <a:rPr sz="2200" spc="-10" dirty="0">
                <a:latin typeface="Franklin Gothic Medium"/>
                <a:cs typeface="Franklin Gothic Medium"/>
              </a:rPr>
              <a:t>printf("Enter </a:t>
            </a:r>
            <a:r>
              <a:rPr sz="2200" spc="-5" dirty="0">
                <a:latin typeface="Franklin Gothic Medium"/>
                <a:cs typeface="Franklin Gothic Medium"/>
              </a:rPr>
              <a:t>an integer\n"); </a:t>
            </a:r>
            <a:r>
              <a:rPr sz="2200" spc="-535" dirty="0">
                <a:latin typeface="Franklin Gothic Medium"/>
                <a:cs typeface="Franklin Gothic Medium"/>
              </a:rPr>
              <a:t> </a:t>
            </a:r>
            <a:r>
              <a:rPr sz="2200" spc="-10" dirty="0">
                <a:latin typeface="Franklin Gothic Medium"/>
                <a:cs typeface="Franklin Gothic Medium"/>
              </a:rPr>
              <a:t>scanf("%d",&amp;num); </a:t>
            </a:r>
            <a:r>
              <a:rPr sz="2200" spc="-5" dirty="0">
                <a:latin typeface="Franklin Gothic Medium"/>
                <a:cs typeface="Franklin Gothic Medium"/>
              </a:rPr>
              <a:t> </a:t>
            </a:r>
            <a:r>
              <a:rPr sz="2200" spc="-10" dirty="0">
                <a:latin typeface="Franklin Gothic Medium"/>
                <a:cs typeface="Franklin Gothic Medium"/>
              </a:rPr>
              <a:t>num=num/10; </a:t>
            </a:r>
            <a:r>
              <a:rPr sz="2200" spc="-5" dirty="0">
                <a:latin typeface="Franklin Gothic Medium"/>
                <a:cs typeface="Franklin Gothic Medium"/>
              </a:rPr>
              <a:t> </a:t>
            </a:r>
            <a:r>
              <a:rPr sz="2200" spc="-10" dirty="0">
                <a:latin typeface="Franklin Gothic Medium"/>
                <a:cs typeface="Franklin Gothic Medium"/>
              </a:rPr>
              <a:t>rem=num%10;</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printf("The</a:t>
            </a:r>
            <a:r>
              <a:rPr sz="2200" spc="5" dirty="0">
                <a:latin typeface="Franklin Gothic Medium"/>
                <a:cs typeface="Franklin Gothic Medium"/>
              </a:rPr>
              <a:t> </a:t>
            </a:r>
            <a:r>
              <a:rPr sz="2200" spc="-5" dirty="0">
                <a:latin typeface="Franklin Gothic Medium"/>
                <a:cs typeface="Franklin Gothic Medium"/>
              </a:rPr>
              <a:t>digit</a:t>
            </a:r>
            <a:r>
              <a:rPr sz="2200" dirty="0">
                <a:latin typeface="Franklin Gothic Medium"/>
                <a:cs typeface="Franklin Gothic Medium"/>
              </a:rPr>
              <a:t> </a:t>
            </a:r>
            <a:r>
              <a:rPr sz="2200" spc="-5" dirty="0">
                <a:latin typeface="Franklin Gothic Medium"/>
                <a:cs typeface="Franklin Gothic Medium"/>
              </a:rPr>
              <a:t>at</a:t>
            </a:r>
            <a:r>
              <a:rPr sz="2200" spc="5" dirty="0">
                <a:latin typeface="Franklin Gothic Medium"/>
                <a:cs typeface="Franklin Gothic Medium"/>
              </a:rPr>
              <a:t> </a:t>
            </a:r>
            <a:r>
              <a:rPr sz="2200" spc="-15" dirty="0">
                <a:latin typeface="Franklin Gothic Medium"/>
                <a:cs typeface="Franklin Gothic Medium"/>
              </a:rPr>
              <a:t>ten's</a:t>
            </a:r>
            <a:r>
              <a:rPr sz="2200" spc="5" dirty="0">
                <a:latin typeface="Franklin Gothic Medium"/>
                <a:cs typeface="Franklin Gothic Medium"/>
              </a:rPr>
              <a:t> </a:t>
            </a:r>
            <a:r>
              <a:rPr sz="2200" spc="-5" dirty="0">
                <a:latin typeface="Franklin Gothic Medium"/>
                <a:cs typeface="Franklin Gothic Medium"/>
              </a:rPr>
              <a:t>place</a:t>
            </a:r>
            <a:r>
              <a:rPr sz="2200" spc="5"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5" dirty="0">
                <a:latin typeface="Franklin Gothic Medium"/>
                <a:cs typeface="Franklin Gothic Medium"/>
              </a:rPr>
              <a:t>%d",</a:t>
            </a:r>
            <a:r>
              <a:rPr sz="2200" spc="5"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25470" cy="391160"/>
          </a:xfrm>
          <a:prstGeom prst="rect">
            <a:avLst/>
          </a:prstGeom>
        </p:spPr>
        <p:txBody>
          <a:bodyPr vert="horz" wrap="square" lIns="0" tIns="12700" rIns="0" bIns="0" rtlCol="0">
            <a:spAutoFit/>
          </a:bodyPr>
          <a:lstStyle/>
          <a:p>
            <a:pPr marL="12700">
              <a:lnSpc>
                <a:spcPct val="100000"/>
              </a:lnSpc>
              <a:spcBef>
                <a:spcPts val="100"/>
              </a:spcBef>
              <a:tabLst>
                <a:tab pos="419100" algn="l"/>
              </a:tabLst>
            </a:pPr>
            <a:r>
              <a:rPr sz="2400" dirty="0"/>
              <a:t>1.	Arithmetic</a:t>
            </a:r>
            <a:r>
              <a:rPr sz="2400" spc="-90" dirty="0"/>
              <a:t> </a:t>
            </a:r>
            <a:r>
              <a:rPr sz="2400" dirty="0"/>
              <a:t>operators</a:t>
            </a:r>
            <a:endParaRPr sz="24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4136" y="1394439"/>
            <a:ext cx="10575290" cy="4268470"/>
          </a:xfrm>
          <a:prstGeom prst="rect">
            <a:avLst/>
          </a:prstGeom>
        </p:spPr>
        <p:txBody>
          <a:bodyPr vert="horz" wrap="square" lIns="0" tIns="63500" rIns="0" bIns="0" rtlCol="0">
            <a:spAutoFit/>
          </a:bodyPr>
          <a:lstStyle/>
          <a:p>
            <a:pPr marL="12700">
              <a:lnSpc>
                <a:spcPct val="100000"/>
              </a:lnSpc>
              <a:spcBef>
                <a:spcPts val="500"/>
              </a:spcBef>
              <a:tabLst>
                <a:tab pos="452120" algn="l"/>
              </a:tabLst>
            </a:pPr>
            <a:r>
              <a:rPr sz="2200" dirty="0">
                <a:solidFill>
                  <a:srgbClr val="000099"/>
                </a:solidFill>
                <a:latin typeface="Franklin Gothic Medium"/>
                <a:cs typeface="Franklin Gothic Medium"/>
              </a:rPr>
              <a:t>3.	</a:t>
            </a:r>
            <a:r>
              <a:rPr sz="2200" spc="-15" dirty="0">
                <a:solidFill>
                  <a:srgbClr val="000099"/>
                </a:solidFill>
                <a:latin typeface="Franklin Gothic Medium"/>
                <a:cs typeface="Franklin Gothic Medium"/>
              </a:rPr>
              <a:t>Write</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1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program</a:t>
            </a:r>
            <a:r>
              <a:rPr sz="2200" spc="-2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to</a:t>
            </a:r>
            <a:r>
              <a:rPr sz="2200" spc="-1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input</a:t>
            </a:r>
            <a:r>
              <a:rPr sz="2200" spc="-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2</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integers</a:t>
            </a:r>
            <a:r>
              <a:rPr sz="2200" spc="-2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find</a:t>
            </a:r>
            <a:r>
              <a:rPr sz="2200" spc="-2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the</a:t>
            </a:r>
            <a:r>
              <a:rPr sz="2200" spc="-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remainder</a:t>
            </a:r>
            <a:r>
              <a:rPr sz="2200" spc="-2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without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using</a:t>
            </a:r>
            <a:r>
              <a:rPr sz="2200" spc="-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r>
              <a:rPr sz="2200" spc="1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operator.</a:t>
            </a:r>
            <a:endParaRPr sz="2200" dirty="0">
              <a:latin typeface="Franklin Gothic Medium"/>
              <a:cs typeface="Franklin Gothic Medium"/>
            </a:endParaRPr>
          </a:p>
          <a:p>
            <a:pPr marL="469900" marR="7941945">
              <a:lnSpc>
                <a:spcPct val="114999"/>
              </a:lnSpc>
              <a:spcBef>
                <a:spcPts val="5"/>
              </a:spcBef>
            </a:pP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spc="-5"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int</a:t>
            </a:r>
            <a:r>
              <a:rPr sz="2200" spc="-10" dirty="0">
                <a:latin typeface="Franklin Gothic Medium"/>
                <a:cs typeface="Franklin Gothic Medium"/>
              </a:rPr>
              <a:t> </a:t>
            </a:r>
            <a:r>
              <a:rPr sz="2200" spc="-5" dirty="0">
                <a:latin typeface="Franklin Gothic Medium"/>
                <a:cs typeface="Franklin Gothic Medium"/>
              </a:rPr>
              <a:t>a,</a:t>
            </a:r>
            <a:r>
              <a:rPr sz="2200" spc="-25" dirty="0">
                <a:latin typeface="Franklin Gothic Medium"/>
                <a:cs typeface="Franklin Gothic Medium"/>
              </a:rPr>
              <a:t> </a:t>
            </a:r>
            <a:r>
              <a:rPr sz="2200" spc="-5" dirty="0">
                <a:latin typeface="Franklin Gothic Medium"/>
                <a:cs typeface="Franklin Gothic Medium"/>
              </a:rPr>
              <a:t>b, q,</a:t>
            </a:r>
            <a:r>
              <a:rPr sz="2200" spc="-10"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926465" marR="5673090">
              <a:lnSpc>
                <a:spcPct val="114999"/>
              </a:lnSpc>
              <a:spcBef>
                <a:spcPts val="5"/>
              </a:spcBef>
            </a:pPr>
            <a:r>
              <a:rPr sz="2200" spc="-10" dirty="0">
                <a:latin typeface="Franklin Gothic Medium"/>
                <a:cs typeface="Franklin Gothic Medium"/>
              </a:rPr>
              <a:t>printf("Enter</a:t>
            </a:r>
            <a:r>
              <a:rPr sz="2200" spc="5" dirty="0">
                <a:latin typeface="Franklin Gothic Medium"/>
                <a:cs typeface="Franklin Gothic Medium"/>
              </a:rPr>
              <a:t> </a:t>
            </a:r>
            <a:r>
              <a:rPr sz="2200" spc="-5" dirty="0">
                <a:latin typeface="Franklin Gothic Medium"/>
                <a:cs typeface="Franklin Gothic Medium"/>
              </a:rPr>
              <a:t>2</a:t>
            </a:r>
            <a:r>
              <a:rPr sz="2200" spc="-10" dirty="0">
                <a:latin typeface="Franklin Gothic Medium"/>
                <a:cs typeface="Franklin Gothic Medium"/>
              </a:rPr>
              <a:t> integer </a:t>
            </a:r>
            <a:r>
              <a:rPr sz="2200" spc="-5" dirty="0">
                <a:latin typeface="Franklin Gothic Medium"/>
                <a:cs typeface="Franklin Gothic Medium"/>
              </a:rPr>
              <a:t>values\n"); </a:t>
            </a:r>
            <a:r>
              <a:rPr sz="2200" spc="-535" dirty="0">
                <a:latin typeface="Franklin Gothic Medium"/>
                <a:cs typeface="Franklin Gothic Medium"/>
              </a:rPr>
              <a:t> </a:t>
            </a:r>
            <a:r>
              <a:rPr sz="2200" spc="-5" dirty="0">
                <a:latin typeface="Franklin Gothic Medium"/>
                <a:cs typeface="Franklin Gothic Medium"/>
              </a:rPr>
              <a:t>scanf("%d%d",&amp;a,</a:t>
            </a:r>
            <a:r>
              <a:rPr sz="2200" spc="30" dirty="0">
                <a:latin typeface="Franklin Gothic Medium"/>
                <a:cs typeface="Franklin Gothic Medium"/>
              </a:rPr>
              <a:t> </a:t>
            </a:r>
            <a:r>
              <a:rPr sz="2200" spc="-5" dirty="0">
                <a:latin typeface="Franklin Gothic Medium"/>
                <a:cs typeface="Franklin Gothic Medium"/>
              </a:rPr>
              <a:t>&amp;b);</a:t>
            </a:r>
            <a:endParaRPr sz="2200" dirty="0">
              <a:latin typeface="Franklin Gothic Medium"/>
              <a:cs typeface="Franklin Gothic Medium"/>
            </a:endParaRPr>
          </a:p>
          <a:p>
            <a:pPr marL="926465" marR="8081009">
              <a:lnSpc>
                <a:spcPct val="114999"/>
              </a:lnSpc>
            </a:pPr>
            <a:r>
              <a:rPr sz="2200" spc="-5" dirty="0">
                <a:latin typeface="Franklin Gothic Medium"/>
                <a:cs typeface="Franklin Gothic Medium"/>
              </a:rPr>
              <a:t>q=a/b; </a:t>
            </a:r>
            <a:r>
              <a:rPr sz="2200" dirty="0">
                <a:latin typeface="Franklin Gothic Medium"/>
                <a:cs typeface="Franklin Gothic Medium"/>
              </a:rPr>
              <a:t> </a:t>
            </a:r>
            <a:r>
              <a:rPr sz="2200" spc="-5" dirty="0">
                <a:latin typeface="Franklin Gothic Medium"/>
                <a:cs typeface="Franklin Gothic Medium"/>
              </a:rPr>
              <a:t>rem=</a:t>
            </a:r>
            <a:r>
              <a:rPr sz="2200" spc="-10" dirty="0">
                <a:latin typeface="Franklin Gothic Medium"/>
                <a:cs typeface="Franklin Gothic Medium"/>
              </a:rPr>
              <a:t>a-(q*b</a:t>
            </a:r>
            <a:r>
              <a:rPr sz="2200" dirty="0">
                <a:latin typeface="Franklin Gothic Medium"/>
                <a:cs typeface="Franklin Gothic Medium"/>
              </a:rPr>
              <a:t>)</a:t>
            </a:r>
            <a:r>
              <a:rPr sz="2200" spc="-5" dirty="0">
                <a:latin typeface="Franklin Gothic Medium"/>
                <a:cs typeface="Franklin Gothic Medium"/>
              </a:rPr>
              <a:t>;</a:t>
            </a:r>
            <a:endParaRPr sz="2200" dirty="0">
              <a:latin typeface="Franklin Gothic Medium"/>
              <a:cs typeface="Franklin Gothic Medium"/>
            </a:endParaRPr>
          </a:p>
          <a:p>
            <a:pPr marL="926465">
              <a:lnSpc>
                <a:spcPct val="100000"/>
              </a:lnSpc>
              <a:spcBef>
                <a:spcPts val="395"/>
              </a:spcBef>
            </a:pPr>
            <a:r>
              <a:rPr sz="2200" spc="-5" dirty="0">
                <a:latin typeface="Franklin Gothic Medium"/>
                <a:cs typeface="Franklin Gothic Medium"/>
              </a:rPr>
              <a:t>printf("Quotient=%d\nRemainder=%d",</a:t>
            </a:r>
            <a:r>
              <a:rPr sz="2200" spc="-20" dirty="0">
                <a:latin typeface="Franklin Gothic Medium"/>
                <a:cs typeface="Franklin Gothic Medium"/>
              </a:rPr>
              <a:t> </a:t>
            </a:r>
            <a:r>
              <a:rPr sz="2200" spc="-5" dirty="0">
                <a:latin typeface="Franklin Gothic Medium"/>
                <a:cs typeface="Franklin Gothic Medium"/>
              </a:rPr>
              <a:t>q,</a:t>
            </a:r>
            <a:r>
              <a:rPr sz="2200" spc="-20" dirty="0">
                <a:latin typeface="Franklin Gothic Medium"/>
                <a:cs typeface="Franklin Gothic Medium"/>
              </a:rPr>
              <a:t> </a:t>
            </a:r>
            <a:r>
              <a:rPr sz="2200" spc="-5" dirty="0">
                <a:latin typeface="Franklin Gothic Medium"/>
                <a:cs typeface="Franklin Gothic Medium"/>
              </a:rPr>
              <a:t>rem);</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25470" cy="391160"/>
          </a:xfrm>
          <a:prstGeom prst="rect">
            <a:avLst/>
          </a:prstGeom>
        </p:spPr>
        <p:txBody>
          <a:bodyPr vert="horz" wrap="square" lIns="0" tIns="12700" rIns="0" bIns="0" rtlCol="0">
            <a:spAutoFit/>
          </a:bodyPr>
          <a:lstStyle/>
          <a:p>
            <a:pPr marL="12700">
              <a:lnSpc>
                <a:spcPct val="100000"/>
              </a:lnSpc>
              <a:spcBef>
                <a:spcPts val="100"/>
              </a:spcBef>
              <a:tabLst>
                <a:tab pos="419100" algn="l"/>
              </a:tabLst>
            </a:pPr>
            <a:r>
              <a:rPr sz="2400" dirty="0"/>
              <a:t>1.	Arithmetic</a:t>
            </a:r>
            <a:r>
              <a:rPr sz="2400" spc="-90" dirty="0"/>
              <a:t> </a:t>
            </a:r>
            <a:r>
              <a:rPr sz="2400" dirty="0"/>
              <a:t>operators</a:t>
            </a:r>
            <a:endParaRPr sz="24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8449" y="1146708"/>
            <a:ext cx="7344409" cy="1568450"/>
          </a:xfrm>
          <a:prstGeom prst="rect">
            <a:avLst/>
          </a:prstGeom>
        </p:spPr>
        <p:txBody>
          <a:bodyPr vert="horz" wrap="square" lIns="0" tIns="62865" rIns="0" bIns="0" rtlCol="0">
            <a:spAutoFit/>
          </a:bodyPr>
          <a:lstStyle/>
          <a:p>
            <a:pPr marL="355600" indent="-342900">
              <a:lnSpc>
                <a:spcPct val="100000"/>
              </a:lnSpc>
              <a:spcBef>
                <a:spcPts val="495"/>
              </a:spcBef>
              <a:buFont typeface="Arial MT"/>
              <a:buChar char="•"/>
              <a:tabLst>
                <a:tab pos="354965" algn="l"/>
                <a:tab pos="355600" algn="l"/>
              </a:tabLst>
            </a:pPr>
            <a:r>
              <a:rPr sz="2200" spc="-5" dirty="0">
                <a:latin typeface="Franklin Gothic Medium"/>
                <a:cs typeface="Franklin Gothic Medium"/>
              </a:rPr>
              <a:t>Used</a:t>
            </a:r>
            <a:r>
              <a:rPr sz="2200" spc="5"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compare </a:t>
            </a:r>
            <a:r>
              <a:rPr sz="2200" spc="-10"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values</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10" dirty="0">
                <a:latin typeface="Franklin Gothic Medium"/>
                <a:cs typeface="Franklin Gothic Medium"/>
              </a:rPr>
              <a:t>two</a:t>
            </a:r>
            <a:r>
              <a:rPr sz="2200" spc="-5" dirty="0">
                <a:latin typeface="Franklin Gothic Medium"/>
                <a:cs typeface="Franklin Gothic Medium"/>
              </a:rPr>
              <a:t> expressions.</a:t>
            </a:r>
            <a:endParaRPr sz="2200">
              <a:latin typeface="Franklin Gothic Medium"/>
              <a:cs typeface="Franklin Gothic Medium"/>
            </a:endParaRPr>
          </a:p>
          <a:p>
            <a:pPr marL="355600" indent="-342900">
              <a:lnSpc>
                <a:spcPct val="100000"/>
              </a:lnSpc>
              <a:spcBef>
                <a:spcPts val="395"/>
              </a:spcBef>
              <a:buFont typeface="Arial MT"/>
              <a:buChar char="•"/>
              <a:tabLst>
                <a:tab pos="354965" algn="l"/>
                <a:tab pos="355600" algn="l"/>
              </a:tabLst>
            </a:pPr>
            <a:r>
              <a:rPr sz="2200" spc="-5" dirty="0">
                <a:latin typeface="Franklin Gothic Medium"/>
                <a:cs typeface="Franklin Gothic Medium"/>
              </a:rPr>
              <a:t>If</a:t>
            </a:r>
            <a:r>
              <a:rPr sz="2200" spc="1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result</a:t>
            </a:r>
            <a:r>
              <a:rPr sz="2200" spc="5"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5" dirty="0">
                <a:latin typeface="Franklin Gothic Medium"/>
                <a:cs typeface="Franklin Gothic Medium"/>
              </a:rPr>
              <a:t>true, </a:t>
            </a:r>
            <a:r>
              <a:rPr sz="2200" spc="-10" dirty="0">
                <a:latin typeface="Franklin Gothic Medium"/>
                <a:cs typeface="Franklin Gothic Medium"/>
              </a:rPr>
              <a:t>return</a:t>
            </a:r>
            <a:r>
              <a:rPr sz="2200" dirty="0">
                <a:latin typeface="Franklin Gothic Medium"/>
                <a:cs typeface="Franklin Gothic Medium"/>
              </a:rPr>
              <a:t> </a:t>
            </a:r>
            <a:r>
              <a:rPr sz="2200" spc="15" dirty="0">
                <a:latin typeface="Franklin Gothic Medium"/>
                <a:cs typeface="Franklin Gothic Medium"/>
              </a:rPr>
              <a:t>1.</a:t>
            </a:r>
            <a:r>
              <a:rPr sz="2200" spc="10" dirty="0">
                <a:latin typeface="Franklin Gothic Medium"/>
                <a:cs typeface="Franklin Gothic Medium"/>
              </a:rPr>
              <a:t> </a:t>
            </a:r>
            <a:r>
              <a:rPr sz="2200" spc="-5" dirty="0">
                <a:latin typeface="Franklin Gothic Medium"/>
                <a:cs typeface="Franklin Gothic Medium"/>
              </a:rPr>
              <a:t>If</a:t>
            </a:r>
            <a:r>
              <a:rPr sz="2200" spc="1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result</a:t>
            </a:r>
            <a:r>
              <a:rPr sz="2200"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5" dirty="0">
                <a:latin typeface="Franklin Gothic Medium"/>
                <a:cs typeface="Franklin Gothic Medium"/>
              </a:rPr>
              <a:t>false,</a:t>
            </a:r>
            <a:r>
              <a:rPr sz="2200" dirty="0">
                <a:latin typeface="Franklin Gothic Medium"/>
                <a:cs typeface="Franklin Gothic Medium"/>
              </a:rPr>
              <a:t> </a:t>
            </a:r>
            <a:r>
              <a:rPr sz="2200" spc="-10" dirty="0">
                <a:latin typeface="Franklin Gothic Medium"/>
                <a:cs typeface="Franklin Gothic Medium"/>
              </a:rPr>
              <a:t>returns</a:t>
            </a:r>
            <a:r>
              <a:rPr sz="2200" spc="5" dirty="0">
                <a:latin typeface="Franklin Gothic Medium"/>
                <a:cs typeface="Franklin Gothic Medium"/>
              </a:rPr>
              <a:t> </a:t>
            </a:r>
            <a:r>
              <a:rPr sz="2200" spc="-10" dirty="0">
                <a:latin typeface="Franklin Gothic Medium"/>
                <a:cs typeface="Franklin Gothic Medium"/>
              </a:rPr>
              <a:t>0.</a:t>
            </a:r>
            <a:endParaRPr sz="2200">
              <a:latin typeface="Franklin Gothic Medium"/>
              <a:cs typeface="Franklin Gothic Medium"/>
            </a:endParaRPr>
          </a:p>
          <a:p>
            <a:pPr>
              <a:lnSpc>
                <a:spcPct val="100000"/>
              </a:lnSpc>
              <a:spcBef>
                <a:spcPts val="35"/>
              </a:spcBef>
            </a:pPr>
            <a:endParaRPr sz="3000">
              <a:latin typeface="Franklin Gothic Medium"/>
              <a:cs typeface="Franklin Gothic Medium"/>
            </a:endParaRPr>
          </a:p>
          <a:p>
            <a:pPr marL="12700">
              <a:lnSpc>
                <a:spcPct val="100000"/>
              </a:lnSpc>
            </a:pPr>
            <a:r>
              <a:rPr sz="2200" spc="-10" dirty="0">
                <a:latin typeface="Franklin Gothic Medium"/>
                <a:cs typeface="Franklin Gothic Medium"/>
              </a:rPr>
              <a:t>The</a:t>
            </a:r>
            <a:r>
              <a:rPr sz="2200" spc="-25" dirty="0">
                <a:latin typeface="Franklin Gothic Medium"/>
                <a:cs typeface="Franklin Gothic Medium"/>
              </a:rPr>
              <a:t> </a:t>
            </a:r>
            <a:r>
              <a:rPr sz="2200" spc="-5" dirty="0">
                <a:latin typeface="Franklin Gothic Medium"/>
                <a:cs typeface="Franklin Gothic Medium"/>
              </a:rPr>
              <a:t>operators</a:t>
            </a:r>
            <a:r>
              <a:rPr sz="2200" spc="-30" dirty="0">
                <a:latin typeface="Franklin Gothic Medium"/>
                <a:cs typeface="Franklin Gothic Medium"/>
              </a:rPr>
              <a:t> </a:t>
            </a:r>
            <a:r>
              <a:rPr sz="2200" spc="-5" dirty="0">
                <a:latin typeface="Franklin Gothic Medium"/>
                <a:cs typeface="Franklin Gothic Medium"/>
              </a:rPr>
              <a:t>are</a:t>
            </a:r>
            <a:endParaRPr sz="2200">
              <a:latin typeface="Franklin Gothic Medium"/>
              <a:cs typeface="Franklin Gothic Medium"/>
            </a:endParaRPr>
          </a:p>
        </p:txBody>
      </p:sp>
      <p:graphicFrame>
        <p:nvGraphicFramePr>
          <p:cNvPr id="3" name="object 3"/>
          <p:cNvGraphicFramePr>
            <a:graphicFrameLocks noGrp="1"/>
          </p:cNvGraphicFramePr>
          <p:nvPr/>
        </p:nvGraphicFramePr>
        <p:xfrm>
          <a:off x="479399" y="2776265"/>
          <a:ext cx="4575175" cy="2244316"/>
        </p:xfrm>
        <a:graphic>
          <a:graphicData uri="http://schemas.openxmlformats.org/drawingml/2006/table">
            <a:tbl>
              <a:tblPr firstRow="1" bandRow="1">
                <a:tableStyleId>{2D5ABB26-0587-4C30-8999-92F81FD0307C}</a:tableStyleId>
              </a:tblPr>
              <a:tblGrid>
                <a:gridCol w="3743325">
                  <a:extLst>
                    <a:ext uri="{9D8B030D-6E8A-4147-A177-3AD203B41FA5}">
                      <a16:colId xmlns:a16="http://schemas.microsoft.com/office/drawing/2014/main" val="20000"/>
                    </a:ext>
                  </a:extLst>
                </a:gridCol>
                <a:gridCol w="831850">
                  <a:extLst>
                    <a:ext uri="{9D8B030D-6E8A-4147-A177-3AD203B41FA5}">
                      <a16:colId xmlns:a16="http://schemas.microsoft.com/office/drawing/2014/main" val="20001"/>
                    </a:ext>
                  </a:extLst>
                </a:gridCol>
              </a:tblGrid>
              <a:tr h="350888">
                <a:tc>
                  <a:txBody>
                    <a:bodyPr/>
                    <a:lstStyle/>
                    <a:p>
                      <a:pPr marL="31750">
                        <a:lnSpc>
                          <a:spcPts val="2455"/>
                        </a:lnSpc>
                        <a:tabLst>
                          <a:tab pos="488315" algn="l"/>
                        </a:tabLst>
                      </a:pPr>
                      <a:r>
                        <a:rPr sz="2200" spc="-5" dirty="0">
                          <a:latin typeface="Franklin Gothic Medium"/>
                          <a:cs typeface="Franklin Gothic Medium"/>
                        </a:rPr>
                        <a:t>1.	Less</a:t>
                      </a:r>
                      <a:r>
                        <a:rPr sz="2200" spc="-30" dirty="0">
                          <a:latin typeface="Franklin Gothic Medium"/>
                          <a:cs typeface="Franklin Gothic Medium"/>
                        </a:rPr>
                        <a:t> </a:t>
                      </a:r>
                      <a:r>
                        <a:rPr sz="2200" spc="-10" dirty="0">
                          <a:latin typeface="Franklin Gothic Medium"/>
                          <a:cs typeface="Franklin Gothic Medium"/>
                        </a:rPr>
                        <a:t>than</a:t>
                      </a:r>
                      <a:endParaRPr sz="2200">
                        <a:latin typeface="Franklin Gothic Medium"/>
                        <a:cs typeface="Franklin Gothic Medium"/>
                      </a:endParaRPr>
                    </a:p>
                  </a:txBody>
                  <a:tcPr marL="0" marR="0" marT="0" marB="0"/>
                </a:tc>
                <a:tc>
                  <a:txBody>
                    <a:bodyPr/>
                    <a:lstStyle/>
                    <a:p>
                      <a:pPr marL="403225">
                        <a:lnSpc>
                          <a:spcPts val="2455"/>
                        </a:lnSpc>
                      </a:pPr>
                      <a:r>
                        <a:rPr sz="2200" dirty="0">
                          <a:latin typeface="Franklin Gothic Medium"/>
                          <a:cs typeface="Franklin Gothic Medium"/>
                        </a:rPr>
                        <a:t>&lt;</a:t>
                      </a:r>
                      <a:endParaRPr sz="2200">
                        <a:latin typeface="Franklin Gothic Medium"/>
                        <a:cs typeface="Franklin Gothic Medium"/>
                      </a:endParaRPr>
                    </a:p>
                  </a:txBody>
                  <a:tcPr marL="0" marR="0" marT="0" marB="0"/>
                </a:tc>
                <a:extLst>
                  <a:ext uri="{0D108BD9-81ED-4DB2-BD59-A6C34878D82A}">
                    <a16:rowId xmlns:a16="http://schemas.microsoft.com/office/drawing/2014/main" val="10000"/>
                  </a:ext>
                </a:extLst>
              </a:tr>
              <a:tr h="385432">
                <a:tc>
                  <a:txBody>
                    <a:bodyPr/>
                    <a:lstStyle/>
                    <a:p>
                      <a:pPr marL="31750">
                        <a:lnSpc>
                          <a:spcPct val="100000"/>
                        </a:lnSpc>
                        <a:spcBef>
                          <a:spcPts val="85"/>
                        </a:spcBef>
                        <a:tabLst>
                          <a:tab pos="488315" algn="l"/>
                        </a:tabLst>
                      </a:pPr>
                      <a:r>
                        <a:rPr sz="2200" spc="-5" dirty="0">
                          <a:latin typeface="Franklin Gothic Medium"/>
                          <a:cs typeface="Franklin Gothic Medium"/>
                        </a:rPr>
                        <a:t>2.	Less </a:t>
                      </a:r>
                      <a:r>
                        <a:rPr sz="2200" spc="-10" dirty="0">
                          <a:latin typeface="Franklin Gothic Medium"/>
                          <a:cs typeface="Franklin Gothic Medium"/>
                        </a:rPr>
                        <a:t>than</a:t>
                      </a:r>
                      <a:r>
                        <a:rPr sz="2200" spc="-15" dirty="0">
                          <a:latin typeface="Franklin Gothic Medium"/>
                          <a:cs typeface="Franklin Gothic Medium"/>
                        </a:rPr>
                        <a:t> </a:t>
                      </a:r>
                      <a:r>
                        <a:rPr sz="2200" spc="-5" dirty="0">
                          <a:latin typeface="Franklin Gothic Medium"/>
                          <a:cs typeface="Franklin Gothic Medium"/>
                        </a:rPr>
                        <a:t>or</a:t>
                      </a:r>
                      <a:r>
                        <a:rPr sz="2200" spc="-10" dirty="0">
                          <a:latin typeface="Franklin Gothic Medium"/>
                          <a:cs typeface="Franklin Gothic Medium"/>
                        </a:rPr>
                        <a:t> equal</a:t>
                      </a:r>
                      <a:r>
                        <a:rPr sz="2200" spc="-15" dirty="0">
                          <a:latin typeface="Franklin Gothic Medium"/>
                          <a:cs typeface="Franklin Gothic Medium"/>
                        </a:rPr>
                        <a:t> </a:t>
                      </a:r>
                      <a:r>
                        <a:rPr sz="2200" spc="-20" dirty="0">
                          <a:latin typeface="Franklin Gothic Medium"/>
                          <a:cs typeface="Franklin Gothic Medium"/>
                        </a:rPr>
                        <a:t>to</a:t>
                      </a:r>
                      <a:endParaRPr sz="2200">
                        <a:latin typeface="Franklin Gothic Medium"/>
                        <a:cs typeface="Franklin Gothic Medium"/>
                      </a:endParaRPr>
                    </a:p>
                  </a:txBody>
                  <a:tcPr marL="0" marR="0" marT="10795" marB="0"/>
                </a:tc>
                <a:tc>
                  <a:txBody>
                    <a:bodyPr/>
                    <a:lstStyle/>
                    <a:p>
                      <a:pPr marL="403225">
                        <a:lnSpc>
                          <a:spcPct val="100000"/>
                        </a:lnSpc>
                        <a:spcBef>
                          <a:spcPts val="85"/>
                        </a:spcBef>
                      </a:pPr>
                      <a:r>
                        <a:rPr sz="2200" spc="-10" dirty="0">
                          <a:latin typeface="Franklin Gothic Medium"/>
                          <a:cs typeface="Franklin Gothic Medium"/>
                        </a:rPr>
                        <a:t>&lt;=</a:t>
                      </a:r>
                      <a:endParaRPr sz="2200">
                        <a:latin typeface="Franklin Gothic Medium"/>
                        <a:cs typeface="Franklin Gothic Medium"/>
                      </a:endParaRPr>
                    </a:p>
                  </a:txBody>
                  <a:tcPr marL="0" marR="0" marT="10795" marB="0"/>
                </a:tc>
                <a:extLst>
                  <a:ext uri="{0D108BD9-81ED-4DB2-BD59-A6C34878D82A}">
                    <a16:rowId xmlns:a16="http://schemas.microsoft.com/office/drawing/2014/main" val="10001"/>
                  </a:ext>
                </a:extLst>
              </a:tr>
              <a:tr h="385871">
                <a:tc>
                  <a:txBody>
                    <a:bodyPr/>
                    <a:lstStyle/>
                    <a:p>
                      <a:pPr marL="31750">
                        <a:lnSpc>
                          <a:spcPct val="100000"/>
                        </a:lnSpc>
                        <a:spcBef>
                          <a:spcPts val="85"/>
                        </a:spcBef>
                        <a:tabLst>
                          <a:tab pos="488315" algn="l"/>
                        </a:tabLst>
                      </a:pPr>
                      <a:r>
                        <a:rPr sz="2200" spc="-10" dirty="0">
                          <a:latin typeface="Franklin Gothic Medium"/>
                          <a:cs typeface="Franklin Gothic Medium"/>
                        </a:rPr>
                        <a:t>3.	Greater</a:t>
                      </a:r>
                      <a:r>
                        <a:rPr sz="2200" spc="-45" dirty="0">
                          <a:latin typeface="Franklin Gothic Medium"/>
                          <a:cs typeface="Franklin Gothic Medium"/>
                        </a:rPr>
                        <a:t> </a:t>
                      </a:r>
                      <a:r>
                        <a:rPr sz="2200" spc="-10" dirty="0">
                          <a:latin typeface="Franklin Gothic Medium"/>
                          <a:cs typeface="Franklin Gothic Medium"/>
                        </a:rPr>
                        <a:t>than</a:t>
                      </a:r>
                      <a:endParaRPr sz="2200">
                        <a:latin typeface="Franklin Gothic Medium"/>
                        <a:cs typeface="Franklin Gothic Medium"/>
                      </a:endParaRPr>
                    </a:p>
                  </a:txBody>
                  <a:tcPr marL="0" marR="0" marT="10795" marB="0"/>
                </a:tc>
                <a:tc>
                  <a:txBody>
                    <a:bodyPr/>
                    <a:lstStyle/>
                    <a:p>
                      <a:pPr marL="403225">
                        <a:lnSpc>
                          <a:spcPct val="100000"/>
                        </a:lnSpc>
                        <a:spcBef>
                          <a:spcPts val="85"/>
                        </a:spcBef>
                      </a:pPr>
                      <a:r>
                        <a:rPr sz="2200" dirty="0">
                          <a:latin typeface="Franklin Gothic Medium"/>
                          <a:cs typeface="Franklin Gothic Medium"/>
                        </a:rPr>
                        <a:t>&gt;</a:t>
                      </a:r>
                      <a:endParaRPr sz="2200">
                        <a:latin typeface="Franklin Gothic Medium"/>
                        <a:cs typeface="Franklin Gothic Medium"/>
                      </a:endParaRPr>
                    </a:p>
                  </a:txBody>
                  <a:tcPr marL="0" marR="0" marT="10795" marB="0"/>
                </a:tc>
                <a:extLst>
                  <a:ext uri="{0D108BD9-81ED-4DB2-BD59-A6C34878D82A}">
                    <a16:rowId xmlns:a16="http://schemas.microsoft.com/office/drawing/2014/main" val="10002"/>
                  </a:ext>
                </a:extLst>
              </a:tr>
              <a:tr h="385665">
                <a:tc>
                  <a:txBody>
                    <a:bodyPr/>
                    <a:lstStyle/>
                    <a:p>
                      <a:pPr marL="31750">
                        <a:lnSpc>
                          <a:spcPct val="100000"/>
                        </a:lnSpc>
                        <a:spcBef>
                          <a:spcPts val="85"/>
                        </a:spcBef>
                        <a:tabLst>
                          <a:tab pos="488315" algn="l"/>
                        </a:tabLst>
                      </a:pPr>
                      <a:r>
                        <a:rPr sz="2200" spc="-5" dirty="0">
                          <a:latin typeface="Franklin Gothic Medium"/>
                          <a:cs typeface="Franklin Gothic Medium"/>
                        </a:rPr>
                        <a:t>4.	</a:t>
                      </a:r>
                      <a:r>
                        <a:rPr sz="2200" spc="-10" dirty="0">
                          <a:latin typeface="Franklin Gothic Medium"/>
                          <a:cs typeface="Franklin Gothic Medium"/>
                        </a:rPr>
                        <a:t>Greater</a:t>
                      </a:r>
                      <a:r>
                        <a:rPr sz="2200" spc="-15" dirty="0">
                          <a:latin typeface="Franklin Gothic Medium"/>
                          <a:cs typeface="Franklin Gothic Medium"/>
                        </a:rPr>
                        <a:t> </a:t>
                      </a:r>
                      <a:r>
                        <a:rPr sz="2200" spc="-10" dirty="0">
                          <a:latin typeface="Franklin Gothic Medium"/>
                          <a:cs typeface="Franklin Gothic Medium"/>
                        </a:rPr>
                        <a:t>than</a:t>
                      </a:r>
                      <a:r>
                        <a:rPr sz="2200" spc="-25" dirty="0">
                          <a:latin typeface="Franklin Gothic Medium"/>
                          <a:cs typeface="Franklin Gothic Medium"/>
                        </a:rPr>
                        <a:t> </a:t>
                      </a:r>
                      <a:r>
                        <a:rPr sz="2200" spc="-5" dirty="0">
                          <a:latin typeface="Franklin Gothic Medium"/>
                          <a:cs typeface="Franklin Gothic Medium"/>
                        </a:rPr>
                        <a:t>or</a:t>
                      </a:r>
                      <a:r>
                        <a:rPr sz="2200" spc="-15" dirty="0">
                          <a:latin typeface="Franklin Gothic Medium"/>
                          <a:cs typeface="Franklin Gothic Medium"/>
                        </a:rPr>
                        <a:t> </a:t>
                      </a:r>
                      <a:r>
                        <a:rPr sz="2200" spc="-10" dirty="0">
                          <a:latin typeface="Franklin Gothic Medium"/>
                          <a:cs typeface="Franklin Gothic Medium"/>
                        </a:rPr>
                        <a:t>equal</a:t>
                      </a:r>
                      <a:r>
                        <a:rPr sz="2200" spc="-15" dirty="0">
                          <a:latin typeface="Franklin Gothic Medium"/>
                          <a:cs typeface="Franklin Gothic Medium"/>
                        </a:rPr>
                        <a:t> </a:t>
                      </a:r>
                      <a:r>
                        <a:rPr sz="2200" spc="-25" dirty="0">
                          <a:latin typeface="Franklin Gothic Medium"/>
                          <a:cs typeface="Franklin Gothic Medium"/>
                        </a:rPr>
                        <a:t>to</a:t>
                      </a:r>
                      <a:endParaRPr sz="2200">
                        <a:latin typeface="Franklin Gothic Medium"/>
                        <a:cs typeface="Franklin Gothic Medium"/>
                      </a:endParaRPr>
                    </a:p>
                  </a:txBody>
                  <a:tcPr marL="0" marR="0" marT="10795" marB="0"/>
                </a:tc>
                <a:tc>
                  <a:txBody>
                    <a:bodyPr/>
                    <a:lstStyle/>
                    <a:p>
                      <a:pPr marL="403225">
                        <a:lnSpc>
                          <a:spcPct val="100000"/>
                        </a:lnSpc>
                        <a:spcBef>
                          <a:spcPts val="85"/>
                        </a:spcBef>
                      </a:pPr>
                      <a:r>
                        <a:rPr sz="2200" spc="-10" dirty="0">
                          <a:latin typeface="Franklin Gothic Medium"/>
                          <a:cs typeface="Franklin Gothic Medium"/>
                        </a:rPr>
                        <a:t>&gt;=</a:t>
                      </a:r>
                      <a:endParaRPr sz="2200">
                        <a:latin typeface="Franklin Gothic Medium"/>
                        <a:cs typeface="Franklin Gothic Medium"/>
                      </a:endParaRPr>
                    </a:p>
                  </a:txBody>
                  <a:tcPr marL="0" marR="0" marT="10795" marB="0"/>
                </a:tc>
                <a:extLst>
                  <a:ext uri="{0D108BD9-81ED-4DB2-BD59-A6C34878D82A}">
                    <a16:rowId xmlns:a16="http://schemas.microsoft.com/office/drawing/2014/main" val="10003"/>
                  </a:ext>
                </a:extLst>
              </a:tr>
              <a:tr h="385572">
                <a:tc>
                  <a:txBody>
                    <a:bodyPr/>
                    <a:lstStyle/>
                    <a:p>
                      <a:pPr marL="31750">
                        <a:lnSpc>
                          <a:spcPct val="100000"/>
                        </a:lnSpc>
                        <a:spcBef>
                          <a:spcPts val="85"/>
                        </a:spcBef>
                        <a:tabLst>
                          <a:tab pos="488315" algn="l"/>
                        </a:tabLst>
                      </a:pPr>
                      <a:r>
                        <a:rPr sz="2200" spc="-5" dirty="0">
                          <a:latin typeface="Franklin Gothic Medium"/>
                          <a:cs typeface="Franklin Gothic Medium"/>
                        </a:rPr>
                        <a:t>5.	Equal</a:t>
                      </a:r>
                      <a:r>
                        <a:rPr sz="2200" spc="-50" dirty="0">
                          <a:latin typeface="Franklin Gothic Medium"/>
                          <a:cs typeface="Franklin Gothic Medium"/>
                        </a:rPr>
                        <a:t> </a:t>
                      </a:r>
                      <a:r>
                        <a:rPr sz="2200" spc="-25" dirty="0">
                          <a:latin typeface="Franklin Gothic Medium"/>
                          <a:cs typeface="Franklin Gothic Medium"/>
                        </a:rPr>
                        <a:t>to</a:t>
                      </a:r>
                      <a:endParaRPr sz="2200">
                        <a:latin typeface="Franklin Gothic Medium"/>
                        <a:cs typeface="Franklin Gothic Medium"/>
                      </a:endParaRPr>
                    </a:p>
                  </a:txBody>
                  <a:tcPr marL="0" marR="0" marT="10795" marB="0"/>
                </a:tc>
                <a:tc>
                  <a:txBody>
                    <a:bodyPr/>
                    <a:lstStyle/>
                    <a:p>
                      <a:pPr marL="403225">
                        <a:lnSpc>
                          <a:spcPct val="100000"/>
                        </a:lnSpc>
                        <a:spcBef>
                          <a:spcPts val="85"/>
                        </a:spcBef>
                      </a:pPr>
                      <a:r>
                        <a:rPr sz="2200" spc="-5" dirty="0">
                          <a:latin typeface="Franklin Gothic Medium"/>
                          <a:cs typeface="Franklin Gothic Medium"/>
                        </a:rPr>
                        <a:t>=</a:t>
                      </a:r>
                      <a:r>
                        <a:rPr sz="2200" spc="-70" dirty="0">
                          <a:latin typeface="Franklin Gothic Medium"/>
                          <a:cs typeface="Franklin Gothic Medium"/>
                        </a:rPr>
                        <a:t> </a:t>
                      </a:r>
                      <a:r>
                        <a:rPr sz="2200" spc="-5" dirty="0">
                          <a:latin typeface="Franklin Gothic Medium"/>
                          <a:cs typeface="Franklin Gothic Medium"/>
                        </a:rPr>
                        <a:t>=</a:t>
                      </a:r>
                      <a:endParaRPr sz="2200">
                        <a:latin typeface="Franklin Gothic Medium"/>
                        <a:cs typeface="Franklin Gothic Medium"/>
                      </a:endParaRPr>
                    </a:p>
                  </a:txBody>
                  <a:tcPr marL="0" marR="0" marT="10795" marB="0"/>
                </a:tc>
                <a:extLst>
                  <a:ext uri="{0D108BD9-81ED-4DB2-BD59-A6C34878D82A}">
                    <a16:rowId xmlns:a16="http://schemas.microsoft.com/office/drawing/2014/main" val="10004"/>
                  </a:ext>
                </a:extLst>
              </a:tr>
              <a:tr h="350888">
                <a:tc>
                  <a:txBody>
                    <a:bodyPr/>
                    <a:lstStyle/>
                    <a:p>
                      <a:pPr marL="31750">
                        <a:lnSpc>
                          <a:spcPts val="2575"/>
                        </a:lnSpc>
                        <a:spcBef>
                          <a:spcPts val="85"/>
                        </a:spcBef>
                        <a:tabLst>
                          <a:tab pos="488315" algn="l"/>
                        </a:tabLst>
                      </a:pPr>
                      <a:r>
                        <a:rPr sz="2200" spc="-5" dirty="0">
                          <a:latin typeface="Franklin Gothic Medium"/>
                          <a:cs typeface="Franklin Gothic Medium"/>
                        </a:rPr>
                        <a:t>6.	</a:t>
                      </a:r>
                      <a:r>
                        <a:rPr sz="2200" spc="-10" dirty="0">
                          <a:latin typeface="Franklin Gothic Medium"/>
                          <a:cs typeface="Franklin Gothic Medium"/>
                        </a:rPr>
                        <a:t>Not</a:t>
                      </a:r>
                      <a:r>
                        <a:rPr sz="2200" spc="-25" dirty="0">
                          <a:latin typeface="Franklin Gothic Medium"/>
                          <a:cs typeface="Franklin Gothic Medium"/>
                        </a:rPr>
                        <a:t> </a:t>
                      </a:r>
                      <a:r>
                        <a:rPr sz="2200" spc="-10" dirty="0">
                          <a:latin typeface="Franklin Gothic Medium"/>
                          <a:cs typeface="Franklin Gothic Medium"/>
                        </a:rPr>
                        <a:t>equal</a:t>
                      </a:r>
                      <a:r>
                        <a:rPr sz="2200" spc="-30" dirty="0">
                          <a:latin typeface="Franklin Gothic Medium"/>
                          <a:cs typeface="Franklin Gothic Medium"/>
                        </a:rPr>
                        <a:t> </a:t>
                      </a:r>
                      <a:r>
                        <a:rPr sz="2200" spc="-25" dirty="0">
                          <a:latin typeface="Franklin Gothic Medium"/>
                          <a:cs typeface="Franklin Gothic Medium"/>
                        </a:rPr>
                        <a:t>to</a:t>
                      </a:r>
                      <a:endParaRPr sz="2200">
                        <a:latin typeface="Franklin Gothic Medium"/>
                        <a:cs typeface="Franklin Gothic Medium"/>
                      </a:endParaRPr>
                    </a:p>
                  </a:txBody>
                  <a:tcPr marL="0" marR="0" marT="10795" marB="0"/>
                </a:tc>
                <a:tc>
                  <a:txBody>
                    <a:bodyPr/>
                    <a:lstStyle/>
                    <a:p>
                      <a:pPr marL="403225">
                        <a:lnSpc>
                          <a:spcPts val="2575"/>
                        </a:lnSpc>
                        <a:spcBef>
                          <a:spcPts val="85"/>
                        </a:spcBef>
                      </a:pPr>
                      <a:r>
                        <a:rPr sz="2200" spc="-10" dirty="0">
                          <a:latin typeface="Franklin Gothic Medium"/>
                          <a:cs typeface="Franklin Gothic Medium"/>
                        </a:rPr>
                        <a:t>!=</a:t>
                      </a:r>
                      <a:endParaRPr sz="2200">
                        <a:latin typeface="Franklin Gothic Medium"/>
                        <a:cs typeface="Franklin Gothic Medium"/>
                      </a:endParaRPr>
                    </a:p>
                  </a:txBody>
                  <a:tcPr marL="0" marR="0" marT="10795" marB="0"/>
                </a:tc>
                <a:extLst>
                  <a:ext uri="{0D108BD9-81ED-4DB2-BD59-A6C34878D82A}">
                    <a16:rowId xmlns:a16="http://schemas.microsoft.com/office/drawing/2014/main" val="10005"/>
                  </a:ext>
                </a:extLst>
              </a:tr>
            </a:tbl>
          </a:graphicData>
        </a:graphic>
      </p:graphicFrame>
      <p:sp>
        <p:nvSpPr>
          <p:cNvPr id="4" name="object 4"/>
          <p:cNvSpPr txBox="1">
            <a:spLocks noGrp="1"/>
          </p:cNvSpPr>
          <p:nvPr>
            <p:ph type="title"/>
          </p:nvPr>
        </p:nvSpPr>
        <p:spPr>
          <a:xfrm>
            <a:off x="324713" y="167385"/>
            <a:ext cx="309118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2.	</a:t>
            </a:r>
            <a:r>
              <a:rPr sz="2400" spc="-5" dirty="0"/>
              <a:t>Relational</a:t>
            </a:r>
            <a:r>
              <a:rPr sz="2400" spc="-90" dirty="0"/>
              <a:t> </a:t>
            </a:r>
            <a:r>
              <a:rPr sz="2400" dirty="0"/>
              <a:t>operators</a:t>
            </a:r>
            <a:endParaRPr sz="24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8449" y="1197610"/>
            <a:ext cx="118745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a:t>
            </a:r>
            <a:r>
              <a:rPr sz="2200" spc="-10" dirty="0">
                <a:solidFill>
                  <a:srgbClr val="000099"/>
                </a:solidFill>
                <a:latin typeface="Franklin Gothic Medium"/>
                <a:cs typeface="Franklin Gothic Medium"/>
              </a:rPr>
              <a:t>x</a:t>
            </a:r>
            <a:r>
              <a:rPr sz="2200" spc="5" dirty="0">
                <a:solidFill>
                  <a:srgbClr val="000099"/>
                </a:solidFill>
                <a:latin typeface="Franklin Gothic Medium"/>
                <a:cs typeface="Franklin Gothic Medium"/>
              </a:rPr>
              <a:t>a</a:t>
            </a:r>
            <a:r>
              <a:rPr sz="2200" dirty="0">
                <a:solidFill>
                  <a:srgbClr val="000099"/>
                </a:solidFill>
                <a:latin typeface="Franklin Gothic Medium"/>
                <a:cs typeface="Franklin Gothic Medium"/>
              </a:rPr>
              <a:t>m</a:t>
            </a:r>
            <a:r>
              <a:rPr sz="2200" spc="-5" dirty="0">
                <a:solidFill>
                  <a:srgbClr val="000099"/>
                </a:solidFill>
                <a:latin typeface="Franklin Gothic Medium"/>
                <a:cs typeface="Franklin Gothic Medium"/>
              </a:rPr>
              <a:t>pl</a:t>
            </a:r>
            <a:r>
              <a:rPr sz="2200" dirty="0">
                <a:solidFill>
                  <a:srgbClr val="000099"/>
                </a:solidFill>
                <a:latin typeface="Franklin Gothic Medium"/>
                <a:cs typeface="Franklin Gothic Medium"/>
              </a:rPr>
              <a:t>e</a:t>
            </a:r>
            <a:r>
              <a:rPr sz="2200" spc="-5" dirty="0">
                <a:solidFill>
                  <a:srgbClr val="000099"/>
                </a:solidFill>
                <a:latin typeface="Franklin Gothic Medium"/>
                <a:cs typeface="Franklin Gothic Medium"/>
              </a:rPr>
              <a:t>s</a:t>
            </a:r>
            <a:endParaRPr sz="2200">
              <a:latin typeface="Franklin Gothic Medium"/>
              <a:cs typeface="Franklin Gothic Medium"/>
            </a:endParaRPr>
          </a:p>
        </p:txBody>
      </p:sp>
      <p:sp>
        <p:nvSpPr>
          <p:cNvPr id="3" name="object 3"/>
          <p:cNvSpPr txBox="1"/>
          <p:nvPr/>
        </p:nvSpPr>
        <p:spPr>
          <a:xfrm>
            <a:off x="498449" y="1532640"/>
            <a:ext cx="3639820" cy="1182370"/>
          </a:xfrm>
          <a:prstGeom prst="rect">
            <a:avLst/>
          </a:prstGeom>
        </p:spPr>
        <p:txBody>
          <a:bodyPr vert="horz" wrap="square" lIns="0" tIns="62230" rIns="0" bIns="0" rtlCol="0">
            <a:spAutoFit/>
          </a:bodyPr>
          <a:lstStyle/>
          <a:p>
            <a:pPr marR="760730" algn="ctr">
              <a:lnSpc>
                <a:spcPct val="100000"/>
              </a:lnSpc>
              <a:spcBef>
                <a:spcPts val="490"/>
              </a:spcBef>
              <a:tabLst>
                <a:tab pos="456565" algn="l"/>
              </a:tabLst>
            </a:pPr>
            <a:r>
              <a:rPr sz="2200" spc="-5" dirty="0">
                <a:latin typeface="Franklin Gothic Medium"/>
                <a:cs typeface="Franklin Gothic Medium"/>
              </a:rPr>
              <a:t>1.	int</a:t>
            </a:r>
            <a:r>
              <a:rPr sz="2200" spc="-10" dirty="0">
                <a:latin typeface="Franklin Gothic Medium"/>
                <a:cs typeface="Franklin Gothic Medium"/>
              </a:rPr>
              <a:t> </a:t>
            </a:r>
            <a:r>
              <a:rPr sz="2200" spc="-5" dirty="0">
                <a:latin typeface="Franklin Gothic Medium"/>
                <a:cs typeface="Franklin Gothic Medium"/>
              </a:rPr>
              <a:t>a</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4</a:t>
            </a:r>
            <a:r>
              <a:rPr sz="2200" spc="-15" dirty="0">
                <a:latin typeface="Franklin Gothic Medium"/>
                <a:cs typeface="Franklin Gothic Medium"/>
              </a:rPr>
              <a:t> </a:t>
            </a:r>
            <a:r>
              <a:rPr sz="2200" spc="-5" dirty="0">
                <a:latin typeface="Franklin Gothic Medium"/>
                <a:cs typeface="Franklin Gothic Medium"/>
              </a:rPr>
              <a:t>, b = 78</a:t>
            </a:r>
            <a:r>
              <a:rPr sz="2200" spc="-15" dirty="0">
                <a:latin typeface="Franklin Gothic Medium"/>
                <a:cs typeface="Franklin Gothic Medium"/>
              </a:rPr>
              <a:t> </a:t>
            </a:r>
            <a:r>
              <a:rPr sz="2200" spc="-5" dirty="0">
                <a:latin typeface="Franklin Gothic Medium"/>
                <a:cs typeface="Franklin Gothic Medium"/>
              </a:rPr>
              <a:t>, c;</a:t>
            </a:r>
            <a:endParaRPr sz="2200">
              <a:latin typeface="Franklin Gothic Medium"/>
              <a:cs typeface="Franklin Gothic Medium"/>
            </a:endParaRPr>
          </a:p>
          <a:p>
            <a:pPr marL="424180" algn="ctr">
              <a:lnSpc>
                <a:spcPct val="100000"/>
              </a:lnSpc>
              <a:spcBef>
                <a:spcPts val="400"/>
              </a:spcBef>
              <a:tabLst>
                <a:tab pos="3095625" algn="l"/>
              </a:tabLst>
            </a:pPr>
            <a:r>
              <a:rPr sz="2200" spc="-5" dirty="0">
                <a:latin typeface="Franklin Gothic Medium"/>
                <a:cs typeface="Franklin Gothic Medium"/>
              </a:rPr>
              <a:t>c</a:t>
            </a:r>
            <a:r>
              <a:rPr sz="2200" spc="5"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10" dirty="0">
                <a:latin typeface="Franklin Gothic Medium"/>
                <a:cs typeface="Franklin Gothic Medium"/>
              </a:rPr>
              <a:t>==b</a:t>
            </a:r>
            <a:r>
              <a:rPr sz="2200" spc="15" dirty="0">
                <a:latin typeface="Franklin Gothic Medium"/>
                <a:cs typeface="Franklin Gothic Medium"/>
              </a:rPr>
              <a:t> </a:t>
            </a: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printf(“%d	</a:t>
            </a:r>
            <a:r>
              <a:rPr sz="2200" dirty="0">
                <a:latin typeface="Franklin Gothic Medium"/>
                <a:cs typeface="Franklin Gothic Medium"/>
              </a:rPr>
              <a:t>”,c);</a:t>
            </a:r>
            <a:endParaRPr sz="2200">
              <a:latin typeface="Franklin Gothic Medium"/>
              <a:cs typeface="Franklin Gothic Medium"/>
            </a:endParaRPr>
          </a:p>
          <a:p>
            <a:pPr marL="456565" algn="ctr">
              <a:lnSpc>
                <a:spcPct val="100000"/>
              </a:lnSpc>
              <a:spcBef>
                <a:spcPts val="395"/>
              </a:spcBef>
            </a:pPr>
            <a:r>
              <a:rPr sz="2200" spc="-5" dirty="0">
                <a:latin typeface="Franklin Gothic Medium"/>
                <a:cs typeface="Franklin Gothic Medium"/>
              </a:rPr>
              <a:t>c</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4</a:t>
            </a:r>
            <a:r>
              <a:rPr sz="2200" spc="-10" dirty="0">
                <a:latin typeface="Franklin Gothic Medium"/>
                <a:cs typeface="Franklin Gothic Medium"/>
              </a:rPr>
              <a:t> </a:t>
            </a:r>
            <a:r>
              <a:rPr sz="2200" spc="-5" dirty="0">
                <a:latin typeface="Franklin Gothic Medium"/>
                <a:cs typeface="Franklin Gothic Medium"/>
              </a:rPr>
              <a:t>!= 78</a:t>
            </a:r>
            <a:r>
              <a:rPr sz="2200" spc="-10" dirty="0">
                <a:latin typeface="Franklin Gothic Medium"/>
                <a:cs typeface="Franklin Gothic Medium"/>
              </a:rPr>
              <a:t> </a:t>
            </a:r>
            <a:r>
              <a:rPr sz="2200" spc="-5" dirty="0">
                <a:latin typeface="Franklin Gothic Medium"/>
                <a:cs typeface="Franklin Gothic Medium"/>
              </a:rPr>
              <a:t>; printf(“%d”,c);</a:t>
            </a:r>
            <a:endParaRPr sz="2200">
              <a:latin typeface="Franklin Gothic Medium"/>
              <a:cs typeface="Franklin Gothic Medium"/>
            </a:endParaRPr>
          </a:p>
        </p:txBody>
      </p:sp>
      <p:sp>
        <p:nvSpPr>
          <p:cNvPr id="4" name="object 4"/>
          <p:cNvSpPr txBox="1"/>
          <p:nvPr/>
        </p:nvSpPr>
        <p:spPr>
          <a:xfrm>
            <a:off x="5528309" y="1532640"/>
            <a:ext cx="974090" cy="796290"/>
          </a:xfrm>
          <a:prstGeom prst="rect">
            <a:avLst/>
          </a:prstGeom>
        </p:spPr>
        <p:txBody>
          <a:bodyPr vert="horz" wrap="square" lIns="0" tIns="62230" rIns="0" bIns="0" rtlCol="0">
            <a:spAutoFit/>
          </a:bodyPr>
          <a:lstStyle/>
          <a:p>
            <a:pPr marL="12700">
              <a:lnSpc>
                <a:spcPct val="100000"/>
              </a:lnSpc>
              <a:spcBef>
                <a:spcPts val="490"/>
              </a:spcBef>
            </a:pPr>
            <a:r>
              <a:rPr sz="2200" dirty="0">
                <a:solidFill>
                  <a:srgbClr val="C00000"/>
                </a:solidFill>
                <a:latin typeface="Franklin Gothic Medium"/>
                <a:cs typeface="Franklin Gothic Medium"/>
              </a:rPr>
              <a:t>Output</a:t>
            </a:r>
            <a:r>
              <a:rPr sz="2200" spc="-9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400"/>
              </a:spcBef>
              <a:tabLst>
                <a:tab pos="385445" algn="l"/>
              </a:tabLst>
            </a:pPr>
            <a:r>
              <a:rPr sz="2200" spc="-5" dirty="0">
                <a:latin typeface="Franklin Gothic Medium"/>
                <a:cs typeface="Franklin Gothic Medium"/>
              </a:rPr>
              <a:t>0	1</a:t>
            </a:r>
            <a:endParaRPr sz="2200">
              <a:latin typeface="Franklin Gothic Medium"/>
              <a:cs typeface="Franklin Gothic Medium"/>
            </a:endParaRPr>
          </a:p>
        </p:txBody>
      </p:sp>
      <p:sp>
        <p:nvSpPr>
          <p:cNvPr id="5" name="object 5"/>
          <p:cNvSpPr txBox="1"/>
          <p:nvPr/>
        </p:nvSpPr>
        <p:spPr>
          <a:xfrm>
            <a:off x="498449" y="3075309"/>
            <a:ext cx="3145155" cy="1182370"/>
          </a:xfrm>
          <a:prstGeom prst="rect">
            <a:avLst/>
          </a:prstGeom>
        </p:spPr>
        <p:txBody>
          <a:bodyPr vert="horz" wrap="square" lIns="0" tIns="62230" rIns="0" bIns="0" rtlCol="0">
            <a:spAutoFit/>
          </a:bodyPr>
          <a:lstStyle/>
          <a:p>
            <a:pPr marL="12700">
              <a:lnSpc>
                <a:spcPct val="100000"/>
              </a:lnSpc>
              <a:spcBef>
                <a:spcPts val="490"/>
              </a:spcBef>
              <a:tabLst>
                <a:tab pos="469265" algn="l"/>
              </a:tabLst>
            </a:pPr>
            <a:r>
              <a:rPr sz="2200" spc="-5" dirty="0">
                <a:latin typeface="Franklin Gothic Medium"/>
                <a:cs typeface="Franklin Gothic Medium"/>
              </a:rPr>
              <a:t>2.	int</a:t>
            </a:r>
            <a:r>
              <a:rPr sz="2200" spc="-25" dirty="0">
                <a:latin typeface="Franklin Gothic Medium"/>
                <a:cs typeface="Franklin Gothic Medium"/>
              </a:rPr>
              <a:t> </a:t>
            </a:r>
            <a:r>
              <a:rPr sz="2200" dirty="0">
                <a:latin typeface="Franklin Gothic Medium"/>
                <a:cs typeface="Franklin Gothic Medium"/>
              </a:rPr>
              <a:t>a=12,</a:t>
            </a:r>
            <a:r>
              <a:rPr sz="2200" spc="-15" dirty="0">
                <a:latin typeface="Franklin Gothic Medium"/>
                <a:cs typeface="Franklin Gothic Medium"/>
              </a:rPr>
              <a:t> </a:t>
            </a:r>
            <a:r>
              <a:rPr sz="2200" spc="-5" dirty="0">
                <a:latin typeface="Franklin Gothic Medium"/>
                <a:cs typeface="Franklin Gothic Medium"/>
              </a:rPr>
              <a:t>b=3;</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printf(“%d\n”,</a:t>
            </a:r>
            <a:r>
              <a:rPr sz="2200" spc="-25" dirty="0">
                <a:latin typeface="Franklin Gothic Medium"/>
                <a:cs typeface="Franklin Gothic Medium"/>
              </a:rPr>
              <a:t> </a:t>
            </a:r>
            <a:r>
              <a:rPr sz="2200" spc="-10" dirty="0">
                <a:latin typeface="Franklin Gothic Medium"/>
                <a:cs typeface="Franklin Gothic Medium"/>
              </a:rPr>
              <a:t>(a==b));</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printf(“%d”,</a:t>
            </a:r>
            <a:r>
              <a:rPr sz="2200" spc="-20" dirty="0">
                <a:latin typeface="Franklin Gothic Medium"/>
                <a:cs typeface="Franklin Gothic Medium"/>
              </a:rPr>
              <a:t> </a:t>
            </a:r>
            <a:r>
              <a:rPr sz="2200" spc="-5" dirty="0">
                <a:latin typeface="Franklin Gothic Medium"/>
                <a:cs typeface="Franklin Gothic Medium"/>
              </a:rPr>
              <a:t>(a=b));</a:t>
            </a:r>
            <a:endParaRPr sz="2200">
              <a:latin typeface="Franklin Gothic Medium"/>
              <a:cs typeface="Franklin Gothic Medium"/>
            </a:endParaRPr>
          </a:p>
        </p:txBody>
      </p:sp>
      <p:sp>
        <p:nvSpPr>
          <p:cNvPr id="6" name="object 6"/>
          <p:cNvSpPr txBox="1"/>
          <p:nvPr/>
        </p:nvSpPr>
        <p:spPr>
          <a:xfrm>
            <a:off x="5528309" y="3075309"/>
            <a:ext cx="974090" cy="1182370"/>
          </a:xfrm>
          <a:prstGeom prst="rect">
            <a:avLst/>
          </a:prstGeom>
        </p:spPr>
        <p:txBody>
          <a:bodyPr vert="horz" wrap="square" lIns="0" tIns="62230" rIns="0" bIns="0" rtlCol="0">
            <a:spAutoFit/>
          </a:bodyPr>
          <a:lstStyle/>
          <a:p>
            <a:pPr marL="12700">
              <a:lnSpc>
                <a:spcPct val="100000"/>
              </a:lnSpc>
              <a:spcBef>
                <a:spcPts val="490"/>
              </a:spcBef>
            </a:pPr>
            <a:r>
              <a:rPr sz="2200" dirty="0">
                <a:solidFill>
                  <a:srgbClr val="C00000"/>
                </a:solidFill>
                <a:latin typeface="Franklin Gothic Medium"/>
                <a:cs typeface="Franklin Gothic Medium"/>
              </a:rPr>
              <a:t>Output</a:t>
            </a:r>
            <a:r>
              <a:rPr sz="2200" spc="-9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0</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3</a:t>
            </a:r>
            <a:endParaRPr sz="2200">
              <a:latin typeface="Franklin Gothic Medium"/>
              <a:cs typeface="Franklin Gothic Medium"/>
            </a:endParaRPr>
          </a:p>
        </p:txBody>
      </p:sp>
      <p:sp>
        <p:nvSpPr>
          <p:cNvPr id="7" name="object 7"/>
          <p:cNvSpPr txBox="1"/>
          <p:nvPr/>
        </p:nvSpPr>
        <p:spPr>
          <a:xfrm>
            <a:off x="498449" y="4617851"/>
            <a:ext cx="2220595" cy="1163955"/>
          </a:xfrm>
          <a:prstGeom prst="rect">
            <a:avLst/>
          </a:prstGeom>
        </p:spPr>
        <p:txBody>
          <a:bodyPr vert="horz" wrap="square" lIns="0" tIns="21590" rIns="0" bIns="0" rtlCol="0">
            <a:spAutoFit/>
          </a:bodyPr>
          <a:lstStyle/>
          <a:p>
            <a:pPr marL="469900" marR="5080" indent="-457200">
              <a:lnSpc>
                <a:spcPct val="112300"/>
              </a:lnSpc>
              <a:spcBef>
                <a:spcPts val="170"/>
              </a:spcBef>
              <a:tabLst>
                <a:tab pos="469265" algn="l"/>
              </a:tabLst>
            </a:pPr>
            <a:r>
              <a:rPr sz="2200" spc="-5" dirty="0">
                <a:latin typeface="Franklin Gothic Medium"/>
                <a:cs typeface="Franklin Gothic Medium"/>
              </a:rPr>
              <a:t>3.	int</a:t>
            </a:r>
            <a:r>
              <a:rPr sz="2200" spc="-30" dirty="0">
                <a:latin typeface="Franklin Gothic Medium"/>
                <a:cs typeface="Franklin Gothic Medium"/>
              </a:rPr>
              <a:t> </a:t>
            </a:r>
            <a:r>
              <a:rPr sz="2200" spc="-5" dirty="0">
                <a:latin typeface="Franklin Gothic Medium"/>
                <a:cs typeface="Franklin Gothic Medium"/>
              </a:rPr>
              <a:t>a=6,b=8,</a:t>
            </a:r>
            <a:r>
              <a:rPr sz="2200" spc="-30" dirty="0">
                <a:latin typeface="Franklin Gothic Medium"/>
                <a:cs typeface="Franklin Gothic Medium"/>
              </a:rPr>
              <a:t> </a:t>
            </a:r>
            <a:r>
              <a:rPr sz="2200" spc="-5" dirty="0">
                <a:latin typeface="Franklin Gothic Medium"/>
                <a:cs typeface="Franklin Gothic Medium"/>
              </a:rPr>
              <a:t>c; </a:t>
            </a:r>
            <a:r>
              <a:rPr sz="2200" spc="-535" dirty="0">
                <a:latin typeface="Franklin Gothic Medium"/>
                <a:cs typeface="Franklin Gothic Medium"/>
              </a:rPr>
              <a:t> </a:t>
            </a:r>
            <a:r>
              <a:rPr sz="2200" spc="-5" dirty="0">
                <a:latin typeface="Franklin Gothic Medium"/>
                <a:cs typeface="Franklin Gothic Medium"/>
              </a:rPr>
              <a:t>c= </a:t>
            </a:r>
            <a:r>
              <a:rPr sz="2200" spc="-10" dirty="0">
                <a:latin typeface="Franklin Gothic Medium"/>
                <a:cs typeface="Franklin Gothic Medium"/>
              </a:rPr>
              <a:t>a+10 &gt;=b; </a:t>
            </a:r>
            <a:r>
              <a:rPr sz="2200" spc="-5" dirty="0">
                <a:latin typeface="Franklin Gothic Medium"/>
                <a:cs typeface="Franklin Gothic Medium"/>
              </a:rPr>
              <a:t> printf(“%d”,c);</a:t>
            </a:r>
            <a:endParaRPr sz="2200">
              <a:latin typeface="Franklin Gothic Medium"/>
              <a:cs typeface="Franklin Gothic Medium"/>
            </a:endParaRPr>
          </a:p>
        </p:txBody>
      </p:sp>
      <p:sp>
        <p:nvSpPr>
          <p:cNvPr id="8" name="object 8"/>
          <p:cNvSpPr txBox="1"/>
          <p:nvPr/>
        </p:nvSpPr>
        <p:spPr>
          <a:xfrm>
            <a:off x="5528309" y="4617851"/>
            <a:ext cx="974090" cy="796290"/>
          </a:xfrm>
          <a:prstGeom prst="rect">
            <a:avLst/>
          </a:prstGeom>
        </p:spPr>
        <p:txBody>
          <a:bodyPr vert="horz" wrap="square" lIns="0" tIns="62230" rIns="0" bIns="0" rtlCol="0">
            <a:spAutoFit/>
          </a:bodyPr>
          <a:lstStyle/>
          <a:p>
            <a:pPr marL="12700">
              <a:lnSpc>
                <a:spcPct val="100000"/>
              </a:lnSpc>
              <a:spcBef>
                <a:spcPts val="490"/>
              </a:spcBef>
            </a:pPr>
            <a:r>
              <a:rPr sz="2200" dirty="0">
                <a:solidFill>
                  <a:srgbClr val="C00000"/>
                </a:solidFill>
                <a:latin typeface="Franklin Gothic Medium"/>
                <a:cs typeface="Franklin Gothic Medium"/>
              </a:rPr>
              <a:t>Output</a:t>
            </a:r>
            <a:r>
              <a:rPr sz="2200" spc="-9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1</a:t>
            </a:r>
            <a:endParaRPr sz="2200">
              <a:latin typeface="Franklin Gothic Medium"/>
              <a:cs typeface="Franklin Gothic Medium"/>
            </a:endParaRPr>
          </a:p>
        </p:txBody>
      </p:sp>
      <p:sp>
        <p:nvSpPr>
          <p:cNvPr id="9" name="object 9"/>
          <p:cNvSpPr txBox="1">
            <a:spLocks noGrp="1"/>
          </p:cNvSpPr>
          <p:nvPr>
            <p:ph type="title"/>
          </p:nvPr>
        </p:nvSpPr>
        <p:spPr>
          <a:xfrm>
            <a:off x="324713" y="167385"/>
            <a:ext cx="309118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2.	</a:t>
            </a:r>
            <a:r>
              <a:rPr sz="2400" spc="-5" dirty="0"/>
              <a:t>Relational</a:t>
            </a:r>
            <a:r>
              <a:rPr sz="2400" spc="-90" dirty="0"/>
              <a:t> </a:t>
            </a:r>
            <a:r>
              <a:rPr sz="2400" dirty="0"/>
              <a:t>operators</a:t>
            </a:r>
            <a:endParaRPr sz="2400"/>
          </a:p>
        </p:txBody>
      </p:sp>
      <p:sp>
        <p:nvSpPr>
          <p:cNvPr id="10" name="object 10"/>
          <p:cNvSpPr txBox="1"/>
          <p:nvPr/>
        </p:nvSpPr>
        <p:spPr>
          <a:xfrm>
            <a:off x="8150352" y="2385060"/>
            <a:ext cx="3299460" cy="1446530"/>
          </a:xfrm>
          <a:prstGeom prst="rect">
            <a:avLst/>
          </a:prstGeom>
          <a:ln w="9525">
            <a:solidFill>
              <a:srgbClr val="000000"/>
            </a:solidFill>
          </a:ln>
        </p:spPr>
        <p:txBody>
          <a:bodyPr vert="horz" wrap="square" lIns="0" tIns="38100" rIns="0" bIns="0" rtlCol="0">
            <a:spAutoFit/>
          </a:bodyPr>
          <a:lstStyle/>
          <a:p>
            <a:pPr marL="635" algn="ctr">
              <a:lnSpc>
                <a:spcPct val="100000"/>
              </a:lnSpc>
              <a:spcBef>
                <a:spcPts val="300"/>
              </a:spcBef>
            </a:pPr>
            <a:r>
              <a:rPr sz="2200" spc="-10" dirty="0">
                <a:solidFill>
                  <a:srgbClr val="FF0000"/>
                </a:solidFill>
                <a:latin typeface="Franklin Gothic Medium"/>
                <a:cs typeface="Franklin Gothic Medium"/>
              </a:rPr>
              <a:t>Note:</a:t>
            </a:r>
            <a:endParaRPr sz="2200">
              <a:latin typeface="Franklin Gothic Medium"/>
              <a:cs typeface="Franklin Gothic Medium"/>
            </a:endParaRPr>
          </a:p>
          <a:p>
            <a:pPr marL="353060" marR="344805" indent="635" algn="ctr">
              <a:lnSpc>
                <a:spcPct val="100000"/>
              </a:lnSpc>
            </a:pPr>
            <a:r>
              <a:rPr sz="2200" spc="-20" dirty="0">
                <a:latin typeface="Franklin Gothic Medium"/>
                <a:cs typeface="Franklin Gothic Medium"/>
              </a:rPr>
              <a:t>Avoid</a:t>
            </a:r>
            <a:r>
              <a:rPr sz="2200" spc="-5" dirty="0">
                <a:latin typeface="Franklin Gothic Medium"/>
                <a:cs typeface="Franklin Gothic Medium"/>
              </a:rPr>
              <a:t> using float or </a:t>
            </a:r>
            <a:r>
              <a:rPr sz="2200" dirty="0">
                <a:latin typeface="Franklin Gothic Medium"/>
                <a:cs typeface="Franklin Gothic Medium"/>
              </a:rPr>
              <a:t> </a:t>
            </a:r>
            <a:r>
              <a:rPr sz="2200" spc="-5" dirty="0">
                <a:latin typeface="Franklin Gothic Medium"/>
                <a:cs typeface="Franklin Gothic Medium"/>
              </a:rPr>
              <a:t>double with relational </a:t>
            </a:r>
            <a:r>
              <a:rPr sz="2200" spc="-535" dirty="0">
                <a:latin typeface="Franklin Gothic Medium"/>
                <a:cs typeface="Franklin Gothic Medium"/>
              </a:rPr>
              <a:t> </a:t>
            </a:r>
            <a:r>
              <a:rPr sz="2200" spc="-5" dirty="0">
                <a:latin typeface="Franklin Gothic Medium"/>
                <a:cs typeface="Franklin Gothic Medium"/>
              </a:rPr>
              <a:t>operators</a:t>
            </a:r>
            <a:endParaRPr sz="2200">
              <a:latin typeface="Franklin Gothic Medium"/>
              <a:cs typeface="Franklin Gothic Medium"/>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998981"/>
            <a:ext cx="8488680" cy="2673985"/>
          </a:xfrm>
          <a:prstGeom prst="rect">
            <a:avLst/>
          </a:prstGeom>
        </p:spPr>
        <p:txBody>
          <a:bodyPr vert="horz" wrap="square" lIns="0" tIns="12065" rIns="0" bIns="0" rtlCol="0">
            <a:spAutoFit/>
          </a:bodyPr>
          <a:lstStyle/>
          <a:p>
            <a:pPr marL="12700">
              <a:lnSpc>
                <a:spcPct val="100000"/>
              </a:lnSpc>
              <a:spcBef>
                <a:spcPts val="95"/>
              </a:spcBef>
            </a:pPr>
            <a:r>
              <a:rPr sz="2200" spc="-5" dirty="0">
                <a:latin typeface="Franklin Gothic Medium"/>
                <a:cs typeface="Franklin Gothic Medium"/>
              </a:rPr>
              <a:t>Used</a:t>
            </a:r>
            <a:r>
              <a:rPr sz="2200" spc="10" dirty="0">
                <a:latin typeface="Franklin Gothic Medium"/>
                <a:cs typeface="Franklin Gothic Medium"/>
              </a:rPr>
              <a:t> </a:t>
            </a:r>
            <a:r>
              <a:rPr sz="2200" spc="-25" dirty="0">
                <a:latin typeface="Franklin Gothic Medium"/>
                <a:cs typeface="Franklin Gothic Medium"/>
              </a:rPr>
              <a:t>to</a:t>
            </a:r>
            <a:r>
              <a:rPr sz="2200" dirty="0">
                <a:latin typeface="Franklin Gothic Medium"/>
                <a:cs typeface="Franklin Gothic Medium"/>
              </a:rPr>
              <a:t> </a:t>
            </a:r>
            <a:r>
              <a:rPr sz="2200" spc="-5" dirty="0">
                <a:latin typeface="Franklin Gothic Medium"/>
                <a:cs typeface="Franklin Gothic Medium"/>
              </a:rPr>
              <a:t>combine</a:t>
            </a:r>
            <a:r>
              <a:rPr sz="2200" spc="5" dirty="0">
                <a:latin typeface="Franklin Gothic Medium"/>
                <a:cs typeface="Franklin Gothic Medium"/>
              </a:rPr>
              <a:t> </a:t>
            </a:r>
            <a:r>
              <a:rPr sz="2200" spc="-10" dirty="0">
                <a:latin typeface="Franklin Gothic Medium"/>
                <a:cs typeface="Franklin Gothic Medium"/>
              </a:rPr>
              <a:t>two</a:t>
            </a:r>
            <a:r>
              <a:rPr sz="2200" dirty="0">
                <a:latin typeface="Franklin Gothic Medium"/>
                <a:cs typeface="Franklin Gothic Medium"/>
              </a:rPr>
              <a:t> </a:t>
            </a:r>
            <a:r>
              <a:rPr sz="2200" spc="-5" dirty="0">
                <a:latin typeface="Franklin Gothic Medium"/>
                <a:cs typeface="Franklin Gothic Medium"/>
              </a:rPr>
              <a:t>expressions. </a:t>
            </a:r>
            <a:r>
              <a:rPr sz="2200" spc="-10" dirty="0">
                <a:latin typeface="Franklin Gothic Medium"/>
                <a:cs typeface="Franklin Gothic Medium"/>
              </a:rPr>
              <a:t>The</a:t>
            </a:r>
            <a:r>
              <a:rPr sz="2200" spc="15" dirty="0">
                <a:latin typeface="Franklin Gothic Medium"/>
                <a:cs typeface="Franklin Gothic Medium"/>
              </a:rPr>
              <a:t> </a:t>
            </a:r>
            <a:r>
              <a:rPr sz="2200" spc="-5" dirty="0">
                <a:latin typeface="Franklin Gothic Medium"/>
                <a:cs typeface="Franklin Gothic Medium"/>
              </a:rPr>
              <a:t>result</a:t>
            </a:r>
            <a:r>
              <a:rPr sz="2200" spc="-10" dirty="0">
                <a:latin typeface="Franklin Gothic Medium"/>
                <a:cs typeface="Franklin Gothic Medium"/>
              </a:rPr>
              <a:t> </a:t>
            </a:r>
            <a:r>
              <a:rPr sz="2200" spc="-5" dirty="0">
                <a:latin typeface="Franklin Gothic Medium"/>
                <a:cs typeface="Franklin Gothic Medium"/>
              </a:rPr>
              <a:t>will</a:t>
            </a:r>
            <a:r>
              <a:rPr sz="2200" spc="10" dirty="0">
                <a:latin typeface="Franklin Gothic Medium"/>
                <a:cs typeface="Franklin Gothic Medium"/>
              </a:rPr>
              <a:t> </a:t>
            </a:r>
            <a:r>
              <a:rPr sz="2200" spc="-5" dirty="0">
                <a:latin typeface="Franklin Gothic Medium"/>
                <a:cs typeface="Franklin Gothic Medium"/>
              </a:rPr>
              <a:t>be</a:t>
            </a:r>
            <a:r>
              <a:rPr sz="2200" spc="5" dirty="0">
                <a:latin typeface="Franklin Gothic Medium"/>
                <a:cs typeface="Franklin Gothic Medium"/>
              </a:rPr>
              <a:t> </a:t>
            </a:r>
            <a:r>
              <a:rPr sz="2200" spc="-5" dirty="0">
                <a:latin typeface="Franklin Gothic Medium"/>
                <a:cs typeface="Franklin Gothic Medium"/>
              </a:rPr>
              <a:t>either</a:t>
            </a:r>
            <a:r>
              <a:rPr sz="2200" dirty="0">
                <a:latin typeface="Franklin Gothic Medium"/>
                <a:cs typeface="Franklin Gothic Medium"/>
              </a:rPr>
              <a:t> </a:t>
            </a:r>
            <a:r>
              <a:rPr sz="2200" spc="-10" dirty="0">
                <a:latin typeface="Franklin Gothic Medium"/>
                <a:cs typeface="Franklin Gothic Medium"/>
              </a:rPr>
              <a:t>true</a:t>
            </a:r>
            <a:r>
              <a:rPr sz="2200" dirty="0">
                <a:latin typeface="Franklin Gothic Medium"/>
                <a:cs typeface="Franklin Gothic Medium"/>
              </a:rPr>
              <a:t> </a:t>
            </a:r>
            <a:r>
              <a:rPr sz="2200" spc="-5" dirty="0">
                <a:latin typeface="Franklin Gothic Medium"/>
                <a:cs typeface="Franklin Gothic Medium"/>
              </a:rPr>
              <a:t>or</a:t>
            </a:r>
            <a:r>
              <a:rPr sz="2200" dirty="0">
                <a:latin typeface="Franklin Gothic Medium"/>
                <a:cs typeface="Franklin Gothic Medium"/>
              </a:rPr>
              <a:t> </a:t>
            </a:r>
            <a:r>
              <a:rPr sz="2200" spc="-5" dirty="0">
                <a:latin typeface="Franklin Gothic Medium"/>
                <a:cs typeface="Franklin Gothic Medium"/>
              </a:rPr>
              <a:t>false.</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pPr>
            <a:r>
              <a:rPr sz="2200" spc="-25" dirty="0">
                <a:solidFill>
                  <a:srgbClr val="000099"/>
                </a:solidFill>
                <a:latin typeface="Franklin Gothic Medium"/>
                <a:cs typeface="Franklin Gothic Medium"/>
              </a:rPr>
              <a:t>Types</a:t>
            </a:r>
            <a:r>
              <a:rPr sz="2200" spc="-4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of</a:t>
            </a:r>
            <a:r>
              <a:rPr sz="2200" spc="-2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Logical</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operators</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469900" indent="-457200">
              <a:lnSpc>
                <a:spcPct val="100000"/>
              </a:lnSpc>
              <a:spcBef>
                <a:spcPts val="5"/>
              </a:spcBef>
              <a:buAutoNum type="arabicPeriod"/>
              <a:tabLst>
                <a:tab pos="469265" algn="l"/>
                <a:tab pos="469900" algn="l"/>
                <a:tab pos="2368550" algn="l"/>
              </a:tabLst>
            </a:pPr>
            <a:r>
              <a:rPr sz="2200" spc="-5" dirty="0">
                <a:latin typeface="Franklin Gothic Medium"/>
                <a:cs typeface="Franklin Gothic Medium"/>
              </a:rPr>
              <a:t>Logical</a:t>
            </a:r>
            <a:r>
              <a:rPr sz="2200" spc="5" dirty="0">
                <a:latin typeface="Franklin Gothic Medium"/>
                <a:cs typeface="Franklin Gothic Medium"/>
              </a:rPr>
              <a:t> </a:t>
            </a:r>
            <a:r>
              <a:rPr sz="2200" spc="-10" dirty="0">
                <a:latin typeface="Franklin Gothic Medium"/>
                <a:cs typeface="Franklin Gothic Medium"/>
              </a:rPr>
              <a:t>NOT	</a:t>
            </a:r>
            <a:r>
              <a:rPr sz="2200" spc="-5" dirty="0">
                <a:latin typeface="Franklin Gothic Medium"/>
                <a:cs typeface="Franklin Gothic Medium"/>
              </a:rPr>
              <a:t>!</a:t>
            </a:r>
            <a:endParaRPr sz="2200">
              <a:latin typeface="Franklin Gothic Medium"/>
              <a:cs typeface="Franklin Gothic Medium"/>
            </a:endParaRPr>
          </a:p>
          <a:p>
            <a:pPr marL="469900" indent="-457200">
              <a:lnSpc>
                <a:spcPct val="100000"/>
              </a:lnSpc>
              <a:spcBef>
                <a:spcPts val="395"/>
              </a:spcBef>
              <a:buAutoNum type="arabicPeriod"/>
              <a:tabLst>
                <a:tab pos="469265" algn="l"/>
                <a:tab pos="469900" algn="l"/>
                <a:tab pos="2298700" algn="l"/>
              </a:tabLst>
            </a:pPr>
            <a:r>
              <a:rPr sz="2200" spc="-5" dirty="0">
                <a:latin typeface="Franklin Gothic Medium"/>
                <a:cs typeface="Franklin Gothic Medium"/>
              </a:rPr>
              <a:t>Logical</a:t>
            </a:r>
            <a:r>
              <a:rPr sz="2200" spc="10" dirty="0">
                <a:latin typeface="Franklin Gothic Medium"/>
                <a:cs typeface="Franklin Gothic Medium"/>
              </a:rPr>
              <a:t> </a:t>
            </a:r>
            <a:r>
              <a:rPr sz="2200" spc="-10" dirty="0">
                <a:latin typeface="Franklin Gothic Medium"/>
                <a:cs typeface="Franklin Gothic Medium"/>
              </a:rPr>
              <a:t>AND	&amp;&amp;</a:t>
            </a:r>
            <a:endParaRPr sz="2200">
              <a:latin typeface="Franklin Gothic Medium"/>
              <a:cs typeface="Franklin Gothic Medium"/>
            </a:endParaRPr>
          </a:p>
          <a:p>
            <a:pPr marL="469900" indent="-457200">
              <a:lnSpc>
                <a:spcPct val="100000"/>
              </a:lnSpc>
              <a:spcBef>
                <a:spcPts val="395"/>
              </a:spcBef>
              <a:buAutoNum type="arabicPeriod"/>
              <a:tabLst>
                <a:tab pos="469265" algn="l"/>
                <a:tab pos="469900" algn="l"/>
                <a:tab pos="2298700" algn="l"/>
              </a:tabLst>
            </a:pPr>
            <a:r>
              <a:rPr sz="2200" spc="-5" dirty="0">
                <a:latin typeface="Franklin Gothic Medium"/>
                <a:cs typeface="Franklin Gothic Medium"/>
              </a:rPr>
              <a:t>Logical</a:t>
            </a:r>
            <a:r>
              <a:rPr sz="2200" spc="5" dirty="0">
                <a:latin typeface="Franklin Gothic Medium"/>
                <a:cs typeface="Franklin Gothic Medium"/>
              </a:rPr>
              <a:t> </a:t>
            </a:r>
            <a:r>
              <a:rPr sz="2200" spc="-5" dirty="0">
                <a:latin typeface="Franklin Gothic Medium"/>
                <a:cs typeface="Franklin Gothic Medium"/>
              </a:rPr>
              <a:t>OR	</a:t>
            </a:r>
            <a:r>
              <a:rPr sz="2200" dirty="0">
                <a:latin typeface="Franklin Gothic Medium"/>
                <a:cs typeface="Franklin Gothic Medium"/>
              </a:rPr>
              <a:t>||</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919124"/>
            <a:ext cx="8548370" cy="1813560"/>
          </a:xfrm>
          <a:prstGeom prst="rect">
            <a:avLst/>
          </a:prstGeom>
        </p:spPr>
        <p:txBody>
          <a:bodyPr vert="horz" wrap="square" lIns="0" tIns="180340" rIns="0" bIns="0" rtlCol="0">
            <a:spAutoFit/>
          </a:bodyPr>
          <a:lstStyle/>
          <a:p>
            <a:pPr marL="12700">
              <a:lnSpc>
                <a:spcPct val="100000"/>
              </a:lnSpc>
              <a:spcBef>
                <a:spcPts val="1420"/>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NOT</a:t>
            </a:r>
            <a:r>
              <a:rPr sz="2200" spc="-5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It</a:t>
            </a:r>
            <a:r>
              <a:rPr sz="2200" dirty="0">
                <a:latin typeface="Franklin Gothic Medium"/>
                <a:cs typeface="Franklin Gothic Medium"/>
              </a:rPr>
              <a:t> </a:t>
            </a:r>
            <a:r>
              <a:rPr sz="2200" spc="-10" dirty="0">
                <a:latin typeface="Franklin Gothic Medium"/>
                <a:cs typeface="Franklin Gothic Medium"/>
              </a:rPr>
              <a:t>reverses</a:t>
            </a:r>
            <a:r>
              <a:rPr sz="220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logical</a:t>
            </a:r>
            <a:r>
              <a:rPr sz="2200" spc="-10" dirty="0">
                <a:latin typeface="Franklin Gothic Medium"/>
                <a:cs typeface="Franklin Gothic Medium"/>
              </a:rPr>
              <a:t> value</a:t>
            </a:r>
            <a:r>
              <a:rPr sz="220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variable</a:t>
            </a:r>
            <a:r>
              <a:rPr sz="2200" spc="5" dirty="0">
                <a:latin typeface="Franklin Gothic Medium"/>
                <a:cs typeface="Franklin Gothic Medium"/>
              </a:rPr>
              <a:t> </a:t>
            </a:r>
            <a:r>
              <a:rPr sz="2200" spc="-5" dirty="0">
                <a:latin typeface="Franklin Gothic Medium"/>
                <a:cs typeface="Franklin Gothic Medium"/>
              </a:rPr>
              <a:t>or</a:t>
            </a:r>
            <a:r>
              <a:rPr sz="2200" spc="-10" dirty="0">
                <a:latin typeface="Franklin Gothic Medium"/>
                <a:cs typeface="Franklin Gothic Medium"/>
              </a:rPr>
              <a:t> </a:t>
            </a:r>
            <a:r>
              <a:rPr sz="2200" spc="-5" dirty="0">
                <a:latin typeface="Franklin Gothic Medium"/>
                <a:cs typeface="Franklin Gothic Medium"/>
              </a:rPr>
              <a:t>a</a:t>
            </a:r>
            <a:r>
              <a:rPr sz="2200" spc="5" dirty="0">
                <a:latin typeface="Franklin Gothic Medium"/>
                <a:cs typeface="Franklin Gothic Medium"/>
              </a:rPr>
              <a:t> </a:t>
            </a:r>
            <a:r>
              <a:rPr sz="2200" spc="-5" dirty="0">
                <a:latin typeface="Franklin Gothic Medium"/>
                <a:cs typeface="Franklin Gothic Medium"/>
              </a:rPr>
              <a:t>constant</a:t>
            </a:r>
            <a:r>
              <a:rPr sz="2200" spc="15" dirty="0">
                <a:latin typeface="Franklin Gothic Medium"/>
                <a:cs typeface="Franklin Gothic Medium"/>
              </a:rPr>
              <a:t> </a:t>
            </a:r>
            <a:r>
              <a:rPr sz="2200" spc="-5" dirty="0">
                <a:latin typeface="Franklin Gothic Medium"/>
                <a:cs typeface="Franklin Gothic Medium"/>
              </a:rPr>
              <a:t>or</a:t>
            </a:r>
            <a:r>
              <a:rPr sz="2200" dirty="0">
                <a:latin typeface="Franklin Gothic Medium"/>
                <a:cs typeface="Franklin Gothic Medium"/>
              </a:rPr>
              <a:t> </a:t>
            </a:r>
            <a:r>
              <a:rPr sz="2200" spc="-5" dirty="0">
                <a:latin typeface="Franklin Gothic Medium"/>
                <a:cs typeface="Franklin Gothic Medium"/>
              </a:rPr>
              <a:t>an</a:t>
            </a:r>
            <a:r>
              <a:rPr sz="2200" dirty="0">
                <a:latin typeface="Franklin Gothic Medium"/>
                <a:cs typeface="Franklin Gothic Medium"/>
              </a:rPr>
              <a:t> </a:t>
            </a:r>
            <a:r>
              <a:rPr sz="2200" spc="-5" dirty="0">
                <a:latin typeface="Franklin Gothic Medium"/>
                <a:cs typeface="Franklin Gothic Medium"/>
              </a:rPr>
              <a:t>expression.</a:t>
            </a:r>
            <a:endParaRPr sz="2200">
              <a:latin typeface="Franklin Gothic Medium"/>
              <a:cs typeface="Franklin Gothic Medium"/>
            </a:endParaRPr>
          </a:p>
          <a:p>
            <a:pPr>
              <a:lnSpc>
                <a:spcPct val="100000"/>
              </a:lnSpc>
            </a:pPr>
            <a:endParaRPr sz="3100">
              <a:latin typeface="Franklin Gothic Medium"/>
              <a:cs typeface="Franklin Gothic Medium"/>
            </a:endParaRPr>
          </a:p>
          <a:p>
            <a:pPr marL="12700">
              <a:lnSpc>
                <a:spcPct val="100000"/>
              </a:lnSpc>
              <a:spcBef>
                <a:spcPts val="5"/>
              </a:spcBef>
            </a:pPr>
            <a:r>
              <a:rPr sz="2200" spc="-20" dirty="0">
                <a:solidFill>
                  <a:srgbClr val="C00000"/>
                </a:solidFill>
                <a:latin typeface="Franklin Gothic Medium"/>
                <a:cs typeface="Franklin Gothic Medium"/>
              </a:rPr>
              <a:t>Truth</a:t>
            </a:r>
            <a:r>
              <a:rPr sz="2200" spc="-7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table</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graphicFrame>
        <p:nvGraphicFramePr>
          <p:cNvPr id="4" name="object 4"/>
          <p:cNvGraphicFramePr>
            <a:graphicFrameLocks noGrp="1"/>
          </p:cNvGraphicFramePr>
          <p:nvPr/>
        </p:nvGraphicFramePr>
        <p:xfrm>
          <a:off x="614781" y="2967863"/>
          <a:ext cx="1595119" cy="1180336"/>
        </p:xfrm>
        <a:graphic>
          <a:graphicData uri="http://schemas.openxmlformats.org/drawingml/2006/table">
            <a:tbl>
              <a:tblPr firstRow="1" bandRow="1">
                <a:tableStyleId>{2D5ABB26-0587-4C30-8999-92F81FD0307C}</a:tableStyleId>
              </a:tblPr>
              <a:tblGrid>
                <a:gridCol w="844550">
                  <a:extLst>
                    <a:ext uri="{9D8B030D-6E8A-4147-A177-3AD203B41FA5}">
                      <a16:colId xmlns:a16="http://schemas.microsoft.com/office/drawing/2014/main" val="20000"/>
                    </a:ext>
                  </a:extLst>
                </a:gridCol>
                <a:gridCol w="750569">
                  <a:extLst>
                    <a:ext uri="{9D8B030D-6E8A-4147-A177-3AD203B41FA5}">
                      <a16:colId xmlns:a16="http://schemas.microsoft.com/office/drawing/2014/main" val="20001"/>
                    </a:ext>
                  </a:extLst>
                </a:gridCol>
              </a:tblGrid>
              <a:tr h="393446">
                <a:tc>
                  <a:txBody>
                    <a:bodyPr/>
                    <a:lstStyle/>
                    <a:p>
                      <a:pPr algn="ctr">
                        <a:lnSpc>
                          <a:spcPct val="100000"/>
                        </a:lnSpc>
                        <a:spcBef>
                          <a:spcPts val="21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0"/>
                        </a:spcBef>
                      </a:pPr>
                      <a:r>
                        <a:rPr sz="2200" spc="-5" dirty="0">
                          <a:solidFill>
                            <a:srgbClr val="C00000"/>
                          </a:solidFill>
                          <a:latin typeface="Franklin Gothic Medium"/>
                          <a:cs typeface="Franklin Gothic Medium"/>
                        </a:rPr>
                        <a:t>!</a:t>
                      </a:r>
                      <a:r>
                        <a:rPr sz="2200" spc="-4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a:t>
                      </a:r>
                      <a:endParaRPr sz="2200">
                        <a:latin typeface="Franklin Gothic Medium"/>
                        <a:cs typeface="Franklin Gothic Medium"/>
                      </a:endParaRPr>
                    </a:p>
                  </a:txBody>
                  <a:tcPr marL="0" marR="0" marT="266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93445">
                <a:tc>
                  <a:txBody>
                    <a:bodyPr/>
                    <a:lstStyle/>
                    <a:p>
                      <a:pPr algn="ctr">
                        <a:lnSpc>
                          <a:spcPct val="100000"/>
                        </a:lnSpc>
                        <a:spcBef>
                          <a:spcPts val="215"/>
                        </a:spcBef>
                      </a:pPr>
                      <a:r>
                        <a:rPr sz="2200" dirty="0">
                          <a:latin typeface="Franklin Gothic Medium"/>
                          <a:cs typeface="Franklin Gothic Medium"/>
                        </a:rPr>
                        <a:t>0</a:t>
                      </a:r>
                      <a:endParaRPr sz="2200">
                        <a:latin typeface="Franklin Gothic Medium"/>
                        <a:cs typeface="Franklin Gothic Medium"/>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5"/>
                        </a:spcBef>
                      </a:pPr>
                      <a:r>
                        <a:rPr sz="2200" dirty="0">
                          <a:latin typeface="Franklin Gothic Medium"/>
                          <a:cs typeface="Franklin Gothic Medium"/>
                        </a:rPr>
                        <a:t>1</a:t>
                      </a:r>
                      <a:endParaRPr sz="2200">
                        <a:latin typeface="Franklin Gothic Medium"/>
                        <a:cs typeface="Franklin Gothic Medium"/>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3445">
                <a:tc>
                  <a:txBody>
                    <a:bodyPr/>
                    <a:lstStyle/>
                    <a:p>
                      <a:pPr algn="ctr">
                        <a:lnSpc>
                          <a:spcPct val="100000"/>
                        </a:lnSpc>
                        <a:spcBef>
                          <a:spcPts val="215"/>
                        </a:spcBef>
                      </a:pPr>
                      <a:r>
                        <a:rPr sz="2200" dirty="0">
                          <a:latin typeface="Franklin Gothic Medium"/>
                          <a:cs typeface="Franklin Gothic Medium"/>
                        </a:rPr>
                        <a:t>1</a:t>
                      </a:r>
                      <a:endParaRPr sz="2200">
                        <a:latin typeface="Franklin Gothic Medium"/>
                        <a:cs typeface="Franklin Gothic Medium"/>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15"/>
                        </a:spcBef>
                      </a:pPr>
                      <a:r>
                        <a:rPr sz="2200" dirty="0">
                          <a:latin typeface="Franklin Gothic Medium"/>
                          <a:cs typeface="Franklin Gothic Medium"/>
                        </a:rPr>
                        <a:t>0</a:t>
                      </a:r>
                      <a:endParaRPr sz="2200">
                        <a:latin typeface="Franklin Gothic Medium"/>
                        <a:cs typeface="Franklin Gothic Medium"/>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1087373"/>
            <a:ext cx="8775700" cy="397764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NOT</a:t>
            </a:r>
            <a:r>
              <a:rPr sz="2200" spc="-5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a:lnSpc>
                <a:spcPct val="100000"/>
              </a:lnSpc>
            </a:pPr>
            <a:endParaRPr sz="2500">
              <a:latin typeface="Franklin Gothic Medium"/>
              <a:cs typeface="Franklin Gothic Medium"/>
            </a:endParaRPr>
          </a:p>
          <a:p>
            <a:pPr marL="12700">
              <a:lnSpc>
                <a:spcPct val="100000"/>
              </a:lnSpc>
              <a:spcBef>
                <a:spcPts val="1750"/>
              </a:spcBef>
            </a:pPr>
            <a:r>
              <a:rPr sz="2200" dirty="0">
                <a:solidFill>
                  <a:srgbClr val="C00000"/>
                </a:solidFill>
                <a:latin typeface="Franklin Gothic Medium"/>
                <a:cs typeface="Franklin Gothic Medium"/>
              </a:rPr>
              <a:t>Examples</a:t>
            </a:r>
            <a:endParaRPr sz="2200">
              <a:latin typeface="Franklin Gothic Medium"/>
              <a:cs typeface="Franklin Gothic Medium"/>
            </a:endParaRPr>
          </a:p>
          <a:p>
            <a:pPr marL="12700">
              <a:lnSpc>
                <a:spcPct val="100000"/>
              </a:lnSpc>
              <a:spcBef>
                <a:spcPts val="395"/>
              </a:spcBef>
              <a:tabLst>
                <a:tab pos="1593850" algn="l"/>
                <a:tab pos="2787650" algn="l"/>
              </a:tabLst>
            </a:pP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(3</a:t>
            </a:r>
            <a:r>
              <a:rPr sz="2200" dirty="0">
                <a:latin typeface="Franklin Gothic Medium"/>
                <a:cs typeface="Franklin Gothic Medium"/>
              </a:rPr>
              <a:t> </a:t>
            </a:r>
            <a:r>
              <a:rPr sz="2200" spc="-5" dirty="0">
                <a:latin typeface="Franklin Gothic Medium"/>
                <a:cs typeface="Franklin Gothic Medium"/>
              </a:rPr>
              <a:t>&gt;</a:t>
            </a:r>
            <a:r>
              <a:rPr sz="2200" dirty="0">
                <a:latin typeface="Franklin Gothic Medium"/>
                <a:cs typeface="Franklin Gothic Medium"/>
              </a:rPr>
              <a:t> </a:t>
            </a:r>
            <a:r>
              <a:rPr sz="2200" spc="-5" dirty="0">
                <a:latin typeface="Franklin Gothic Medium"/>
                <a:cs typeface="Franklin Gothic Medium"/>
              </a:rPr>
              <a:t>4)</a:t>
            </a:r>
            <a:r>
              <a:rPr sz="2200" spc="25" dirty="0">
                <a:latin typeface="Franklin Gothic Medium"/>
                <a:cs typeface="Franklin Gothic Medium"/>
              </a:rPr>
              <a:t> </a:t>
            </a:r>
            <a:r>
              <a:rPr sz="2200" spc="-10" dirty="0">
                <a:latin typeface="Franklin Gothic Medium"/>
                <a:cs typeface="Franklin Gothic Medium"/>
              </a:rPr>
              <a:t>----&gt;	!(false)</a:t>
            </a:r>
            <a:r>
              <a:rPr sz="2200" spc="20" dirty="0">
                <a:latin typeface="Franklin Gothic Medium"/>
                <a:cs typeface="Franklin Gothic Medium"/>
              </a:rPr>
              <a:t> </a:t>
            </a:r>
            <a:r>
              <a:rPr sz="2200" spc="-5" dirty="0">
                <a:latin typeface="Franklin Gothic Medium"/>
                <a:cs typeface="Franklin Gothic Medium"/>
              </a:rPr>
              <a:t>=	true</a:t>
            </a:r>
            <a:r>
              <a:rPr sz="2200" spc="-30" dirty="0">
                <a:latin typeface="Franklin Gothic Medium"/>
                <a:cs typeface="Franklin Gothic Medium"/>
              </a:rPr>
              <a:t> </a:t>
            </a:r>
            <a:r>
              <a:rPr sz="2200" spc="-5" dirty="0">
                <a:latin typeface="Franklin Gothic Medium"/>
                <a:cs typeface="Franklin Gothic Medium"/>
              </a:rPr>
              <a:t>=</a:t>
            </a:r>
            <a:r>
              <a:rPr sz="2200" spc="-40" dirty="0">
                <a:latin typeface="Franklin Gothic Medium"/>
                <a:cs typeface="Franklin Gothic Medium"/>
              </a:rPr>
              <a:t> </a:t>
            </a:r>
            <a:r>
              <a:rPr sz="2200" spc="-5" dirty="0">
                <a:latin typeface="Franklin Gothic Medium"/>
                <a:cs typeface="Franklin Gothic Medium"/>
              </a:rPr>
              <a:t>1</a:t>
            </a:r>
            <a:endParaRPr sz="2200">
              <a:latin typeface="Franklin Gothic Medium"/>
              <a:cs typeface="Franklin Gothic Medium"/>
            </a:endParaRPr>
          </a:p>
          <a:p>
            <a:pPr marL="12700">
              <a:lnSpc>
                <a:spcPct val="100000"/>
              </a:lnSpc>
              <a:spcBef>
                <a:spcPts val="400"/>
              </a:spcBef>
            </a:pPr>
            <a:r>
              <a:rPr sz="2200" spc="-10" dirty="0">
                <a:latin typeface="Franklin Gothic Medium"/>
                <a:cs typeface="Franklin Gothic Medium"/>
              </a:rPr>
              <a:t>!(4==4)</a:t>
            </a:r>
            <a:r>
              <a:rPr sz="2200" spc="10" dirty="0">
                <a:latin typeface="Franklin Gothic Medium"/>
                <a:cs typeface="Franklin Gothic Medium"/>
              </a:rPr>
              <a:t> </a:t>
            </a:r>
            <a:r>
              <a:rPr sz="2200" spc="-10" dirty="0">
                <a:latin typeface="Franklin Gothic Medium"/>
                <a:cs typeface="Franklin Gothic Medium"/>
              </a:rPr>
              <a:t>------&gt;</a:t>
            </a:r>
            <a:r>
              <a:rPr sz="2200" spc="-20" dirty="0">
                <a:latin typeface="Franklin Gothic Medium"/>
                <a:cs typeface="Franklin Gothic Medium"/>
              </a:rPr>
              <a:t> </a:t>
            </a:r>
            <a:r>
              <a:rPr sz="2200" spc="-5" dirty="0">
                <a:latin typeface="Franklin Gothic Medium"/>
                <a:cs typeface="Franklin Gothic Medium"/>
              </a:rPr>
              <a:t>!(true)</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false</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0</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7</a:t>
            </a:r>
            <a:r>
              <a:rPr sz="2200" spc="-10" dirty="0">
                <a:latin typeface="Franklin Gothic Medium"/>
                <a:cs typeface="Franklin Gothic Medium"/>
              </a:rPr>
              <a:t> -----&gt;</a:t>
            </a:r>
            <a:r>
              <a:rPr sz="2200" spc="-1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(true) =</a:t>
            </a:r>
            <a:r>
              <a:rPr sz="2200" dirty="0">
                <a:latin typeface="Franklin Gothic Medium"/>
                <a:cs typeface="Franklin Gothic Medium"/>
              </a:rPr>
              <a:t> </a:t>
            </a:r>
            <a:r>
              <a:rPr sz="2200" spc="-5" dirty="0">
                <a:latin typeface="Franklin Gothic Medium"/>
                <a:cs typeface="Franklin Gothic Medium"/>
              </a:rPr>
              <a:t>false</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0</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0 </a:t>
            </a:r>
            <a:r>
              <a:rPr sz="2200" spc="-10" dirty="0">
                <a:latin typeface="Franklin Gothic Medium"/>
                <a:cs typeface="Franklin Gothic Medium"/>
              </a:rPr>
              <a:t>------&gt;</a:t>
            </a:r>
            <a:r>
              <a:rPr sz="2200" spc="-15"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5" dirty="0">
                <a:latin typeface="Franklin Gothic Medium"/>
                <a:cs typeface="Franklin Gothic Medium"/>
              </a:rPr>
              <a:t>(false)</a:t>
            </a:r>
            <a:r>
              <a:rPr sz="2200" spc="15" dirty="0">
                <a:latin typeface="Franklin Gothic Medium"/>
                <a:cs typeface="Franklin Gothic Medium"/>
              </a:rPr>
              <a:t> </a:t>
            </a:r>
            <a:r>
              <a:rPr sz="2200" spc="-5" dirty="0">
                <a:latin typeface="Franklin Gothic Medium"/>
                <a:cs typeface="Franklin Gothic Medium"/>
              </a:rPr>
              <a:t>= </a:t>
            </a:r>
            <a:r>
              <a:rPr sz="2200" spc="-10" dirty="0">
                <a:latin typeface="Franklin Gothic Medium"/>
                <a:cs typeface="Franklin Gothic Medium"/>
              </a:rPr>
              <a:t>true </a:t>
            </a: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1</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(-45) </a:t>
            </a:r>
            <a:r>
              <a:rPr sz="2200" spc="-10" dirty="0">
                <a:latin typeface="Franklin Gothic Medium"/>
                <a:cs typeface="Franklin Gothic Medium"/>
              </a:rPr>
              <a:t>------&gt;</a:t>
            </a:r>
            <a:r>
              <a:rPr sz="2200" spc="-20" dirty="0">
                <a:latin typeface="Franklin Gothic Medium"/>
                <a:cs typeface="Franklin Gothic Medium"/>
              </a:rPr>
              <a:t> </a:t>
            </a:r>
            <a:r>
              <a:rPr sz="2200" spc="-5" dirty="0">
                <a:latin typeface="Franklin Gothic Medium"/>
                <a:cs typeface="Franklin Gothic Medium"/>
              </a:rPr>
              <a:t>!(true) =</a:t>
            </a:r>
            <a:r>
              <a:rPr sz="2200" spc="-10" dirty="0">
                <a:latin typeface="Franklin Gothic Medium"/>
                <a:cs typeface="Franklin Gothic Medium"/>
              </a:rPr>
              <a:t> </a:t>
            </a:r>
            <a:r>
              <a:rPr sz="2200" spc="-5" dirty="0">
                <a:latin typeface="Franklin Gothic Medium"/>
                <a:cs typeface="Franklin Gothic Medium"/>
              </a:rPr>
              <a:t>false =</a:t>
            </a:r>
            <a:r>
              <a:rPr sz="2200" spc="-10" dirty="0">
                <a:latin typeface="Franklin Gothic Medium"/>
                <a:cs typeface="Franklin Gothic Medium"/>
              </a:rPr>
              <a:t> </a:t>
            </a:r>
            <a:r>
              <a:rPr sz="2200" spc="-5" dirty="0">
                <a:latin typeface="Franklin Gothic Medium"/>
                <a:cs typeface="Franklin Gothic Medium"/>
              </a:rPr>
              <a:t>0</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pPr>
            <a:r>
              <a:rPr sz="2200" spc="-5" dirty="0">
                <a:solidFill>
                  <a:srgbClr val="FF0000"/>
                </a:solidFill>
                <a:latin typeface="Franklin Gothic Medium"/>
                <a:cs typeface="Franklin Gothic Medium"/>
              </a:rPr>
              <a:t>In</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C,</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0</a:t>
            </a:r>
            <a:r>
              <a:rPr sz="2200" dirty="0">
                <a:solidFill>
                  <a:srgbClr val="FF0000"/>
                </a:solidFill>
                <a:latin typeface="Franklin Gothic Medium"/>
                <a:cs typeface="Franklin Gothic Medium"/>
              </a:rPr>
              <a:t> is </a:t>
            </a:r>
            <a:r>
              <a:rPr sz="2200" spc="-5" dirty="0">
                <a:solidFill>
                  <a:srgbClr val="FF0000"/>
                </a:solidFill>
                <a:latin typeface="Franklin Gothic Medium"/>
                <a:cs typeface="Franklin Gothic Medium"/>
              </a:rPr>
              <a:t>considered</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as</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false</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and</a:t>
            </a:r>
            <a:r>
              <a:rPr sz="2200" spc="10" dirty="0">
                <a:solidFill>
                  <a:srgbClr val="FF0000"/>
                </a:solidFill>
                <a:latin typeface="Franklin Gothic Medium"/>
                <a:cs typeface="Franklin Gothic Medium"/>
              </a:rPr>
              <a:t> </a:t>
            </a:r>
            <a:r>
              <a:rPr sz="2200" spc="-15" dirty="0">
                <a:solidFill>
                  <a:srgbClr val="FF0000"/>
                </a:solidFill>
                <a:latin typeface="Franklin Gothic Medium"/>
                <a:cs typeface="Franklin Gothic Medium"/>
              </a:rPr>
              <a:t>any</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non-zero</a:t>
            </a:r>
            <a:r>
              <a:rPr sz="2200" spc="-15" dirty="0">
                <a:solidFill>
                  <a:srgbClr val="FF0000"/>
                </a:solidFill>
                <a:latin typeface="Franklin Gothic Medium"/>
                <a:cs typeface="Franklin Gothic Medium"/>
              </a:rPr>
              <a:t> </a:t>
            </a:r>
            <a:r>
              <a:rPr sz="2200" spc="-10" dirty="0">
                <a:solidFill>
                  <a:srgbClr val="FF0000"/>
                </a:solidFill>
                <a:latin typeface="Franklin Gothic Medium"/>
                <a:cs typeface="Franklin Gothic Medium"/>
              </a:rPr>
              <a:t>value</a:t>
            </a:r>
            <a:r>
              <a:rPr sz="2200" spc="5"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is</a:t>
            </a:r>
            <a:r>
              <a:rPr sz="2200" spc="5"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considered</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as</a:t>
            </a:r>
            <a:r>
              <a:rPr sz="2200" spc="5"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true</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1087373"/>
            <a:ext cx="6466205" cy="2802255"/>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&amp;&amp;</a:t>
            </a:r>
            <a:endParaRPr sz="2200">
              <a:latin typeface="Franklin Gothic Medium"/>
              <a:cs typeface="Franklin Gothic Medium"/>
            </a:endParaRPr>
          </a:p>
          <a:p>
            <a:pPr>
              <a:lnSpc>
                <a:spcPct val="100000"/>
              </a:lnSpc>
            </a:pPr>
            <a:endParaRPr sz="2500">
              <a:latin typeface="Franklin Gothic Medium"/>
              <a:cs typeface="Franklin Gothic Medium"/>
            </a:endParaRPr>
          </a:p>
          <a:p>
            <a:pPr marL="355600" indent="-342900">
              <a:lnSpc>
                <a:spcPct val="100000"/>
              </a:lnSpc>
              <a:spcBef>
                <a:spcPts val="1750"/>
              </a:spcBef>
              <a:buFont typeface="Arial MT"/>
              <a:buChar char="•"/>
              <a:tabLst>
                <a:tab pos="354965" algn="l"/>
                <a:tab pos="355600" algn="l"/>
              </a:tabLst>
            </a:pPr>
            <a:r>
              <a:rPr sz="2200" spc="-20" dirty="0">
                <a:latin typeface="Franklin Gothic Medium"/>
                <a:cs typeface="Franklin Gothic Medium"/>
              </a:rPr>
              <a:t>Works</a:t>
            </a:r>
            <a:r>
              <a:rPr sz="2200" spc="-15" dirty="0">
                <a:latin typeface="Franklin Gothic Medium"/>
                <a:cs typeface="Franklin Gothic Medium"/>
              </a:rPr>
              <a:t> </a:t>
            </a:r>
            <a:r>
              <a:rPr sz="2200" spc="-5" dirty="0">
                <a:latin typeface="Franklin Gothic Medium"/>
                <a:cs typeface="Franklin Gothic Medium"/>
              </a:rPr>
              <a:t>on</a:t>
            </a:r>
            <a:r>
              <a:rPr sz="2200" spc="-15"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10" dirty="0">
                <a:latin typeface="Franklin Gothic Medium"/>
                <a:cs typeface="Franklin Gothic Medium"/>
              </a:rPr>
              <a:t>operands.</a:t>
            </a:r>
            <a:endParaRPr sz="2200">
              <a:latin typeface="Franklin Gothic Medium"/>
              <a:cs typeface="Franklin Gothic Medium"/>
            </a:endParaRPr>
          </a:p>
          <a:p>
            <a:pPr marL="355600" indent="-342900">
              <a:lnSpc>
                <a:spcPct val="100000"/>
              </a:lnSpc>
              <a:spcBef>
                <a:spcPts val="395"/>
              </a:spcBef>
              <a:buFont typeface="Arial MT"/>
              <a:buChar char="•"/>
              <a:tabLst>
                <a:tab pos="354965" algn="l"/>
                <a:tab pos="355600" algn="l"/>
              </a:tabLst>
            </a:pPr>
            <a:r>
              <a:rPr sz="2200" spc="-10" dirty="0">
                <a:latin typeface="Franklin Gothic Medium"/>
                <a:cs typeface="Franklin Gothic Medium"/>
              </a:rPr>
              <a:t>Result</a:t>
            </a:r>
            <a:r>
              <a:rPr sz="2200" spc="-5" dirty="0">
                <a:latin typeface="Franklin Gothic Medium"/>
                <a:cs typeface="Franklin Gothic Medium"/>
              </a:rPr>
              <a:t> is</a:t>
            </a:r>
            <a:r>
              <a:rPr sz="2200" dirty="0">
                <a:latin typeface="Franklin Gothic Medium"/>
                <a:cs typeface="Franklin Gothic Medium"/>
              </a:rPr>
              <a:t> </a:t>
            </a:r>
            <a:r>
              <a:rPr sz="2200" spc="-5" dirty="0">
                <a:latin typeface="Franklin Gothic Medium"/>
                <a:cs typeface="Franklin Gothic Medium"/>
              </a:rPr>
              <a:t>true</a:t>
            </a:r>
            <a:r>
              <a:rPr sz="2200" dirty="0">
                <a:latin typeface="Franklin Gothic Medium"/>
                <a:cs typeface="Franklin Gothic Medium"/>
              </a:rPr>
              <a:t> </a:t>
            </a:r>
            <a:r>
              <a:rPr sz="2200" spc="-5" dirty="0">
                <a:latin typeface="Franklin Gothic Medium"/>
                <a:cs typeface="Franklin Gothic Medium"/>
              </a:rPr>
              <a:t>if</a:t>
            </a:r>
            <a:r>
              <a:rPr sz="2200" dirty="0">
                <a:latin typeface="Franklin Gothic Medium"/>
                <a:cs typeface="Franklin Gothic Medium"/>
              </a:rPr>
              <a:t> </a:t>
            </a:r>
            <a:r>
              <a:rPr sz="2200" spc="-10" dirty="0">
                <a:latin typeface="Franklin Gothic Medium"/>
                <a:cs typeface="Franklin Gothic Medium"/>
              </a:rPr>
              <a:t>values</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both</a:t>
            </a:r>
            <a:r>
              <a:rPr sz="2200" spc="-10" dirty="0">
                <a:latin typeface="Franklin Gothic Medium"/>
                <a:cs typeface="Franklin Gothic Medium"/>
              </a:rPr>
              <a:t> </a:t>
            </a:r>
            <a:r>
              <a:rPr sz="2200" spc="-5" dirty="0">
                <a:latin typeface="Franklin Gothic Medium"/>
                <a:cs typeface="Franklin Gothic Medium"/>
              </a:rPr>
              <a:t>expressions</a:t>
            </a:r>
            <a:r>
              <a:rPr sz="2200" dirty="0">
                <a:latin typeface="Franklin Gothic Medium"/>
                <a:cs typeface="Franklin Gothic Medium"/>
              </a:rPr>
              <a:t> </a:t>
            </a:r>
            <a:r>
              <a:rPr sz="2200" spc="-5" dirty="0">
                <a:latin typeface="Franklin Gothic Medium"/>
                <a:cs typeface="Franklin Gothic Medium"/>
              </a:rPr>
              <a:t>are</a:t>
            </a:r>
            <a:r>
              <a:rPr sz="2200" spc="-10" dirty="0">
                <a:latin typeface="Franklin Gothic Medium"/>
                <a:cs typeface="Franklin Gothic Medium"/>
              </a:rPr>
              <a:t> </a:t>
            </a:r>
            <a:r>
              <a:rPr sz="2200" spc="-5" dirty="0">
                <a:latin typeface="Franklin Gothic Medium"/>
                <a:cs typeface="Franklin Gothic Medium"/>
              </a:rPr>
              <a:t>true.</a:t>
            </a:r>
            <a:endParaRPr sz="2200">
              <a:latin typeface="Franklin Gothic Medium"/>
              <a:cs typeface="Franklin Gothic Medium"/>
            </a:endParaRPr>
          </a:p>
          <a:p>
            <a:pPr marL="355600" indent="-342900">
              <a:lnSpc>
                <a:spcPct val="100000"/>
              </a:lnSpc>
              <a:spcBef>
                <a:spcPts val="400"/>
              </a:spcBef>
              <a:buFont typeface="Arial MT"/>
              <a:buChar char="•"/>
              <a:tabLst>
                <a:tab pos="354965" algn="l"/>
                <a:tab pos="355600" algn="l"/>
              </a:tabLst>
            </a:pPr>
            <a:r>
              <a:rPr sz="2200" spc="-10" dirty="0">
                <a:latin typeface="Franklin Gothic Medium"/>
                <a:cs typeface="Franklin Gothic Medium"/>
              </a:rPr>
              <a:t>Result</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false,</a:t>
            </a:r>
            <a:r>
              <a:rPr sz="2200" spc="-15" dirty="0">
                <a:latin typeface="Franklin Gothic Medium"/>
                <a:cs typeface="Franklin Gothic Medium"/>
              </a:rPr>
              <a:t> </a:t>
            </a:r>
            <a:r>
              <a:rPr sz="2200" spc="-5" dirty="0">
                <a:latin typeface="Franklin Gothic Medium"/>
                <a:cs typeface="Franklin Gothic Medium"/>
              </a:rPr>
              <a:t>if</a:t>
            </a:r>
            <a:r>
              <a:rPr sz="2200" spc="5" dirty="0">
                <a:latin typeface="Franklin Gothic Medium"/>
                <a:cs typeface="Franklin Gothic Medium"/>
              </a:rPr>
              <a:t> </a:t>
            </a:r>
            <a:r>
              <a:rPr sz="2200" spc="-20" dirty="0">
                <a:latin typeface="Franklin Gothic Medium"/>
                <a:cs typeface="Franklin Gothic Medium"/>
              </a:rPr>
              <a:t>any</a:t>
            </a:r>
            <a:r>
              <a:rPr sz="2200" spc="-5" dirty="0">
                <a:latin typeface="Franklin Gothic Medium"/>
                <a:cs typeface="Franklin Gothic Medium"/>
              </a:rPr>
              <a:t> one</a:t>
            </a:r>
            <a:r>
              <a:rPr sz="2200" dirty="0">
                <a:latin typeface="Franklin Gothic Medium"/>
                <a:cs typeface="Franklin Gothic Medium"/>
              </a:rPr>
              <a:t> </a:t>
            </a:r>
            <a:r>
              <a:rPr sz="2200" spc="-5" dirty="0">
                <a:latin typeface="Franklin Gothic Medium"/>
                <a:cs typeface="Franklin Gothic Medium"/>
              </a:rPr>
              <a:t>expression</a:t>
            </a:r>
            <a:r>
              <a:rPr sz="2200" dirty="0">
                <a:latin typeface="Franklin Gothic Medium"/>
                <a:cs typeface="Franklin Gothic Medium"/>
              </a:rPr>
              <a:t> </a:t>
            </a:r>
            <a:r>
              <a:rPr sz="2200" spc="-10" dirty="0">
                <a:latin typeface="Franklin Gothic Medium"/>
                <a:cs typeface="Franklin Gothic Medium"/>
              </a:rPr>
              <a:t>value</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false.</a:t>
            </a:r>
            <a:endParaRPr sz="2200">
              <a:latin typeface="Franklin Gothic Medium"/>
              <a:cs typeface="Franklin Gothic Medium"/>
            </a:endParaRPr>
          </a:p>
          <a:p>
            <a:pPr>
              <a:lnSpc>
                <a:spcPct val="100000"/>
              </a:lnSpc>
              <a:spcBef>
                <a:spcPts val="55"/>
              </a:spcBef>
            </a:pPr>
            <a:endParaRPr sz="2850">
              <a:latin typeface="Franklin Gothic Medium"/>
              <a:cs typeface="Franklin Gothic Medium"/>
            </a:endParaRPr>
          </a:p>
          <a:p>
            <a:pPr marL="12700">
              <a:lnSpc>
                <a:spcPct val="100000"/>
              </a:lnSpc>
            </a:pPr>
            <a:r>
              <a:rPr sz="2200" spc="-20" dirty="0">
                <a:solidFill>
                  <a:srgbClr val="C00000"/>
                </a:solidFill>
                <a:latin typeface="Franklin Gothic Medium"/>
                <a:cs typeface="Franklin Gothic Medium"/>
              </a:rPr>
              <a:t>Truth</a:t>
            </a:r>
            <a:r>
              <a:rPr sz="2200" spc="-7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table</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graphicFrame>
        <p:nvGraphicFramePr>
          <p:cNvPr id="4" name="object 4"/>
          <p:cNvGraphicFramePr>
            <a:graphicFrameLocks noGrp="1"/>
          </p:cNvGraphicFramePr>
          <p:nvPr/>
        </p:nvGraphicFramePr>
        <p:xfrm>
          <a:off x="748957" y="4101719"/>
          <a:ext cx="3061335" cy="1804680"/>
        </p:xfrm>
        <a:graphic>
          <a:graphicData uri="http://schemas.openxmlformats.org/drawingml/2006/table">
            <a:tbl>
              <a:tblPr firstRow="1" bandRow="1">
                <a:tableStyleId>{2D5ABB26-0587-4C30-8999-92F81FD0307C}</a:tableStyleId>
              </a:tblPr>
              <a:tblGrid>
                <a:gridCol w="949960">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1266825">
                  <a:extLst>
                    <a:ext uri="{9D8B030D-6E8A-4147-A177-3AD203B41FA5}">
                      <a16:colId xmlns:a16="http://schemas.microsoft.com/office/drawing/2014/main" val="20002"/>
                    </a:ext>
                  </a:extLst>
                </a:gridCol>
              </a:tblGrid>
              <a:tr h="360933">
                <a:tc>
                  <a:txBody>
                    <a:bodyPr/>
                    <a:lstStyle/>
                    <a:p>
                      <a:pPr algn="ctr">
                        <a:lnSpc>
                          <a:spcPct val="100000"/>
                        </a:lnSpc>
                        <a:spcBef>
                          <a:spcPts val="85"/>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37185">
                        <a:lnSpc>
                          <a:spcPct val="100000"/>
                        </a:lnSpc>
                        <a:spcBef>
                          <a:spcPts val="85"/>
                        </a:spcBef>
                      </a:pPr>
                      <a:r>
                        <a:rPr sz="2200" dirty="0">
                          <a:solidFill>
                            <a:srgbClr val="C00000"/>
                          </a:solidFill>
                          <a:latin typeface="Franklin Gothic Medium"/>
                          <a:cs typeface="Franklin Gothic Medium"/>
                        </a:rPr>
                        <a:t>B</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5"/>
                        </a:spcBef>
                      </a:pPr>
                      <a:r>
                        <a:rPr sz="2200" spc="-5" dirty="0">
                          <a:solidFill>
                            <a:srgbClr val="C00000"/>
                          </a:solidFill>
                          <a:latin typeface="Franklin Gothic Medium"/>
                          <a:cs typeface="Franklin Gothic Medium"/>
                        </a:rPr>
                        <a:t>A</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&amp;&amp;</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0934">
                <a:tc>
                  <a:txBody>
                    <a:bodyPr/>
                    <a:lstStyle/>
                    <a:p>
                      <a:pPr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0360">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0933">
                <a:tc>
                  <a:txBody>
                    <a:bodyPr/>
                    <a:lstStyle/>
                    <a:p>
                      <a:pPr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0360">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0934">
                <a:tc>
                  <a:txBody>
                    <a:bodyPr/>
                    <a:lstStyle/>
                    <a:p>
                      <a:pPr algn="ctr">
                        <a:lnSpc>
                          <a:spcPct val="100000"/>
                        </a:lnSpc>
                        <a:spcBef>
                          <a:spcPts val="90"/>
                        </a:spcBef>
                      </a:pPr>
                      <a:r>
                        <a:rPr sz="2200" dirty="0">
                          <a:latin typeface="Franklin Gothic Medium"/>
                          <a:cs typeface="Franklin Gothic Medium"/>
                        </a:rPr>
                        <a:t>1</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0360">
                        <a:lnSpc>
                          <a:spcPct val="100000"/>
                        </a:lnSpc>
                        <a:spcBef>
                          <a:spcPts val="90"/>
                        </a:spcBef>
                      </a:pPr>
                      <a:r>
                        <a:rPr sz="2200" dirty="0">
                          <a:latin typeface="Franklin Gothic Medium"/>
                          <a:cs typeface="Franklin Gothic Medium"/>
                        </a:rPr>
                        <a:t>0</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0"/>
                        </a:spcBef>
                      </a:pPr>
                      <a:r>
                        <a:rPr sz="2200" dirty="0">
                          <a:latin typeface="Franklin Gothic Medium"/>
                          <a:cs typeface="Franklin Gothic Medium"/>
                        </a:rPr>
                        <a:t>0</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0946">
                <a:tc>
                  <a:txBody>
                    <a:bodyPr/>
                    <a:lstStyle/>
                    <a:p>
                      <a:pPr marL="635" algn="ctr">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0360">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1087373"/>
            <a:ext cx="8235315" cy="359156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&amp;&amp;</a:t>
            </a:r>
            <a:endParaRPr sz="2200">
              <a:latin typeface="Franklin Gothic Medium"/>
              <a:cs typeface="Franklin Gothic Medium"/>
            </a:endParaRPr>
          </a:p>
          <a:p>
            <a:pPr>
              <a:lnSpc>
                <a:spcPct val="100000"/>
              </a:lnSpc>
            </a:pPr>
            <a:endParaRPr sz="2500">
              <a:latin typeface="Franklin Gothic Medium"/>
              <a:cs typeface="Franklin Gothic Medium"/>
            </a:endParaRPr>
          </a:p>
          <a:p>
            <a:pPr marL="12700">
              <a:lnSpc>
                <a:spcPct val="100000"/>
              </a:lnSpc>
              <a:spcBef>
                <a:spcPts val="1750"/>
              </a:spcBef>
            </a:pPr>
            <a:r>
              <a:rPr sz="2200" dirty="0">
                <a:solidFill>
                  <a:srgbClr val="C00000"/>
                </a:solidFill>
                <a:latin typeface="Franklin Gothic Medium"/>
                <a:cs typeface="Franklin Gothic Medium"/>
              </a:rPr>
              <a:t>Example</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78</a:t>
            </a:r>
            <a:r>
              <a:rPr sz="2200" spc="-20" dirty="0">
                <a:latin typeface="Franklin Gothic Medium"/>
                <a:cs typeface="Franklin Gothic Medium"/>
              </a:rPr>
              <a:t> </a:t>
            </a:r>
            <a:r>
              <a:rPr sz="2200" spc="-5" dirty="0">
                <a:latin typeface="Franklin Gothic Medium"/>
                <a:cs typeface="Franklin Gothic Medium"/>
              </a:rPr>
              <a:t>&gt;</a:t>
            </a:r>
            <a:r>
              <a:rPr sz="2200" spc="-15"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spc="-5" dirty="0">
                <a:latin typeface="Franklin Gothic Medium"/>
                <a:cs typeface="Franklin Gothic Medium"/>
              </a:rPr>
              <a:t>&amp;&amp;</a:t>
            </a:r>
            <a:r>
              <a:rPr sz="2200" spc="-20" dirty="0">
                <a:latin typeface="Franklin Gothic Medium"/>
                <a:cs typeface="Franklin Gothic Medium"/>
              </a:rPr>
              <a:t> </a:t>
            </a:r>
            <a:r>
              <a:rPr sz="2200" spc="-5" dirty="0">
                <a:latin typeface="Franklin Gothic Medium"/>
                <a:cs typeface="Franklin Gothic Medium"/>
              </a:rPr>
              <a:t>4</a:t>
            </a:r>
            <a:r>
              <a:rPr sz="2200" spc="-15" dirty="0">
                <a:latin typeface="Franklin Gothic Medium"/>
                <a:cs typeface="Franklin Gothic Medium"/>
              </a:rPr>
              <a:t> </a:t>
            </a:r>
            <a:r>
              <a:rPr sz="2200" spc="-10" dirty="0">
                <a:latin typeface="Franklin Gothic Medium"/>
                <a:cs typeface="Franklin Gothic Medium"/>
              </a:rPr>
              <a:t>&lt;=3;</a:t>
            </a:r>
            <a:endParaRPr sz="2200">
              <a:latin typeface="Franklin Gothic Medium"/>
              <a:cs typeface="Franklin Gothic Medium"/>
            </a:endParaRPr>
          </a:p>
          <a:p>
            <a:pPr marL="12700">
              <a:lnSpc>
                <a:spcPct val="100000"/>
              </a:lnSpc>
              <a:spcBef>
                <a:spcPts val="400"/>
              </a:spcBef>
              <a:tabLst>
                <a:tab pos="2795270" algn="l"/>
              </a:tabLst>
            </a:pPr>
            <a:r>
              <a:rPr sz="2200" spc="-5" dirty="0">
                <a:latin typeface="Franklin Gothic Medium"/>
                <a:cs typeface="Franklin Gothic Medium"/>
              </a:rPr>
              <a:t>=</a:t>
            </a:r>
            <a:r>
              <a:rPr sz="2200" dirty="0">
                <a:latin typeface="Franklin Gothic Medium"/>
                <a:cs typeface="Franklin Gothic Medium"/>
              </a:rPr>
              <a:t> </a:t>
            </a:r>
            <a:r>
              <a:rPr sz="2200" spc="-10" dirty="0">
                <a:latin typeface="Franklin Gothic Medium"/>
                <a:cs typeface="Franklin Gothic Medium"/>
              </a:rPr>
              <a:t>(78&gt;3)</a:t>
            </a:r>
            <a:r>
              <a:rPr sz="2200" spc="20" dirty="0">
                <a:latin typeface="Franklin Gothic Medium"/>
                <a:cs typeface="Franklin Gothic Medium"/>
              </a:rPr>
              <a:t> </a:t>
            </a:r>
            <a:r>
              <a:rPr sz="2200" spc="-5" dirty="0">
                <a:latin typeface="Franklin Gothic Medium"/>
                <a:cs typeface="Franklin Gothic Medium"/>
              </a:rPr>
              <a:t>&amp;&amp;</a:t>
            </a:r>
            <a:r>
              <a:rPr sz="2200" spc="10" dirty="0">
                <a:latin typeface="Franklin Gothic Medium"/>
                <a:cs typeface="Franklin Gothic Medium"/>
              </a:rPr>
              <a:t> </a:t>
            </a:r>
            <a:r>
              <a:rPr sz="2200" spc="-10" dirty="0">
                <a:latin typeface="Franklin Gothic Medium"/>
                <a:cs typeface="Franklin Gothic Medium"/>
              </a:rPr>
              <a:t>(4&lt;=3)</a:t>
            </a:r>
            <a:r>
              <a:rPr sz="2200" spc="20" dirty="0">
                <a:latin typeface="Franklin Gothic Medium"/>
                <a:cs typeface="Franklin Gothic Medium"/>
              </a:rPr>
              <a:t> </a:t>
            </a:r>
            <a:r>
              <a:rPr sz="2200" spc="-5" dirty="0">
                <a:latin typeface="Franklin Gothic Medium"/>
                <a:cs typeface="Franklin Gothic Medium"/>
              </a:rPr>
              <a:t>=	1</a:t>
            </a:r>
            <a:r>
              <a:rPr sz="2200" spc="-25" dirty="0">
                <a:latin typeface="Franklin Gothic Medium"/>
                <a:cs typeface="Franklin Gothic Medium"/>
              </a:rPr>
              <a:t> </a:t>
            </a:r>
            <a:r>
              <a:rPr sz="2200" spc="-5" dirty="0">
                <a:latin typeface="Franklin Gothic Medium"/>
                <a:cs typeface="Franklin Gothic Medium"/>
              </a:rPr>
              <a:t>&amp;&amp; 0</a:t>
            </a:r>
            <a:r>
              <a:rPr sz="2200" spc="-20" dirty="0">
                <a:latin typeface="Franklin Gothic Medium"/>
                <a:cs typeface="Franklin Gothic Medium"/>
              </a:rPr>
              <a:t> </a:t>
            </a:r>
            <a:r>
              <a:rPr sz="2200" spc="-5" dirty="0">
                <a:latin typeface="Franklin Gothic Medium"/>
                <a:cs typeface="Franklin Gothic Medium"/>
              </a:rPr>
              <a:t>= 0</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5"/>
              </a:spcBef>
            </a:pPr>
            <a:endParaRPr sz="2850">
              <a:latin typeface="Franklin Gothic Medium"/>
              <a:cs typeface="Franklin Gothic Medium"/>
            </a:endParaRPr>
          </a:p>
          <a:p>
            <a:pPr marL="12700" marR="5080">
              <a:lnSpc>
                <a:spcPct val="114999"/>
              </a:lnSpc>
            </a:pPr>
            <a:r>
              <a:rPr sz="2200" spc="-15" dirty="0">
                <a:solidFill>
                  <a:srgbClr val="C00000"/>
                </a:solidFill>
                <a:latin typeface="Franklin Gothic Medium"/>
                <a:cs typeface="Franklin Gothic Medium"/>
              </a:rPr>
              <a:t>Write</a:t>
            </a:r>
            <a:r>
              <a:rPr sz="2200" spc="-4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a:t>
            </a:r>
            <a:r>
              <a:rPr sz="220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C</a:t>
            </a:r>
            <a:r>
              <a:rPr sz="220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expression</a:t>
            </a:r>
            <a:r>
              <a:rPr sz="2200" spc="-35" dirty="0">
                <a:solidFill>
                  <a:srgbClr val="C00000"/>
                </a:solidFill>
                <a:latin typeface="Franklin Gothic Medium"/>
                <a:cs typeface="Franklin Gothic Medium"/>
              </a:rPr>
              <a:t> </a:t>
            </a:r>
            <a:r>
              <a:rPr sz="2200" spc="-15" dirty="0">
                <a:solidFill>
                  <a:srgbClr val="C00000"/>
                </a:solidFill>
                <a:latin typeface="Franklin Gothic Medium"/>
                <a:cs typeface="Franklin Gothic Medium"/>
              </a:rPr>
              <a:t>to</a:t>
            </a:r>
            <a:r>
              <a:rPr sz="2200" spc="-1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check</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whether</a:t>
            </a:r>
            <a:r>
              <a:rPr sz="2200" spc="-4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marks</a:t>
            </a:r>
            <a:r>
              <a:rPr sz="2200" spc="-3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is</a:t>
            </a:r>
            <a:r>
              <a:rPr sz="2200" spc="-1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between</a:t>
            </a:r>
            <a:r>
              <a:rPr sz="2200" spc="-4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75</a:t>
            </a:r>
            <a:r>
              <a:rPr sz="2200" spc="-2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and</a:t>
            </a:r>
            <a:r>
              <a:rPr sz="2200" spc="-20" dirty="0">
                <a:solidFill>
                  <a:srgbClr val="C00000"/>
                </a:solidFill>
                <a:latin typeface="Franklin Gothic Medium"/>
                <a:cs typeface="Franklin Gothic Medium"/>
              </a:rPr>
              <a:t> </a:t>
            </a:r>
            <a:r>
              <a:rPr sz="2200" spc="-10" dirty="0">
                <a:solidFill>
                  <a:srgbClr val="C00000"/>
                </a:solidFill>
                <a:latin typeface="Franklin Gothic Medium"/>
                <a:cs typeface="Franklin Gothic Medium"/>
              </a:rPr>
              <a:t>100 </a:t>
            </a:r>
            <a:r>
              <a:rPr sz="2200" spc="-535" dirty="0">
                <a:solidFill>
                  <a:srgbClr val="C00000"/>
                </a:solidFill>
                <a:latin typeface="Franklin Gothic Medium"/>
                <a:cs typeface="Franklin Gothic Medium"/>
              </a:rPr>
              <a:t> </a:t>
            </a:r>
            <a:r>
              <a:rPr sz="2200" spc="-10" dirty="0">
                <a:latin typeface="Franklin Gothic Medium"/>
                <a:cs typeface="Franklin Gothic Medium"/>
              </a:rPr>
              <a:t>marks</a:t>
            </a:r>
            <a:r>
              <a:rPr sz="2200" spc="-5" dirty="0">
                <a:latin typeface="Franklin Gothic Medium"/>
                <a:cs typeface="Franklin Gothic Medium"/>
              </a:rPr>
              <a:t> &gt;= 75</a:t>
            </a:r>
            <a:r>
              <a:rPr sz="2200" dirty="0">
                <a:latin typeface="Franklin Gothic Medium"/>
                <a:cs typeface="Franklin Gothic Medium"/>
              </a:rPr>
              <a:t> </a:t>
            </a:r>
            <a:r>
              <a:rPr sz="2200" spc="-5" dirty="0">
                <a:latin typeface="Franklin Gothic Medium"/>
                <a:cs typeface="Franklin Gothic Medium"/>
              </a:rPr>
              <a:t>&amp;&amp; </a:t>
            </a:r>
            <a:r>
              <a:rPr sz="2200" spc="-15" dirty="0">
                <a:latin typeface="Franklin Gothic Medium"/>
                <a:cs typeface="Franklin Gothic Medium"/>
              </a:rPr>
              <a:t>marks&lt;=100;</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1087373"/>
            <a:ext cx="6666865" cy="282067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OR</a:t>
            </a:r>
            <a:r>
              <a:rPr sz="2200" spc="-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a:lnSpc>
                <a:spcPct val="100000"/>
              </a:lnSpc>
            </a:pPr>
            <a:endParaRPr sz="2500">
              <a:latin typeface="Franklin Gothic Medium"/>
              <a:cs typeface="Franklin Gothic Medium"/>
            </a:endParaRPr>
          </a:p>
          <a:p>
            <a:pPr marL="355600" indent="-342900">
              <a:lnSpc>
                <a:spcPct val="100000"/>
              </a:lnSpc>
              <a:spcBef>
                <a:spcPts val="1750"/>
              </a:spcBef>
              <a:buFont typeface="Arial MT"/>
              <a:buChar char="•"/>
              <a:tabLst>
                <a:tab pos="354965" algn="l"/>
                <a:tab pos="355600" algn="l"/>
              </a:tabLst>
            </a:pPr>
            <a:r>
              <a:rPr sz="2200" spc="-20" dirty="0">
                <a:latin typeface="Franklin Gothic Medium"/>
                <a:cs typeface="Franklin Gothic Medium"/>
              </a:rPr>
              <a:t>Works</a:t>
            </a:r>
            <a:r>
              <a:rPr sz="2200" spc="-15" dirty="0">
                <a:latin typeface="Franklin Gothic Medium"/>
                <a:cs typeface="Franklin Gothic Medium"/>
              </a:rPr>
              <a:t> </a:t>
            </a:r>
            <a:r>
              <a:rPr sz="2200" spc="-5" dirty="0">
                <a:latin typeface="Franklin Gothic Medium"/>
                <a:cs typeface="Franklin Gothic Medium"/>
              </a:rPr>
              <a:t>on</a:t>
            </a:r>
            <a:r>
              <a:rPr sz="2200" spc="-15" dirty="0">
                <a:latin typeface="Franklin Gothic Medium"/>
                <a:cs typeface="Franklin Gothic Medium"/>
              </a:rPr>
              <a:t> </a:t>
            </a:r>
            <a:r>
              <a:rPr sz="2200" spc="-5" dirty="0">
                <a:latin typeface="Franklin Gothic Medium"/>
                <a:cs typeface="Franklin Gothic Medium"/>
              </a:rPr>
              <a:t>2</a:t>
            </a:r>
            <a:r>
              <a:rPr sz="2200" spc="-15" dirty="0">
                <a:latin typeface="Franklin Gothic Medium"/>
                <a:cs typeface="Franklin Gothic Medium"/>
              </a:rPr>
              <a:t> </a:t>
            </a:r>
            <a:r>
              <a:rPr sz="2200" spc="-10" dirty="0">
                <a:latin typeface="Franklin Gothic Medium"/>
                <a:cs typeface="Franklin Gothic Medium"/>
              </a:rPr>
              <a:t>operands.</a:t>
            </a:r>
            <a:endParaRPr sz="2200">
              <a:latin typeface="Franklin Gothic Medium"/>
              <a:cs typeface="Franklin Gothic Medium"/>
            </a:endParaRPr>
          </a:p>
          <a:p>
            <a:pPr marL="355600" indent="-342900">
              <a:lnSpc>
                <a:spcPct val="100000"/>
              </a:lnSpc>
              <a:spcBef>
                <a:spcPts val="395"/>
              </a:spcBef>
              <a:buFont typeface="Arial MT"/>
              <a:buChar char="•"/>
              <a:tabLst>
                <a:tab pos="354965" algn="l"/>
                <a:tab pos="355600" algn="l"/>
              </a:tabLst>
            </a:pPr>
            <a:r>
              <a:rPr sz="2200" spc="-10" dirty="0">
                <a:latin typeface="Franklin Gothic Medium"/>
                <a:cs typeface="Franklin Gothic Medium"/>
              </a:rPr>
              <a:t>Result</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false</a:t>
            </a:r>
            <a:r>
              <a:rPr sz="2200" dirty="0">
                <a:latin typeface="Franklin Gothic Medium"/>
                <a:cs typeface="Franklin Gothic Medium"/>
              </a:rPr>
              <a:t> </a:t>
            </a:r>
            <a:r>
              <a:rPr sz="2200" spc="-5" dirty="0">
                <a:latin typeface="Franklin Gothic Medium"/>
                <a:cs typeface="Franklin Gothic Medium"/>
              </a:rPr>
              <a:t>if</a:t>
            </a:r>
            <a:r>
              <a:rPr sz="2200" dirty="0">
                <a:latin typeface="Franklin Gothic Medium"/>
                <a:cs typeface="Franklin Gothic Medium"/>
              </a:rPr>
              <a:t> </a:t>
            </a:r>
            <a:r>
              <a:rPr sz="2200" spc="-10" dirty="0">
                <a:latin typeface="Franklin Gothic Medium"/>
                <a:cs typeface="Franklin Gothic Medium"/>
              </a:rPr>
              <a:t>values</a:t>
            </a:r>
            <a:r>
              <a:rPr sz="2200" spc="5" dirty="0">
                <a:latin typeface="Franklin Gothic Medium"/>
                <a:cs typeface="Franklin Gothic Medium"/>
              </a:rPr>
              <a:t> </a:t>
            </a:r>
            <a:r>
              <a:rPr sz="2200" spc="-5" dirty="0">
                <a:latin typeface="Franklin Gothic Medium"/>
                <a:cs typeface="Franklin Gothic Medium"/>
              </a:rPr>
              <a:t>of both expressions</a:t>
            </a:r>
            <a:r>
              <a:rPr sz="2200" spc="5" dirty="0">
                <a:latin typeface="Franklin Gothic Medium"/>
                <a:cs typeface="Franklin Gothic Medium"/>
              </a:rPr>
              <a:t> </a:t>
            </a:r>
            <a:r>
              <a:rPr sz="2200" spc="-5" dirty="0">
                <a:latin typeface="Franklin Gothic Medium"/>
                <a:cs typeface="Franklin Gothic Medium"/>
              </a:rPr>
              <a:t>are</a:t>
            </a:r>
            <a:r>
              <a:rPr sz="2200" spc="-15" dirty="0">
                <a:latin typeface="Franklin Gothic Medium"/>
                <a:cs typeface="Franklin Gothic Medium"/>
              </a:rPr>
              <a:t> </a:t>
            </a:r>
            <a:r>
              <a:rPr sz="2200" spc="-5" dirty="0">
                <a:latin typeface="Franklin Gothic Medium"/>
                <a:cs typeface="Franklin Gothic Medium"/>
              </a:rPr>
              <a:t>false.</a:t>
            </a:r>
            <a:endParaRPr sz="2200">
              <a:latin typeface="Franklin Gothic Medium"/>
              <a:cs typeface="Franklin Gothic Medium"/>
            </a:endParaRPr>
          </a:p>
          <a:p>
            <a:pPr marL="355600" indent="-342900">
              <a:lnSpc>
                <a:spcPct val="100000"/>
              </a:lnSpc>
              <a:spcBef>
                <a:spcPts val="400"/>
              </a:spcBef>
              <a:buFont typeface="Arial MT"/>
              <a:buChar char="•"/>
              <a:tabLst>
                <a:tab pos="354965" algn="l"/>
                <a:tab pos="355600" algn="l"/>
              </a:tabLst>
            </a:pPr>
            <a:r>
              <a:rPr sz="2200" spc="-10" dirty="0">
                <a:latin typeface="Franklin Gothic Medium"/>
                <a:cs typeface="Franklin Gothic Medium"/>
              </a:rPr>
              <a:t>Result</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true,</a:t>
            </a:r>
            <a:r>
              <a:rPr sz="2200" spc="-10" dirty="0">
                <a:latin typeface="Franklin Gothic Medium"/>
                <a:cs typeface="Franklin Gothic Medium"/>
              </a:rPr>
              <a:t> </a:t>
            </a:r>
            <a:r>
              <a:rPr sz="2200" spc="-5" dirty="0">
                <a:latin typeface="Franklin Gothic Medium"/>
                <a:cs typeface="Franklin Gothic Medium"/>
              </a:rPr>
              <a:t>if</a:t>
            </a:r>
            <a:r>
              <a:rPr sz="2200" spc="5" dirty="0">
                <a:latin typeface="Franklin Gothic Medium"/>
                <a:cs typeface="Franklin Gothic Medium"/>
              </a:rPr>
              <a:t> </a:t>
            </a:r>
            <a:r>
              <a:rPr sz="2200" spc="-20" dirty="0">
                <a:latin typeface="Franklin Gothic Medium"/>
                <a:cs typeface="Franklin Gothic Medium"/>
              </a:rPr>
              <a:t>any</a:t>
            </a:r>
            <a:r>
              <a:rPr sz="2200" spc="-5" dirty="0">
                <a:latin typeface="Franklin Gothic Medium"/>
                <a:cs typeface="Franklin Gothic Medium"/>
              </a:rPr>
              <a:t> one</a:t>
            </a:r>
            <a:r>
              <a:rPr sz="2200" spc="-10" dirty="0">
                <a:latin typeface="Franklin Gothic Medium"/>
                <a:cs typeface="Franklin Gothic Medium"/>
              </a:rPr>
              <a:t> </a:t>
            </a:r>
            <a:r>
              <a:rPr sz="2200" spc="-5" dirty="0">
                <a:latin typeface="Franklin Gothic Medium"/>
                <a:cs typeface="Franklin Gothic Medium"/>
              </a:rPr>
              <a:t>expression</a:t>
            </a:r>
            <a:r>
              <a:rPr sz="2200"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true.</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pPr>
            <a:r>
              <a:rPr sz="2200" spc="-20" dirty="0">
                <a:solidFill>
                  <a:srgbClr val="C00000"/>
                </a:solidFill>
                <a:latin typeface="Franklin Gothic Medium"/>
                <a:cs typeface="Franklin Gothic Medium"/>
              </a:rPr>
              <a:t>Truth</a:t>
            </a:r>
            <a:r>
              <a:rPr sz="2200" spc="-7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table</a:t>
            </a:r>
            <a:endParaRPr sz="220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graphicFrame>
        <p:nvGraphicFramePr>
          <p:cNvPr id="4" name="object 4"/>
          <p:cNvGraphicFramePr>
            <a:graphicFrameLocks noGrp="1"/>
          </p:cNvGraphicFramePr>
          <p:nvPr/>
        </p:nvGraphicFramePr>
        <p:xfrm>
          <a:off x="669442" y="4092066"/>
          <a:ext cx="3061335" cy="1804706"/>
        </p:xfrm>
        <a:graphic>
          <a:graphicData uri="http://schemas.openxmlformats.org/drawingml/2006/table">
            <a:tbl>
              <a:tblPr firstRow="1" bandRow="1">
                <a:tableStyleId>{2D5ABB26-0587-4C30-8999-92F81FD0307C}</a:tableStyleId>
              </a:tblPr>
              <a:tblGrid>
                <a:gridCol w="949960">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1266825">
                  <a:extLst>
                    <a:ext uri="{9D8B030D-6E8A-4147-A177-3AD203B41FA5}">
                      <a16:colId xmlns:a16="http://schemas.microsoft.com/office/drawing/2014/main" val="20002"/>
                    </a:ext>
                  </a:extLst>
                </a:gridCol>
              </a:tblGrid>
              <a:tr h="360933">
                <a:tc>
                  <a:txBody>
                    <a:bodyPr/>
                    <a:lstStyle/>
                    <a:p>
                      <a:pPr algn="ctr">
                        <a:lnSpc>
                          <a:spcPct val="100000"/>
                        </a:lnSpc>
                        <a:spcBef>
                          <a:spcPts val="85"/>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5"/>
                        </a:spcBef>
                      </a:pPr>
                      <a:r>
                        <a:rPr sz="2200" dirty="0">
                          <a:solidFill>
                            <a:srgbClr val="C00000"/>
                          </a:solidFill>
                          <a:latin typeface="Franklin Gothic Medium"/>
                          <a:cs typeface="Franklin Gothic Medium"/>
                        </a:rPr>
                        <a:t>B</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5"/>
                        </a:spcBef>
                      </a:pPr>
                      <a:r>
                        <a:rPr sz="2200" spc="-5" dirty="0">
                          <a:solidFill>
                            <a:srgbClr val="C00000"/>
                          </a:solidFill>
                          <a:latin typeface="Franklin Gothic Medium"/>
                          <a:cs typeface="Franklin Gothic Medium"/>
                        </a:rPr>
                        <a:t>A</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5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0934">
                <a:tc>
                  <a:txBody>
                    <a:bodyPr/>
                    <a:lstStyle/>
                    <a:p>
                      <a:pPr algn="ctr">
                        <a:lnSpc>
                          <a:spcPct val="100000"/>
                        </a:lnSpc>
                        <a:spcBef>
                          <a:spcPts val="90"/>
                        </a:spcBef>
                      </a:pPr>
                      <a:r>
                        <a:rPr sz="2200" dirty="0">
                          <a:latin typeface="Franklin Gothic Medium"/>
                          <a:cs typeface="Franklin Gothic Medium"/>
                        </a:rPr>
                        <a:t>0</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0"/>
                        </a:spcBef>
                      </a:pPr>
                      <a:r>
                        <a:rPr sz="2200" dirty="0">
                          <a:latin typeface="Franklin Gothic Medium"/>
                          <a:cs typeface="Franklin Gothic Medium"/>
                        </a:rPr>
                        <a:t>0</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0"/>
                        </a:spcBef>
                      </a:pPr>
                      <a:r>
                        <a:rPr sz="2200" dirty="0">
                          <a:latin typeface="Franklin Gothic Medium"/>
                          <a:cs typeface="Franklin Gothic Medium"/>
                        </a:rPr>
                        <a:t>0</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0933">
                <a:tc>
                  <a:txBody>
                    <a:bodyPr/>
                    <a:lstStyle/>
                    <a:p>
                      <a:pPr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0934">
                <a:tc>
                  <a:txBody>
                    <a:bodyPr/>
                    <a:lstStyle/>
                    <a:p>
                      <a:pPr algn="ctr">
                        <a:lnSpc>
                          <a:spcPct val="100000"/>
                        </a:lnSpc>
                        <a:spcBef>
                          <a:spcPts val="85"/>
                        </a:spcBef>
                      </a:pPr>
                      <a:r>
                        <a:rPr sz="2200" dirty="0">
                          <a:latin typeface="Franklin Gothic Medium"/>
                          <a:cs typeface="Franklin Gothic Medium"/>
                        </a:rPr>
                        <a:t>1</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85"/>
                        </a:spcBef>
                      </a:pPr>
                      <a:r>
                        <a:rPr sz="2200" dirty="0">
                          <a:latin typeface="Franklin Gothic Medium"/>
                          <a:cs typeface="Franklin Gothic Medium"/>
                        </a:rPr>
                        <a:t>0</a:t>
                      </a:r>
                      <a:endParaRPr sz="2200">
                        <a:latin typeface="Franklin Gothic Medium"/>
                        <a:cs typeface="Franklin Gothic Medium"/>
                      </a:endParaRPr>
                    </a:p>
                  </a:txBody>
                  <a:tcPr marL="0" marR="0" marT="107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0972">
                <a:tc>
                  <a:txBody>
                    <a:bodyPr/>
                    <a:lstStyle/>
                    <a:p>
                      <a:pPr algn="ctr">
                        <a:lnSpc>
                          <a:spcPct val="100000"/>
                        </a:lnSpc>
                        <a:spcBef>
                          <a:spcPts val="90"/>
                        </a:spcBef>
                      </a:pPr>
                      <a:r>
                        <a:rPr sz="2200" dirty="0">
                          <a:latin typeface="Franklin Gothic Medium"/>
                          <a:cs typeface="Franklin Gothic Medium"/>
                        </a:rPr>
                        <a:t>1</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0"/>
                        </a:spcBef>
                      </a:pPr>
                      <a:r>
                        <a:rPr sz="2200" dirty="0">
                          <a:latin typeface="Franklin Gothic Medium"/>
                          <a:cs typeface="Franklin Gothic Medium"/>
                        </a:rPr>
                        <a:t>1</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90"/>
                        </a:spcBef>
                      </a:pPr>
                      <a:r>
                        <a:rPr sz="2200" dirty="0">
                          <a:latin typeface="Franklin Gothic Medium"/>
                          <a:cs typeface="Franklin Gothic Medium"/>
                        </a:rPr>
                        <a:t>1</a:t>
                      </a:r>
                      <a:endParaRPr sz="2200">
                        <a:latin typeface="Franklin Gothic Medium"/>
                        <a:cs typeface="Franklin Gothic Medium"/>
                      </a:endParaRPr>
                    </a:p>
                  </a:txBody>
                  <a:tcPr marL="0" marR="0" marT="114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7814" y="1087373"/>
            <a:ext cx="3902075" cy="2049145"/>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Logical</a:t>
            </a:r>
            <a:r>
              <a:rPr sz="2200" spc="-6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OR</a:t>
            </a:r>
            <a:r>
              <a:rPr sz="2200" spc="-4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dirty="0">
              <a:latin typeface="Franklin Gothic Medium"/>
              <a:cs typeface="Franklin Gothic Medium"/>
            </a:endParaRPr>
          </a:p>
          <a:p>
            <a:pPr>
              <a:lnSpc>
                <a:spcPct val="100000"/>
              </a:lnSpc>
            </a:pPr>
            <a:endParaRPr sz="2500" dirty="0">
              <a:latin typeface="Franklin Gothic Medium"/>
              <a:cs typeface="Franklin Gothic Medium"/>
            </a:endParaRPr>
          </a:p>
          <a:p>
            <a:pPr marL="12700">
              <a:lnSpc>
                <a:spcPct val="100000"/>
              </a:lnSpc>
              <a:spcBef>
                <a:spcPts val="1750"/>
              </a:spcBef>
            </a:pPr>
            <a:r>
              <a:rPr sz="2200" dirty="0">
                <a:solidFill>
                  <a:srgbClr val="C00000"/>
                </a:solidFill>
                <a:latin typeface="Franklin Gothic Medium"/>
                <a:cs typeface="Franklin Gothic Medium"/>
              </a:rPr>
              <a:t>Example</a:t>
            </a:r>
            <a:endParaRPr sz="2200" dirty="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78</a:t>
            </a:r>
            <a:r>
              <a:rPr sz="2200" spc="-20" dirty="0">
                <a:latin typeface="Franklin Gothic Medium"/>
                <a:cs typeface="Franklin Gothic Medium"/>
              </a:rPr>
              <a:t> </a:t>
            </a:r>
            <a:r>
              <a:rPr sz="2200" spc="-5" dirty="0">
                <a:latin typeface="Franklin Gothic Medium"/>
                <a:cs typeface="Franklin Gothic Medium"/>
              </a:rPr>
              <a:t>&gt;</a:t>
            </a:r>
            <a:r>
              <a:rPr sz="2200" spc="-10"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4</a:t>
            </a:r>
            <a:r>
              <a:rPr sz="2200" spc="-15" dirty="0">
                <a:latin typeface="Franklin Gothic Medium"/>
                <a:cs typeface="Franklin Gothic Medium"/>
              </a:rPr>
              <a:t> </a:t>
            </a:r>
            <a:r>
              <a:rPr sz="2200" spc="-10" dirty="0">
                <a:latin typeface="Franklin Gothic Medium"/>
                <a:cs typeface="Franklin Gothic Medium"/>
              </a:rPr>
              <a:t>&lt;=3;</a:t>
            </a:r>
            <a:endParaRPr sz="2200" dirty="0">
              <a:latin typeface="Franklin Gothic Medium"/>
              <a:cs typeface="Franklin Gothic Medium"/>
            </a:endParaRPr>
          </a:p>
          <a:p>
            <a:pPr marL="12700">
              <a:lnSpc>
                <a:spcPct val="100000"/>
              </a:lnSpc>
              <a:spcBef>
                <a:spcPts val="400"/>
              </a:spcBef>
              <a:tabLst>
                <a:tab pos="2673985" algn="l"/>
              </a:tabLst>
            </a:pPr>
            <a:r>
              <a:rPr sz="2200" spc="-5" dirty="0">
                <a:latin typeface="Franklin Gothic Medium"/>
                <a:cs typeface="Franklin Gothic Medium"/>
              </a:rPr>
              <a:t>=</a:t>
            </a:r>
            <a:r>
              <a:rPr sz="2200" dirty="0">
                <a:latin typeface="Franklin Gothic Medium"/>
                <a:cs typeface="Franklin Gothic Medium"/>
              </a:rPr>
              <a:t> </a:t>
            </a:r>
            <a:r>
              <a:rPr sz="2200" spc="-10" dirty="0">
                <a:latin typeface="Franklin Gothic Medium"/>
                <a:cs typeface="Franklin Gothic Medium"/>
              </a:rPr>
              <a:t>(78&gt;3)</a:t>
            </a:r>
            <a:r>
              <a:rPr sz="2200" spc="2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(4&lt;=3)</a:t>
            </a:r>
            <a:r>
              <a:rPr sz="2200" spc="20" dirty="0">
                <a:latin typeface="Franklin Gothic Medium"/>
                <a:cs typeface="Franklin Gothic Medium"/>
              </a:rPr>
              <a:t> </a:t>
            </a:r>
            <a:r>
              <a:rPr sz="2200" spc="-5" dirty="0">
                <a:latin typeface="Franklin Gothic Medium"/>
                <a:cs typeface="Franklin Gothic Medium"/>
              </a:rPr>
              <a:t>=	1</a:t>
            </a:r>
            <a:r>
              <a:rPr sz="2200" spc="-30" dirty="0">
                <a:latin typeface="Franklin Gothic Medium"/>
                <a:cs typeface="Franklin Gothic Medium"/>
              </a:rPr>
              <a:t> </a:t>
            </a:r>
            <a:r>
              <a:rPr sz="2200" dirty="0">
                <a:latin typeface="Franklin Gothic Medium"/>
                <a:cs typeface="Franklin Gothic Medium"/>
              </a:rPr>
              <a:t>||</a:t>
            </a:r>
            <a:r>
              <a:rPr sz="2200" spc="-25" dirty="0">
                <a:latin typeface="Franklin Gothic Medium"/>
                <a:cs typeface="Franklin Gothic Medium"/>
              </a:rPr>
              <a:t> </a:t>
            </a:r>
            <a:r>
              <a:rPr sz="2200" spc="-5" dirty="0">
                <a:latin typeface="Franklin Gothic Medium"/>
                <a:cs typeface="Franklin Gothic Medium"/>
              </a:rPr>
              <a:t>0</a:t>
            </a:r>
            <a:r>
              <a:rPr sz="2200" spc="-25" dirty="0">
                <a:latin typeface="Franklin Gothic Medium"/>
                <a:cs typeface="Franklin Gothic Medium"/>
              </a:rPr>
              <a:t> </a:t>
            </a:r>
            <a:r>
              <a:rPr sz="2200" spc="-5" dirty="0">
                <a:latin typeface="Franklin Gothic Medium"/>
                <a:cs typeface="Franklin Gothic Medium"/>
              </a:rPr>
              <a:t>= 1</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8520" y="839495"/>
            <a:ext cx="4124325" cy="3242945"/>
          </a:xfrm>
          <a:prstGeom prst="rect">
            <a:avLst/>
          </a:prstGeom>
        </p:spPr>
        <p:txBody>
          <a:bodyPr vert="horz" wrap="square" lIns="0" tIns="12700" rIns="0" bIns="0" rtlCol="0">
            <a:spAutoFit/>
          </a:bodyPr>
          <a:lstStyle/>
          <a:p>
            <a:pPr marL="12700" marR="5080">
              <a:lnSpc>
                <a:spcPct val="150000"/>
              </a:lnSpc>
              <a:spcBef>
                <a:spcPts val="100"/>
              </a:spcBef>
            </a:pPr>
            <a:r>
              <a:rPr sz="2200" spc="-10" dirty="0">
                <a:solidFill>
                  <a:srgbClr val="000099"/>
                </a:solidFill>
                <a:latin typeface="Franklin Gothic Medium"/>
                <a:cs typeface="Franklin Gothic Medium"/>
              </a:rPr>
              <a:t>Evaluate</a:t>
            </a:r>
            <a:r>
              <a:rPr sz="2200" spc="-5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the</a:t>
            </a:r>
            <a:r>
              <a:rPr sz="2200" spc="-4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following</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expressions </a:t>
            </a:r>
            <a:r>
              <a:rPr sz="2200" spc="-535" dirty="0">
                <a:solidFill>
                  <a:srgbClr val="000099"/>
                </a:solidFill>
                <a:latin typeface="Franklin Gothic Medium"/>
                <a:cs typeface="Franklin Gothic Medium"/>
              </a:rPr>
              <a:t> </a:t>
            </a:r>
            <a:r>
              <a:rPr sz="2200" spc="-5" dirty="0">
                <a:solidFill>
                  <a:srgbClr val="C00000"/>
                </a:solidFill>
                <a:latin typeface="Franklin Gothic Medium"/>
                <a:cs typeface="Franklin Gothic Medium"/>
              </a:rPr>
              <a:t>1.</a:t>
            </a:r>
            <a:r>
              <a:rPr sz="2200" spc="330" dirty="0">
                <a:solidFill>
                  <a:srgbClr val="C00000"/>
                </a:solidFill>
                <a:latin typeface="Franklin Gothic Medium"/>
                <a:cs typeface="Franklin Gothic Medium"/>
              </a:rPr>
              <a:t> </a:t>
            </a:r>
            <a:r>
              <a:rPr sz="2200" spc="-10" dirty="0">
                <a:solidFill>
                  <a:srgbClr val="C00000"/>
                </a:solidFill>
                <a:latin typeface="Franklin Gothic Medium"/>
                <a:cs typeface="Franklin Gothic Medium"/>
              </a:rPr>
              <a:t>10!=10</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2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5&lt;4</a:t>
            </a:r>
            <a:r>
              <a:rPr sz="2200" spc="-2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&amp;&amp;</a:t>
            </a:r>
            <a:r>
              <a:rPr sz="2200" spc="-2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8</a:t>
            </a:r>
            <a:endParaRPr sz="2200" dirty="0">
              <a:latin typeface="Franklin Gothic Medium"/>
              <a:cs typeface="Franklin Gothic Medium"/>
            </a:endParaRPr>
          </a:p>
          <a:p>
            <a:pPr>
              <a:lnSpc>
                <a:spcPct val="100000"/>
              </a:lnSpc>
              <a:spcBef>
                <a:spcPts val="55"/>
              </a:spcBef>
            </a:pPr>
            <a:endParaRPr sz="2500" dirty="0">
              <a:latin typeface="Franklin Gothic Medium"/>
              <a:cs typeface="Franklin Gothic Medium"/>
            </a:endParaRPr>
          </a:p>
          <a:p>
            <a:pPr marL="335915">
              <a:lnSpc>
                <a:spcPct val="100000"/>
              </a:lnSpc>
            </a:pPr>
            <a:r>
              <a:rPr sz="2200" spc="-15" dirty="0">
                <a:latin typeface="Franklin Gothic Medium"/>
                <a:cs typeface="Franklin Gothic Medium"/>
              </a:rPr>
              <a:t>(10!=10)</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(5&lt;4)</a:t>
            </a:r>
            <a:r>
              <a:rPr sz="2200" dirty="0">
                <a:latin typeface="Franklin Gothic Medium"/>
                <a:cs typeface="Franklin Gothic Medium"/>
              </a:rPr>
              <a:t> </a:t>
            </a:r>
            <a:r>
              <a:rPr sz="2200" spc="-5" dirty="0">
                <a:latin typeface="Franklin Gothic Medium"/>
                <a:cs typeface="Franklin Gothic Medium"/>
              </a:rPr>
              <a:t>&amp;&amp; 8</a:t>
            </a:r>
            <a:endParaRPr sz="2200" dirty="0">
              <a:latin typeface="Franklin Gothic Medium"/>
              <a:cs typeface="Franklin Gothic Medium"/>
            </a:endParaRPr>
          </a:p>
          <a:p>
            <a:pPr marL="335915" marR="1017269">
              <a:lnSpc>
                <a:spcPct val="150000"/>
              </a:lnSpc>
            </a:pPr>
            <a:r>
              <a:rPr sz="2200" spc="-5" dirty="0">
                <a:latin typeface="Franklin Gothic Medium"/>
                <a:cs typeface="Franklin Gothic Medium"/>
              </a:rPr>
              <a:t>false || false &amp;&amp; </a:t>
            </a:r>
            <a:r>
              <a:rPr sz="2200" spc="-10" dirty="0">
                <a:latin typeface="Franklin Gothic Medium"/>
                <a:cs typeface="Franklin Gothic Medium"/>
              </a:rPr>
              <a:t>true </a:t>
            </a:r>
            <a:r>
              <a:rPr sz="2200" spc="-5" dirty="0">
                <a:latin typeface="Franklin Gothic Medium"/>
                <a:cs typeface="Franklin Gothic Medium"/>
              </a:rPr>
              <a:t> false || (false &amp;&amp; </a:t>
            </a:r>
            <a:r>
              <a:rPr sz="2200" spc="-10" dirty="0">
                <a:latin typeface="Franklin Gothic Medium"/>
                <a:cs typeface="Franklin Gothic Medium"/>
              </a:rPr>
              <a:t>true) </a:t>
            </a:r>
            <a:r>
              <a:rPr sz="2200" spc="-535" dirty="0">
                <a:latin typeface="Franklin Gothic Medium"/>
                <a:cs typeface="Franklin Gothic Medium"/>
              </a:rPr>
              <a:t> </a:t>
            </a:r>
            <a:r>
              <a:rPr sz="2200" spc="-5" dirty="0">
                <a:latin typeface="Franklin Gothic Medium"/>
                <a:cs typeface="Franklin Gothic Medium"/>
              </a:rPr>
              <a:t>false ||</a:t>
            </a:r>
            <a:r>
              <a:rPr sz="2200" spc="-10" dirty="0">
                <a:latin typeface="Franklin Gothic Medium"/>
                <a:cs typeface="Franklin Gothic Medium"/>
              </a:rPr>
              <a:t> </a:t>
            </a:r>
            <a:r>
              <a:rPr sz="2200" spc="-5" dirty="0">
                <a:latin typeface="Franklin Gothic Medium"/>
                <a:cs typeface="Franklin Gothic Medium"/>
              </a:rPr>
              <a:t>false =</a:t>
            </a:r>
            <a:r>
              <a:rPr sz="2200" dirty="0">
                <a:latin typeface="Franklin Gothic Medium"/>
                <a:cs typeface="Franklin Gothic Medium"/>
              </a:rPr>
              <a:t> </a:t>
            </a:r>
            <a:r>
              <a:rPr sz="2200" dirty="0">
                <a:solidFill>
                  <a:srgbClr val="C00000"/>
                </a:solidFill>
                <a:latin typeface="Franklin Gothic Medium"/>
                <a:cs typeface="Franklin Gothic Medium"/>
              </a:rPr>
              <a:t>false</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8520" y="839495"/>
            <a:ext cx="4943475" cy="2689225"/>
          </a:xfrm>
          <a:prstGeom prst="rect">
            <a:avLst/>
          </a:prstGeom>
        </p:spPr>
        <p:txBody>
          <a:bodyPr vert="horz" wrap="square" lIns="0" tIns="180340" rIns="0" bIns="0" rtlCol="0">
            <a:spAutoFit/>
          </a:bodyPr>
          <a:lstStyle/>
          <a:p>
            <a:pPr marL="12700">
              <a:lnSpc>
                <a:spcPct val="100000"/>
              </a:lnSpc>
              <a:spcBef>
                <a:spcPts val="1420"/>
              </a:spcBef>
            </a:pPr>
            <a:r>
              <a:rPr lang="en-IN" sz="2200" spc="-10" dirty="0">
                <a:solidFill>
                  <a:srgbClr val="000099"/>
                </a:solidFill>
                <a:latin typeface="Franklin Gothic Medium"/>
                <a:cs typeface="Franklin Gothic Medium"/>
              </a:rPr>
              <a:t>Evaluate</a:t>
            </a:r>
            <a:r>
              <a:rPr lang="en-IN" sz="2200" spc="-50" dirty="0">
                <a:solidFill>
                  <a:srgbClr val="000099"/>
                </a:solidFill>
                <a:latin typeface="Franklin Gothic Medium"/>
                <a:cs typeface="Franklin Gothic Medium"/>
              </a:rPr>
              <a:t> </a:t>
            </a:r>
            <a:r>
              <a:rPr lang="en-IN" sz="2200" dirty="0">
                <a:solidFill>
                  <a:srgbClr val="000099"/>
                </a:solidFill>
                <a:latin typeface="Franklin Gothic Medium"/>
                <a:cs typeface="Franklin Gothic Medium"/>
              </a:rPr>
              <a:t>the</a:t>
            </a:r>
            <a:r>
              <a:rPr lang="en-IN" sz="2200" spc="-35" dirty="0">
                <a:solidFill>
                  <a:srgbClr val="000099"/>
                </a:solidFill>
                <a:latin typeface="Franklin Gothic Medium"/>
                <a:cs typeface="Franklin Gothic Medium"/>
              </a:rPr>
              <a:t> </a:t>
            </a:r>
            <a:r>
              <a:rPr lang="en-IN" sz="2200" spc="-5" dirty="0">
                <a:solidFill>
                  <a:srgbClr val="000099"/>
                </a:solidFill>
                <a:latin typeface="Franklin Gothic Medium"/>
                <a:cs typeface="Franklin Gothic Medium"/>
              </a:rPr>
              <a:t>following</a:t>
            </a:r>
            <a:r>
              <a:rPr lang="en-IN" sz="2200" spc="-45" dirty="0">
                <a:solidFill>
                  <a:srgbClr val="000099"/>
                </a:solidFill>
                <a:latin typeface="Franklin Gothic Medium"/>
                <a:cs typeface="Franklin Gothic Medium"/>
              </a:rPr>
              <a:t> </a:t>
            </a:r>
            <a:r>
              <a:rPr lang="en-IN" sz="2200" spc="-5" dirty="0">
                <a:solidFill>
                  <a:srgbClr val="000099"/>
                </a:solidFill>
                <a:latin typeface="Franklin Gothic Medium"/>
                <a:cs typeface="Franklin Gothic Medium"/>
              </a:rPr>
              <a:t>expressions</a:t>
            </a:r>
            <a:endParaRPr lang="en-IN" sz="2200" dirty="0">
              <a:latin typeface="Franklin Gothic Medium"/>
              <a:cs typeface="Franklin Gothic Medium"/>
            </a:endParaRPr>
          </a:p>
          <a:p>
            <a:pPr marL="12700">
              <a:lnSpc>
                <a:spcPct val="100000"/>
              </a:lnSpc>
              <a:spcBef>
                <a:spcPts val="1320"/>
              </a:spcBef>
              <a:tabLst>
                <a:tab pos="452120" algn="l"/>
              </a:tabLst>
            </a:pPr>
            <a:r>
              <a:rPr sz="2200" dirty="0">
                <a:solidFill>
                  <a:srgbClr val="C00000"/>
                </a:solidFill>
                <a:latin typeface="Franklin Gothic Medium"/>
                <a:cs typeface="Franklin Gothic Medium"/>
              </a:rPr>
              <a:t>2.	a&gt;=b</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&amp;&amp;</a:t>
            </a:r>
            <a:r>
              <a:rPr sz="2200" spc="-2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 </a:t>
            </a:r>
            <a:r>
              <a:rPr sz="2200" spc="10" dirty="0">
                <a:solidFill>
                  <a:srgbClr val="C00000"/>
                </a:solidFill>
                <a:latin typeface="Franklin Gothic Medium"/>
                <a:cs typeface="Franklin Gothic Medium"/>
              </a:rPr>
              <a:t>(a+b</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&gt;</a:t>
            </a:r>
            <a:r>
              <a:rPr sz="2200" spc="-1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a+1)</a:t>
            </a:r>
            <a:r>
              <a:rPr sz="2200" spc="-25" dirty="0">
                <a:solidFill>
                  <a:srgbClr val="C00000"/>
                </a:solidFill>
                <a:latin typeface="Franklin Gothic Medium"/>
                <a:cs typeface="Franklin Gothic Medium"/>
              </a:rPr>
              <a:t> </a:t>
            </a:r>
            <a:r>
              <a:rPr sz="2200" dirty="0">
                <a:solidFill>
                  <a:srgbClr val="C00000"/>
                </a:solidFill>
                <a:latin typeface="Franklin Gothic Medium"/>
                <a:cs typeface="Franklin Gothic Medium"/>
              </a:rPr>
              <a:t>if</a:t>
            </a:r>
            <a:r>
              <a:rPr sz="2200" spc="-2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a=3,</a:t>
            </a:r>
            <a:r>
              <a:rPr sz="2200" spc="-40" dirty="0">
                <a:solidFill>
                  <a:srgbClr val="C00000"/>
                </a:solidFill>
                <a:latin typeface="Franklin Gothic Medium"/>
                <a:cs typeface="Franklin Gothic Medium"/>
              </a:rPr>
              <a:t> </a:t>
            </a:r>
            <a:r>
              <a:rPr sz="2200" dirty="0">
                <a:solidFill>
                  <a:srgbClr val="C00000"/>
                </a:solidFill>
                <a:latin typeface="Franklin Gothic Medium"/>
                <a:cs typeface="Franklin Gothic Medium"/>
              </a:rPr>
              <a:t>b=0</a:t>
            </a:r>
            <a:endParaRPr sz="2200" dirty="0">
              <a:latin typeface="Franklin Gothic Medium"/>
              <a:cs typeface="Franklin Gothic Medium"/>
            </a:endParaRPr>
          </a:p>
          <a:p>
            <a:pPr>
              <a:lnSpc>
                <a:spcPct val="100000"/>
              </a:lnSpc>
              <a:spcBef>
                <a:spcPts val="50"/>
              </a:spcBef>
            </a:pPr>
            <a:endParaRPr sz="2150" dirty="0">
              <a:latin typeface="Franklin Gothic Medium"/>
              <a:cs typeface="Franklin Gothic Medium"/>
            </a:endParaRPr>
          </a:p>
          <a:p>
            <a:pPr marL="469900">
              <a:lnSpc>
                <a:spcPct val="100000"/>
              </a:lnSpc>
            </a:pPr>
            <a:r>
              <a:rPr sz="2200" spc="-10" dirty="0">
                <a:latin typeface="Franklin Gothic Medium"/>
                <a:cs typeface="Franklin Gothic Medium"/>
              </a:rPr>
              <a:t>3&gt;=0 </a:t>
            </a:r>
            <a:r>
              <a:rPr sz="2200" spc="-5" dirty="0">
                <a:latin typeface="Franklin Gothic Medium"/>
                <a:cs typeface="Franklin Gothic Medium"/>
              </a:rPr>
              <a:t>&amp;&amp;</a:t>
            </a:r>
            <a:r>
              <a:rPr sz="2200" spc="-20" dirty="0">
                <a:latin typeface="Franklin Gothic Medium"/>
                <a:cs typeface="Franklin Gothic Medium"/>
              </a:rPr>
              <a:t> </a:t>
            </a:r>
            <a:r>
              <a:rPr sz="2200" spc="-10" dirty="0">
                <a:latin typeface="Franklin Gothic Medium"/>
                <a:cs typeface="Franklin Gothic Medium"/>
              </a:rPr>
              <a:t>!(3+0</a:t>
            </a:r>
            <a:r>
              <a:rPr sz="2200" dirty="0">
                <a:latin typeface="Franklin Gothic Medium"/>
                <a:cs typeface="Franklin Gothic Medium"/>
              </a:rPr>
              <a:t> </a:t>
            </a:r>
            <a:r>
              <a:rPr sz="2200" spc="-5" dirty="0">
                <a:latin typeface="Franklin Gothic Medium"/>
                <a:cs typeface="Franklin Gothic Medium"/>
              </a:rPr>
              <a:t>&gt;</a:t>
            </a:r>
            <a:r>
              <a:rPr sz="2200" spc="-15" dirty="0">
                <a:latin typeface="Franklin Gothic Medium"/>
                <a:cs typeface="Franklin Gothic Medium"/>
              </a:rPr>
              <a:t> </a:t>
            </a:r>
            <a:r>
              <a:rPr sz="2200" spc="-10" dirty="0">
                <a:latin typeface="Franklin Gothic Medium"/>
                <a:cs typeface="Franklin Gothic Medium"/>
              </a:rPr>
              <a:t>3+1)</a:t>
            </a:r>
            <a:endParaRPr sz="2200" dirty="0">
              <a:latin typeface="Franklin Gothic Medium"/>
              <a:cs typeface="Franklin Gothic Medium"/>
            </a:endParaRPr>
          </a:p>
          <a:p>
            <a:pPr marL="469900">
              <a:lnSpc>
                <a:spcPct val="100000"/>
              </a:lnSpc>
              <a:spcBef>
                <a:spcPts val="1325"/>
              </a:spcBef>
            </a:pPr>
            <a:r>
              <a:rPr sz="2200" spc="-35" dirty="0">
                <a:latin typeface="Franklin Gothic Medium"/>
                <a:cs typeface="Franklin Gothic Medium"/>
              </a:rPr>
              <a:t>True</a:t>
            </a:r>
            <a:r>
              <a:rPr sz="2200" spc="-15" dirty="0">
                <a:latin typeface="Franklin Gothic Medium"/>
                <a:cs typeface="Franklin Gothic Medium"/>
              </a:rPr>
              <a:t> </a:t>
            </a:r>
            <a:r>
              <a:rPr sz="2200" spc="-5" dirty="0">
                <a:latin typeface="Franklin Gothic Medium"/>
                <a:cs typeface="Franklin Gothic Medium"/>
              </a:rPr>
              <a:t>&amp;&amp; !(</a:t>
            </a:r>
            <a:r>
              <a:rPr sz="2200" spc="-15"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spc="-5" dirty="0">
                <a:latin typeface="Franklin Gothic Medium"/>
                <a:cs typeface="Franklin Gothic Medium"/>
              </a:rPr>
              <a:t>&gt;</a:t>
            </a:r>
            <a:r>
              <a:rPr sz="2200" spc="-15" dirty="0">
                <a:latin typeface="Franklin Gothic Medium"/>
                <a:cs typeface="Franklin Gothic Medium"/>
              </a:rPr>
              <a:t> </a:t>
            </a:r>
            <a:r>
              <a:rPr sz="2200" spc="-10" dirty="0">
                <a:latin typeface="Franklin Gothic Medium"/>
                <a:cs typeface="Franklin Gothic Medium"/>
              </a:rPr>
              <a:t>4)</a:t>
            </a:r>
            <a:endParaRPr sz="2200" dirty="0">
              <a:latin typeface="Franklin Gothic Medium"/>
              <a:cs typeface="Franklin Gothic Medium"/>
            </a:endParaRPr>
          </a:p>
          <a:p>
            <a:pPr marL="469900">
              <a:lnSpc>
                <a:spcPct val="100000"/>
              </a:lnSpc>
              <a:spcBef>
                <a:spcPts val="1320"/>
              </a:spcBef>
            </a:pPr>
            <a:r>
              <a:rPr sz="2200" spc="-35" dirty="0">
                <a:latin typeface="Franklin Gothic Medium"/>
                <a:cs typeface="Franklin Gothic Medium"/>
              </a:rPr>
              <a:t>True</a:t>
            </a:r>
            <a:r>
              <a:rPr sz="2200" spc="-5" dirty="0">
                <a:latin typeface="Franklin Gothic Medium"/>
                <a:cs typeface="Franklin Gothic Medium"/>
              </a:rPr>
              <a:t> &amp;&amp;</a:t>
            </a:r>
            <a:r>
              <a:rPr sz="2200" spc="5" dirty="0">
                <a:latin typeface="Franklin Gothic Medium"/>
                <a:cs typeface="Franklin Gothic Medium"/>
              </a:rPr>
              <a:t> </a:t>
            </a:r>
            <a:r>
              <a:rPr sz="2200" spc="-10" dirty="0">
                <a:latin typeface="Franklin Gothic Medium"/>
                <a:cs typeface="Franklin Gothic Medium"/>
              </a:rPr>
              <a:t>!(false)</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true</a:t>
            </a:r>
            <a:r>
              <a:rPr sz="2200" dirty="0">
                <a:latin typeface="Franklin Gothic Medium"/>
                <a:cs typeface="Franklin Gothic Medium"/>
              </a:rPr>
              <a:t> </a:t>
            </a:r>
            <a:r>
              <a:rPr sz="2200" spc="-5" dirty="0">
                <a:latin typeface="Franklin Gothic Medium"/>
                <a:cs typeface="Franklin Gothic Medium"/>
              </a:rPr>
              <a:t>&amp;&amp; true</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solidFill>
                  <a:srgbClr val="C00000"/>
                </a:solidFill>
                <a:latin typeface="Franklin Gothic Medium"/>
                <a:cs typeface="Franklin Gothic Medium"/>
              </a:rPr>
              <a:t>true</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269049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3.	Logical</a:t>
            </a:r>
            <a:r>
              <a:rPr sz="2400" spc="-85" dirty="0"/>
              <a:t> </a:t>
            </a:r>
            <a:r>
              <a:rPr sz="2400" dirty="0"/>
              <a:t>operators</a:t>
            </a:r>
            <a:endParaRPr sz="240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8520" y="868451"/>
            <a:ext cx="10953750" cy="3496310"/>
          </a:xfrm>
          <a:prstGeom prst="rect">
            <a:avLst/>
          </a:prstGeom>
        </p:spPr>
        <p:txBody>
          <a:bodyPr vert="horz" wrap="square" lIns="0" tIns="12700" rIns="0" bIns="0" rtlCol="0">
            <a:spAutoFit/>
          </a:bodyPr>
          <a:lstStyle/>
          <a:p>
            <a:pPr marL="12700" marR="5080">
              <a:lnSpc>
                <a:spcPct val="114999"/>
              </a:lnSpc>
              <a:spcBef>
                <a:spcPts val="100"/>
              </a:spcBef>
            </a:pPr>
            <a:r>
              <a:rPr sz="2200" spc="-5" dirty="0">
                <a:latin typeface="Franklin Gothic Medium"/>
                <a:cs typeface="Franklin Gothic Medium"/>
              </a:rPr>
              <a:t>It</a:t>
            </a:r>
            <a:r>
              <a:rPr sz="2200" spc="5" dirty="0">
                <a:latin typeface="Franklin Gothic Medium"/>
                <a:cs typeface="Franklin Gothic Medium"/>
              </a:rPr>
              <a:t> </a:t>
            </a:r>
            <a:r>
              <a:rPr sz="2200" dirty="0">
                <a:latin typeface="Franklin Gothic Medium"/>
                <a:cs typeface="Franklin Gothic Medium"/>
              </a:rPr>
              <a:t>is </a:t>
            </a:r>
            <a:r>
              <a:rPr sz="2200" spc="-5" dirty="0">
                <a:latin typeface="Franklin Gothic Medium"/>
                <a:cs typeface="Franklin Gothic Medium"/>
              </a:rPr>
              <a:t>used</a:t>
            </a:r>
            <a:r>
              <a:rPr sz="2200" spc="10" dirty="0">
                <a:latin typeface="Franklin Gothic Medium"/>
                <a:cs typeface="Franklin Gothic Medium"/>
              </a:rPr>
              <a:t> </a:t>
            </a:r>
            <a:r>
              <a:rPr sz="2200" spc="-20" dirty="0">
                <a:latin typeface="Franklin Gothic Medium"/>
                <a:cs typeface="Franklin Gothic Medium"/>
              </a:rPr>
              <a:t>to</a:t>
            </a:r>
            <a:r>
              <a:rPr sz="2200" dirty="0">
                <a:latin typeface="Franklin Gothic Medium"/>
                <a:cs typeface="Franklin Gothic Medium"/>
              </a:rPr>
              <a:t> </a:t>
            </a:r>
            <a:r>
              <a:rPr sz="2200" spc="-5" dirty="0">
                <a:latin typeface="Franklin Gothic Medium"/>
                <a:cs typeface="Franklin Gothic Medium"/>
              </a:rPr>
              <a:t>assign</a:t>
            </a:r>
            <a:r>
              <a:rPr sz="2200" spc="5"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constant</a:t>
            </a:r>
            <a:r>
              <a:rPr sz="2200" spc="10" dirty="0">
                <a:latin typeface="Franklin Gothic Medium"/>
                <a:cs typeface="Franklin Gothic Medium"/>
              </a:rPr>
              <a:t> </a:t>
            </a:r>
            <a:r>
              <a:rPr sz="2200" spc="-5" dirty="0">
                <a:latin typeface="Franklin Gothic Medium"/>
                <a:cs typeface="Franklin Gothic Medium"/>
              </a:rPr>
              <a:t>or</a:t>
            </a:r>
            <a:r>
              <a:rPr sz="2200" dirty="0">
                <a:latin typeface="Franklin Gothic Medium"/>
                <a:cs typeface="Franklin Gothic Medium"/>
              </a:rPr>
              <a:t> </a:t>
            </a:r>
            <a:r>
              <a:rPr sz="2200" spc="-10" dirty="0">
                <a:latin typeface="Franklin Gothic Medium"/>
                <a:cs typeface="Franklin Gothic Medium"/>
              </a:rPr>
              <a:t>variable</a:t>
            </a:r>
            <a:r>
              <a:rPr sz="2200" spc="5" dirty="0">
                <a:latin typeface="Franklin Gothic Medium"/>
                <a:cs typeface="Franklin Gothic Medium"/>
              </a:rPr>
              <a:t> </a:t>
            </a:r>
            <a:r>
              <a:rPr sz="2200" spc="-5" dirty="0">
                <a:latin typeface="Franklin Gothic Medium"/>
                <a:cs typeface="Franklin Gothic Medium"/>
              </a:rPr>
              <a:t>or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an</a:t>
            </a:r>
            <a:r>
              <a:rPr sz="2200" spc="5" dirty="0">
                <a:latin typeface="Franklin Gothic Medium"/>
                <a:cs typeface="Franklin Gothic Medium"/>
              </a:rPr>
              <a:t> </a:t>
            </a:r>
            <a:r>
              <a:rPr sz="2200" spc="-5" dirty="0">
                <a:latin typeface="Franklin Gothic Medium"/>
                <a:cs typeface="Franklin Gothic Medium"/>
              </a:rPr>
              <a:t>expression</a:t>
            </a:r>
            <a:r>
              <a:rPr sz="2200" spc="5"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variable </a:t>
            </a:r>
            <a:r>
              <a:rPr sz="2200" spc="-535" dirty="0">
                <a:latin typeface="Franklin Gothic Medium"/>
                <a:cs typeface="Franklin Gothic Medium"/>
              </a:rPr>
              <a:t> </a:t>
            </a:r>
            <a:r>
              <a:rPr sz="2200" spc="-5" dirty="0">
                <a:latin typeface="Franklin Gothic Medium"/>
                <a:cs typeface="Franklin Gothic Medium"/>
              </a:rPr>
              <a:t>on</a:t>
            </a:r>
            <a:r>
              <a:rPr sz="2200" spc="-10" dirty="0">
                <a:latin typeface="Franklin Gothic Medium"/>
                <a:cs typeface="Franklin Gothic Medium"/>
              </a:rPr>
              <a:t> the</a:t>
            </a:r>
            <a:r>
              <a:rPr sz="2200" spc="-5" dirty="0">
                <a:latin typeface="Franklin Gothic Medium"/>
                <a:cs typeface="Franklin Gothic Medium"/>
              </a:rPr>
              <a:t> </a:t>
            </a:r>
            <a:r>
              <a:rPr sz="2200" spc="5" dirty="0">
                <a:latin typeface="Franklin Gothic Medium"/>
                <a:cs typeface="Franklin Gothic Medium"/>
              </a:rPr>
              <a:t>left</a:t>
            </a:r>
            <a:r>
              <a:rPr sz="2200" spc="-5" dirty="0">
                <a:latin typeface="Franklin Gothic Medium"/>
                <a:cs typeface="Franklin Gothic Medium"/>
              </a:rPr>
              <a:t> side of = </a:t>
            </a:r>
            <a:r>
              <a:rPr sz="2200" spc="-15" dirty="0">
                <a:latin typeface="Franklin Gothic Medium"/>
                <a:cs typeface="Franklin Gothic Medium"/>
              </a:rPr>
              <a:t>operator.</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pPr>
            <a:r>
              <a:rPr sz="2200" spc="-25" dirty="0">
                <a:solidFill>
                  <a:srgbClr val="000099"/>
                </a:solidFill>
                <a:latin typeface="Franklin Gothic Medium"/>
                <a:cs typeface="Franklin Gothic Medium"/>
              </a:rPr>
              <a:t>Types</a:t>
            </a:r>
            <a:endParaRPr sz="2200">
              <a:latin typeface="Franklin Gothic Medium"/>
              <a:cs typeface="Franklin Gothic Medium"/>
            </a:endParaRPr>
          </a:p>
          <a:p>
            <a:pPr marL="355600" indent="-342900">
              <a:lnSpc>
                <a:spcPct val="100000"/>
              </a:lnSpc>
              <a:spcBef>
                <a:spcPts val="400"/>
              </a:spcBef>
              <a:buFont typeface="Arial MT"/>
              <a:buChar char="•"/>
              <a:tabLst>
                <a:tab pos="354965" algn="l"/>
                <a:tab pos="355600" algn="l"/>
                <a:tab pos="4127500" algn="l"/>
              </a:tabLst>
            </a:pPr>
            <a:r>
              <a:rPr sz="2200" spc="-5" dirty="0">
                <a:latin typeface="Franklin Gothic Medium"/>
                <a:cs typeface="Franklin Gothic Medium"/>
              </a:rPr>
              <a:t>Simple</a:t>
            </a:r>
            <a:r>
              <a:rPr sz="2200" spc="20" dirty="0">
                <a:latin typeface="Franklin Gothic Medium"/>
                <a:cs typeface="Franklin Gothic Medium"/>
              </a:rPr>
              <a:t> </a:t>
            </a:r>
            <a:r>
              <a:rPr sz="2200" spc="-5" dirty="0">
                <a:latin typeface="Franklin Gothic Medium"/>
                <a:cs typeface="Franklin Gothic Medium"/>
              </a:rPr>
              <a:t>assignment</a:t>
            </a:r>
            <a:r>
              <a:rPr sz="2200" spc="20" dirty="0">
                <a:latin typeface="Franklin Gothic Medium"/>
                <a:cs typeface="Franklin Gothic Medium"/>
              </a:rPr>
              <a:t> </a:t>
            </a:r>
            <a:r>
              <a:rPr sz="2200" spc="-15" dirty="0">
                <a:latin typeface="Franklin Gothic Medium"/>
                <a:cs typeface="Franklin Gothic Medium"/>
              </a:rPr>
              <a:t>statement	</a:t>
            </a:r>
            <a:r>
              <a:rPr sz="2200" spc="-5" dirty="0">
                <a:latin typeface="Franklin Gothic Medium"/>
                <a:cs typeface="Franklin Gothic Medium"/>
              </a:rPr>
              <a:t>Ex</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dirty="0">
                <a:latin typeface="Franklin Gothic Medium"/>
                <a:cs typeface="Franklin Gothic Medium"/>
              </a:rPr>
              <a:t>int</a:t>
            </a:r>
            <a:r>
              <a:rPr sz="2200" spc="-10" dirty="0">
                <a:latin typeface="Franklin Gothic Medium"/>
                <a:cs typeface="Franklin Gothic Medium"/>
              </a:rPr>
              <a:t> </a:t>
            </a:r>
            <a:r>
              <a:rPr sz="2200" spc="-5" dirty="0">
                <a:latin typeface="Franklin Gothic Medium"/>
                <a:cs typeface="Franklin Gothic Medium"/>
              </a:rPr>
              <a:t>x;</a:t>
            </a:r>
            <a:r>
              <a:rPr sz="2200" spc="-15" dirty="0">
                <a:latin typeface="Franklin Gothic Medium"/>
                <a:cs typeface="Franklin Gothic Medium"/>
              </a:rPr>
              <a:t> </a:t>
            </a:r>
            <a:r>
              <a:rPr sz="2200" spc="-5" dirty="0">
                <a:latin typeface="Franklin Gothic Medium"/>
                <a:cs typeface="Franklin Gothic Medium"/>
              </a:rPr>
              <a:t>x</a:t>
            </a:r>
            <a:r>
              <a:rPr sz="2200" spc="-15" dirty="0">
                <a:latin typeface="Franklin Gothic Medium"/>
                <a:cs typeface="Franklin Gothic Medium"/>
              </a:rPr>
              <a:t> </a:t>
            </a:r>
            <a:r>
              <a:rPr sz="2200" spc="-5" dirty="0">
                <a:latin typeface="Franklin Gothic Medium"/>
                <a:cs typeface="Franklin Gothic Medium"/>
              </a:rPr>
              <a:t>= </a:t>
            </a:r>
            <a:r>
              <a:rPr sz="2200" spc="-10" dirty="0">
                <a:latin typeface="Franklin Gothic Medium"/>
                <a:cs typeface="Franklin Gothic Medium"/>
              </a:rPr>
              <a:t>40;</a:t>
            </a:r>
            <a:endParaRPr sz="2200">
              <a:latin typeface="Franklin Gothic Medium"/>
              <a:cs typeface="Franklin Gothic Medium"/>
            </a:endParaRPr>
          </a:p>
          <a:p>
            <a:pPr marL="355600" indent="-342900">
              <a:lnSpc>
                <a:spcPct val="100000"/>
              </a:lnSpc>
              <a:spcBef>
                <a:spcPts val="395"/>
              </a:spcBef>
              <a:buFont typeface="Arial MT"/>
              <a:buChar char="•"/>
              <a:tabLst>
                <a:tab pos="354965" algn="l"/>
                <a:tab pos="355600" algn="l"/>
                <a:tab pos="5820410" algn="l"/>
              </a:tabLst>
            </a:pPr>
            <a:r>
              <a:rPr sz="2200" spc="-5" dirty="0">
                <a:latin typeface="Franklin Gothic Medium"/>
                <a:cs typeface="Franklin Gothic Medium"/>
              </a:rPr>
              <a:t>Multiple</a:t>
            </a:r>
            <a:r>
              <a:rPr sz="2200" spc="10" dirty="0">
                <a:latin typeface="Franklin Gothic Medium"/>
                <a:cs typeface="Franklin Gothic Medium"/>
              </a:rPr>
              <a:t> </a:t>
            </a:r>
            <a:r>
              <a:rPr sz="2200" spc="-10" dirty="0">
                <a:latin typeface="Franklin Gothic Medium"/>
                <a:cs typeface="Franklin Gothic Medium"/>
              </a:rPr>
              <a:t>assignment</a:t>
            </a:r>
            <a:r>
              <a:rPr sz="2200" spc="20" dirty="0">
                <a:latin typeface="Franklin Gothic Medium"/>
                <a:cs typeface="Franklin Gothic Medium"/>
              </a:rPr>
              <a:t> </a:t>
            </a:r>
            <a:r>
              <a:rPr sz="2200" spc="-15" dirty="0">
                <a:latin typeface="Franklin Gothic Medium"/>
                <a:cs typeface="Franklin Gothic Medium"/>
              </a:rPr>
              <a:t>statement</a:t>
            </a:r>
            <a:r>
              <a:rPr sz="2200" spc="-235" dirty="0">
                <a:latin typeface="Franklin Gothic Medium"/>
                <a:cs typeface="Franklin Gothic Medium"/>
              </a:rPr>
              <a:t> </a:t>
            </a:r>
            <a:r>
              <a:rPr sz="2200" spc="-5" dirty="0">
                <a:latin typeface="Franklin Gothic Medium"/>
                <a:cs typeface="Franklin Gothic Medium"/>
              </a:rPr>
              <a:t>Ex</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dirty="0">
                <a:latin typeface="Franklin Gothic Medium"/>
                <a:cs typeface="Franklin Gothic Medium"/>
              </a:rPr>
              <a:t>int</a:t>
            </a:r>
            <a:r>
              <a:rPr sz="2200" spc="10" dirty="0">
                <a:latin typeface="Franklin Gothic Medium"/>
                <a:cs typeface="Franklin Gothic Medium"/>
              </a:rPr>
              <a:t> </a:t>
            </a:r>
            <a:r>
              <a:rPr sz="2200" spc="-5" dirty="0">
                <a:latin typeface="Franklin Gothic Medium"/>
                <a:cs typeface="Franklin Gothic Medium"/>
              </a:rPr>
              <a:t>x,</a:t>
            </a:r>
            <a:r>
              <a:rPr sz="2200" spc="10" dirty="0">
                <a:latin typeface="Franklin Gothic Medium"/>
                <a:cs typeface="Franklin Gothic Medium"/>
              </a:rPr>
              <a:t> </a:t>
            </a:r>
            <a:r>
              <a:rPr sz="2200" spc="-50" dirty="0">
                <a:latin typeface="Franklin Gothic Medium"/>
                <a:cs typeface="Franklin Gothic Medium"/>
              </a:rPr>
              <a:t>y,</a:t>
            </a:r>
            <a:r>
              <a:rPr sz="2200" spc="25" dirty="0">
                <a:latin typeface="Franklin Gothic Medium"/>
                <a:cs typeface="Franklin Gothic Medium"/>
              </a:rPr>
              <a:t> </a:t>
            </a:r>
            <a:r>
              <a:rPr sz="2200" spc="-5" dirty="0">
                <a:latin typeface="Franklin Gothic Medium"/>
                <a:cs typeface="Franklin Gothic Medium"/>
              </a:rPr>
              <a:t>z;	x=</a:t>
            </a:r>
            <a:r>
              <a:rPr sz="2200" spc="-20" dirty="0">
                <a:latin typeface="Franklin Gothic Medium"/>
                <a:cs typeface="Franklin Gothic Medium"/>
              </a:rPr>
              <a:t> </a:t>
            </a:r>
            <a:r>
              <a:rPr sz="2200" spc="-5" dirty="0">
                <a:latin typeface="Franklin Gothic Medium"/>
                <a:cs typeface="Franklin Gothic Medium"/>
              </a:rPr>
              <a:t>y</a:t>
            </a:r>
            <a:r>
              <a:rPr sz="2200" spc="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z</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78;</a:t>
            </a:r>
            <a:endParaRPr sz="2200">
              <a:latin typeface="Franklin Gothic Medium"/>
              <a:cs typeface="Franklin Gothic Medium"/>
            </a:endParaRPr>
          </a:p>
          <a:p>
            <a:pPr marL="355600" indent="-342900">
              <a:lnSpc>
                <a:spcPct val="100000"/>
              </a:lnSpc>
              <a:spcBef>
                <a:spcPts val="395"/>
              </a:spcBef>
              <a:buFont typeface="Arial MT"/>
              <a:buChar char="•"/>
              <a:tabLst>
                <a:tab pos="354965" algn="l"/>
                <a:tab pos="355600" algn="l"/>
                <a:tab pos="4127500" algn="l"/>
              </a:tabLst>
            </a:pPr>
            <a:r>
              <a:rPr sz="2200" spc="-5" dirty="0">
                <a:latin typeface="Franklin Gothic Medium"/>
                <a:cs typeface="Franklin Gothic Medium"/>
              </a:rPr>
              <a:t>Shorthand expression	+ =</a:t>
            </a:r>
            <a:r>
              <a:rPr sz="2200" spc="-10" dirty="0">
                <a:latin typeface="Franklin Gothic Medium"/>
                <a:cs typeface="Franklin Gothic Medium"/>
              </a:rPr>
              <a:t> </a:t>
            </a:r>
            <a:r>
              <a:rPr sz="2200" spc="-5" dirty="0">
                <a:latin typeface="Franklin Gothic Medium"/>
                <a:cs typeface="Franklin Gothic Medium"/>
              </a:rPr>
              <a:t>, -</a:t>
            </a:r>
            <a:r>
              <a:rPr sz="2200" spc="-20"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 / =</a:t>
            </a:r>
            <a:r>
              <a:rPr sz="2200" spc="-10" dirty="0">
                <a:latin typeface="Franklin Gothic Medium"/>
                <a:cs typeface="Franklin Gothic Medium"/>
              </a:rPr>
              <a:t> </a:t>
            </a:r>
            <a:r>
              <a:rPr sz="2200" spc="-5" dirty="0">
                <a:latin typeface="Franklin Gothic Medium"/>
                <a:cs typeface="Franklin Gothic Medium"/>
              </a:rPr>
              <a:t>, %</a:t>
            </a:r>
            <a:r>
              <a:rPr sz="2200" dirty="0">
                <a:latin typeface="Franklin Gothic Medium"/>
                <a:cs typeface="Franklin Gothic Medium"/>
              </a:rPr>
              <a:t> </a:t>
            </a:r>
            <a:r>
              <a:rPr sz="2200" spc="-5" dirty="0">
                <a:latin typeface="Franklin Gothic Medium"/>
                <a:cs typeface="Franklin Gothic Medium"/>
              </a:rPr>
              <a:t>=</a:t>
            </a:r>
            <a:endParaRPr sz="2200">
              <a:latin typeface="Franklin Gothic Medium"/>
              <a:cs typeface="Franklin Gothic Medium"/>
            </a:endParaRPr>
          </a:p>
          <a:p>
            <a:pPr>
              <a:lnSpc>
                <a:spcPct val="100000"/>
              </a:lnSpc>
              <a:spcBef>
                <a:spcPts val="35"/>
              </a:spcBef>
            </a:pPr>
            <a:endParaRPr sz="3000">
              <a:latin typeface="Franklin Gothic Medium"/>
              <a:cs typeface="Franklin Gothic Medium"/>
            </a:endParaRPr>
          </a:p>
          <a:p>
            <a:pPr marL="12700">
              <a:lnSpc>
                <a:spcPct val="100000"/>
              </a:lnSpc>
            </a:pPr>
            <a:r>
              <a:rPr sz="2200" dirty="0">
                <a:solidFill>
                  <a:srgbClr val="000099"/>
                </a:solidFill>
                <a:latin typeface="Franklin Gothic Medium"/>
                <a:cs typeface="Franklin Gothic Medium"/>
              </a:rPr>
              <a:t>Examples</a:t>
            </a:r>
            <a:r>
              <a:rPr sz="2200" spc="-5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on</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shorthand</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expressions</a:t>
            </a:r>
            <a:endParaRPr sz="2200">
              <a:latin typeface="Franklin Gothic Medium"/>
              <a:cs typeface="Franklin Gothic Medium"/>
            </a:endParaRPr>
          </a:p>
        </p:txBody>
      </p:sp>
      <p:sp>
        <p:nvSpPr>
          <p:cNvPr id="3" name="object 3"/>
          <p:cNvSpPr txBox="1"/>
          <p:nvPr/>
        </p:nvSpPr>
        <p:spPr>
          <a:xfrm>
            <a:off x="458520" y="4339234"/>
            <a:ext cx="3388995" cy="1182370"/>
          </a:xfrm>
          <a:prstGeom prst="rect">
            <a:avLst/>
          </a:prstGeom>
        </p:spPr>
        <p:txBody>
          <a:bodyPr vert="horz" wrap="square" lIns="0" tIns="62865" rIns="0" bIns="0" rtlCol="0">
            <a:spAutoFit/>
          </a:bodyPr>
          <a:lstStyle/>
          <a:p>
            <a:pPr marL="12700">
              <a:lnSpc>
                <a:spcPct val="100000"/>
              </a:lnSpc>
              <a:spcBef>
                <a:spcPts val="495"/>
              </a:spcBef>
              <a:tabLst>
                <a:tab pos="425450" algn="l"/>
                <a:tab pos="1276350" algn="l"/>
                <a:tab pos="1982470" algn="l"/>
              </a:tabLst>
            </a:pPr>
            <a:r>
              <a:rPr sz="2200" spc="-5" dirty="0">
                <a:latin typeface="Franklin Gothic Medium"/>
                <a:cs typeface="Franklin Gothic Medium"/>
              </a:rPr>
              <a:t>1.	a+=</a:t>
            </a:r>
            <a:r>
              <a:rPr sz="2200" dirty="0">
                <a:latin typeface="Franklin Gothic Medium"/>
                <a:cs typeface="Franklin Gothic Medium"/>
              </a:rPr>
              <a:t> </a:t>
            </a:r>
            <a:r>
              <a:rPr sz="2200" spc="-5" dirty="0">
                <a:latin typeface="Franklin Gothic Medium"/>
                <a:cs typeface="Franklin Gothic Medium"/>
              </a:rPr>
              <a:t>3	</a:t>
            </a:r>
            <a:r>
              <a:rPr sz="2200" spc="-10" dirty="0">
                <a:latin typeface="Franklin Gothic Medium"/>
                <a:cs typeface="Franklin Gothic Medium"/>
              </a:rPr>
              <a:t>-----&gt;	</a:t>
            </a:r>
            <a:r>
              <a:rPr sz="2200" spc="-5" dirty="0">
                <a:latin typeface="Franklin Gothic Medium"/>
                <a:cs typeface="Franklin Gothic Medium"/>
              </a:rPr>
              <a:t>a=a+3</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2.</a:t>
            </a:r>
            <a:r>
              <a:rPr sz="2200" spc="330" dirty="0">
                <a:latin typeface="Franklin Gothic Medium"/>
                <a:cs typeface="Franklin Gothic Medium"/>
              </a:rPr>
              <a:t> </a:t>
            </a:r>
            <a:r>
              <a:rPr sz="2200" spc="-5" dirty="0">
                <a:latin typeface="Franklin Gothic Medium"/>
                <a:cs typeface="Franklin Gothic Medium"/>
              </a:rPr>
              <a:t>z</a:t>
            </a:r>
            <a:r>
              <a:rPr sz="220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t>
            </a:r>
            <a:r>
              <a:rPr sz="2200" spc="5" dirty="0">
                <a:latin typeface="Franklin Gothic Medium"/>
                <a:cs typeface="Franklin Gothic Medium"/>
              </a:rPr>
              <a:t> </a:t>
            </a:r>
            <a:r>
              <a:rPr sz="2200" spc="-10" dirty="0">
                <a:latin typeface="Franklin Gothic Medium"/>
                <a:cs typeface="Franklin Gothic Medium"/>
              </a:rPr>
              <a:t>x*y</a:t>
            </a:r>
            <a:r>
              <a:rPr sz="2200" spc="5" dirty="0">
                <a:latin typeface="Franklin Gothic Medium"/>
                <a:cs typeface="Franklin Gothic Medium"/>
              </a:rPr>
              <a:t> </a:t>
            </a:r>
            <a:r>
              <a:rPr sz="2200" spc="-10" dirty="0">
                <a:latin typeface="Franklin Gothic Medium"/>
                <a:cs typeface="Franklin Gothic Medium"/>
              </a:rPr>
              <a:t>-----&gt;</a:t>
            </a:r>
            <a:r>
              <a:rPr sz="2200" spc="-15" dirty="0">
                <a:latin typeface="Franklin Gothic Medium"/>
                <a:cs typeface="Franklin Gothic Medium"/>
              </a:rPr>
              <a:t> </a:t>
            </a:r>
            <a:r>
              <a:rPr sz="2200" spc="-5" dirty="0">
                <a:latin typeface="Franklin Gothic Medium"/>
                <a:cs typeface="Franklin Gothic Medium"/>
              </a:rPr>
              <a:t>z =</a:t>
            </a:r>
            <a:r>
              <a:rPr sz="2200" spc="-10" dirty="0">
                <a:latin typeface="Franklin Gothic Medium"/>
                <a:cs typeface="Franklin Gothic Medium"/>
              </a:rPr>
              <a:t> </a:t>
            </a:r>
            <a:r>
              <a:rPr sz="2200" spc="-5" dirty="0">
                <a:latin typeface="Franklin Gothic Medium"/>
                <a:cs typeface="Franklin Gothic Medium"/>
              </a:rPr>
              <a:t>z</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(x*y)</a:t>
            </a:r>
            <a:endParaRPr sz="2200">
              <a:latin typeface="Franklin Gothic Medium"/>
              <a:cs typeface="Franklin Gothic Medium"/>
            </a:endParaRPr>
          </a:p>
          <a:p>
            <a:pPr marL="12700">
              <a:lnSpc>
                <a:spcPct val="100000"/>
              </a:lnSpc>
              <a:spcBef>
                <a:spcPts val="395"/>
              </a:spcBef>
            </a:pPr>
            <a:r>
              <a:rPr sz="2200" spc="-10" dirty="0">
                <a:latin typeface="Franklin Gothic Medium"/>
                <a:cs typeface="Franklin Gothic Medium"/>
              </a:rPr>
              <a:t>3.</a:t>
            </a:r>
            <a:r>
              <a:rPr sz="2200" spc="315" dirty="0">
                <a:latin typeface="Franklin Gothic Medium"/>
                <a:cs typeface="Franklin Gothic Medium"/>
              </a:rPr>
              <a:t> </a:t>
            </a:r>
            <a:r>
              <a:rPr sz="2200" spc="-10" dirty="0">
                <a:latin typeface="Franklin Gothic Medium"/>
                <a:cs typeface="Franklin Gothic Medium"/>
              </a:rPr>
              <a:t>n/=10</a:t>
            </a:r>
            <a:r>
              <a:rPr sz="2200" spc="-15" dirty="0">
                <a:latin typeface="Franklin Gothic Medium"/>
                <a:cs typeface="Franklin Gothic Medium"/>
              </a:rPr>
              <a:t> </a:t>
            </a:r>
            <a:r>
              <a:rPr sz="2200" spc="-5" dirty="0">
                <a:latin typeface="Franklin Gothic Medium"/>
                <a:cs typeface="Franklin Gothic Medium"/>
              </a:rPr>
              <a:t>------&gt;</a:t>
            </a:r>
            <a:r>
              <a:rPr sz="2200" spc="-30" dirty="0">
                <a:latin typeface="Franklin Gothic Medium"/>
                <a:cs typeface="Franklin Gothic Medium"/>
              </a:rPr>
              <a:t> </a:t>
            </a:r>
            <a:r>
              <a:rPr sz="2200" spc="-5" dirty="0">
                <a:latin typeface="Franklin Gothic Medium"/>
                <a:cs typeface="Franklin Gothic Medium"/>
              </a:rPr>
              <a:t>n</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n/10</a:t>
            </a:r>
            <a:endParaRPr sz="2200">
              <a:latin typeface="Franklin Gothic Medium"/>
              <a:cs typeface="Franklin Gothic Medium"/>
            </a:endParaRPr>
          </a:p>
        </p:txBody>
      </p:sp>
      <p:sp>
        <p:nvSpPr>
          <p:cNvPr id="4" name="object 4"/>
          <p:cNvSpPr txBox="1"/>
          <p:nvPr/>
        </p:nvSpPr>
        <p:spPr>
          <a:xfrm>
            <a:off x="4573904" y="4339234"/>
            <a:ext cx="5263515" cy="1182370"/>
          </a:xfrm>
          <a:prstGeom prst="rect">
            <a:avLst/>
          </a:prstGeom>
        </p:spPr>
        <p:txBody>
          <a:bodyPr vert="horz" wrap="square" lIns="0" tIns="62865" rIns="0" bIns="0" rtlCol="0">
            <a:spAutoFit/>
          </a:bodyPr>
          <a:lstStyle/>
          <a:p>
            <a:pPr marL="12700">
              <a:lnSpc>
                <a:spcPct val="100000"/>
              </a:lnSpc>
              <a:spcBef>
                <a:spcPts val="495"/>
              </a:spcBef>
              <a:tabLst>
                <a:tab pos="451484" algn="l"/>
              </a:tabLst>
            </a:pPr>
            <a:r>
              <a:rPr sz="2200" spc="-5" dirty="0">
                <a:latin typeface="Franklin Gothic Medium"/>
                <a:cs typeface="Franklin Gothic Medium"/>
              </a:rPr>
              <a:t>4.	</a:t>
            </a:r>
            <a:r>
              <a:rPr sz="2200" dirty="0">
                <a:latin typeface="Franklin Gothic Medium"/>
                <a:cs typeface="Franklin Gothic Medium"/>
              </a:rPr>
              <a:t>b*</a:t>
            </a:r>
            <a:r>
              <a:rPr sz="2200" spc="-10" dirty="0">
                <a:latin typeface="Franklin Gothic Medium"/>
                <a:cs typeface="Franklin Gothic Medium"/>
              </a:rPr>
              <a:t> </a:t>
            </a:r>
            <a:r>
              <a:rPr sz="2200" spc="-5" dirty="0">
                <a:latin typeface="Franklin Gothic Medium"/>
                <a:cs typeface="Franklin Gothic Medium"/>
              </a:rPr>
              <a:t>= (b + 4</a:t>
            </a:r>
            <a:r>
              <a:rPr sz="2200" spc="-10" dirty="0">
                <a:latin typeface="Franklin Gothic Medium"/>
                <a:cs typeface="Franklin Gothic Medium"/>
              </a:rPr>
              <a:t> </a:t>
            </a:r>
            <a:r>
              <a:rPr sz="2200" spc="-5" dirty="0">
                <a:latin typeface="Franklin Gothic Medium"/>
                <a:cs typeface="Franklin Gothic Medium"/>
              </a:rPr>
              <a:t>* </a:t>
            </a:r>
            <a:r>
              <a:rPr sz="2200" dirty="0">
                <a:latin typeface="Franklin Gothic Medium"/>
                <a:cs typeface="Franklin Gothic Medium"/>
              </a:rPr>
              <a:t>d)</a:t>
            </a:r>
            <a:r>
              <a:rPr sz="2200" spc="20" dirty="0">
                <a:latin typeface="Franklin Gothic Medium"/>
                <a:cs typeface="Franklin Gothic Medium"/>
              </a:rPr>
              <a:t> </a:t>
            </a:r>
            <a:r>
              <a:rPr sz="2200" spc="-10" dirty="0">
                <a:latin typeface="Franklin Gothic Medium"/>
                <a:cs typeface="Franklin Gothic Medium"/>
              </a:rPr>
              <a:t>-----&gt;</a:t>
            </a:r>
            <a:r>
              <a:rPr sz="2200" spc="-15" dirty="0">
                <a:latin typeface="Franklin Gothic Medium"/>
                <a:cs typeface="Franklin Gothic Medium"/>
              </a:rPr>
              <a:t> </a:t>
            </a:r>
            <a:r>
              <a:rPr sz="2200" spc="-5" dirty="0">
                <a:latin typeface="Franklin Gothic Medium"/>
                <a:cs typeface="Franklin Gothic Medium"/>
              </a:rPr>
              <a:t>b</a:t>
            </a:r>
            <a:r>
              <a:rPr sz="2200" dirty="0">
                <a:latin typeface="Franklin Gothic Medium"/>
                <a:cs typeface="Franklin Gothic Medium"/>
              </a:rPr>
              <a:t> </a:t>
            </a:r>
            <a:r>
              <a:rPr sz="2200" spc="-5" dirty="0">
                <a:latin typeface="Franklin Gothic Medium"/>
                <a:cs typeface="Franklin Gothic Medium"/>
              </a:rPr>
              <a:t>= b</a:t>
            </a:r>
            <a:r>
              <a:rPr sz="2200" dirty="0">
                <a:latin typeface="Franklin Gothic Medium"/>
                <a:cs typeface="Franklin Gothic Medium"/>
              </a:rPr>
              <a:t> </a:t>
            </a:r>
            <a:r>
              <a:rPr sz="2200" spc="-5" dirty="0">
                <a:latin typeface="Franklin Gothic Medium"/>
                <a:cs typeface="Franklin Gothic Medium"/>
              </a:rPr>
              <a:t>* (b + </a:t>
            </a:r>
            <a:r>
              <a:rPr sz="2200" dirty="0">
                <a:latin typeface="Franklin Gothic Medium"/>
                <a:cs typeface="Franklin Gothic Medium"/>
              </a:rPr>
              <a:t>(4</a:t>
            </a:r>
            <a:r>
              <a:rPr sz="2200" spc="-5" dirty="0">
                <a:latin typeface="Franklin Gothic Medium"/>
                <a:cs typeface="Franklin Gothic Medium"/>
              </a:rPr>
              <a:t> *</a:t>
            </a:r>
            <a:r>
              <a:rPr sz="2200" spc="-10" dirty="0">
                <a:latin typeface="Franklin Gothic Medium"/>
                <a:cs typeface="Franklin Gothic Medium"/>
              </a:rPr>
              <a:t> </a:t>
            </a:r>
            <a:r>
              <a:rPr sz="2200" dirty="0">
                <a:latin typeface="Franklin Gothic Medium"/>
                <a:cs typeface="Franklin Gothic Medium"/>
              </a:rPr>
              <a:t>d))</a:t>
            </a:r>
            <a:endParaRPr sz="2200">
              <a:latin typeface="Franklin Gothic Medium"/>
              <a:cs typeface="Franklin Gothic Medium"/>
            </a:endParaRPr>
          </a:p>
          <a:p>
            <a:pPr marL="12700">
              <a:lnSpc>
                <a:spcPct val="100000"/>
              </a:lnSpc>
              <a:spcBef>
                <a:spcPts val="395"/>
              </a:spcBef>
              <a:tabLst>
                <a:tab pos="382270" algn="l"/>
              </a:tabLst>
            </a:pPr>
            <a:r>
              <a:rPr sz="2200" spc="-5" dirty="0">
                <a:latin typeface="Franklin Gothic Medium"/>
                <a:cs typeface="Franklin Gothic Medium"/>
              </a:rPr>
              <a:t>5.	a%</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2</a:t>
            </a:r>
            <a:r>
              <a:rPr sz="2200" spc="-10" dirty="0">
                <a:latin typeface="Franklin Gothic Medium"/>
                <a:cs typeface="Franklin Gothic Medium"/>
              </a:rPr>
              <a:t> </a:t>
            </a:r>
            <a:r>
              <a:rPr sz="2200" spc="-5" dirty="0">
                <a:latin typeface="Franklin Gothic Medium"/>
                <a:cs typeface="Franklin Gothic Medium"/>
              </a:rPr>
              <a:t>-----&gt;</a:t>
            </a:r>
            <a:r>
              <a:rPr sz="2200" spc="-25"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a%2</a:t>
            </a:r>
            <a:endParaRPr sz="2200">
              <a:latin typeface="Franklin Gothic Medium"/>
              <a:cs typeface="Franklin Gothic Medium"/>
            </a:endParaRPr>
          </a:p>
          <a:p>
            <a:pPr marL="12700">
              <a:lnSpc>
                <a:spcPct val="100000"/>
              </a:lnSpc>
              <a:spcBef>
                <a:spcPts val="395"/>
              </a:spcBef>
              <a:tabLst>
                <a:tab pos="382270" algn="l"/>
              </a:tabLst>
            </a:pPr>
            <a:r>
              <a:rPr sz="2200" spc="-5" dirty="0">
                <a:latin typeface="Franklin Gothic Medium"/>
                <a:cs typeface="Franklin Gothic Medium"/>
              </a:rPr>
              <a:t>6.	x+</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a/b*c -----&gt;</a:t>
            </a:r>
            <a:r>
              <a:rPr sz="2200" spc="-25" dirty="0">
                <a:latin typeface="Franklin Gothic Medium"/>
                <a:cs typeface="Franklin Gothic Medium"/>
              </a:rPr>
              <a:t> </a:t>
            </a:r>
            <a:r>
              <a:rPr sz="2200" spc="-5" dirty="0">
                <a:latin typeface="Franklin Gothic Medium"/>
                <a:cs typeface="Franklin Gothic Medium"/>
              </a:rPr>
              <a:t>x =</a:t>
            </a:r>
            <a:r>
              <a:rPr sz="2200" spc="-10" dirty="0">
                <a:latin typeface="Franklin Gothic Medium"/>
                <a:cs typeface="Franklin Gothic Medium"/>
              </a:rPr>
              <a:t> </a:t>
            </a:r>
            <a:r>
              <a:rPr sz="2200" spc="-5" dirty="0">
                <a:latin typeface="Franklin Gothic Medium"/>
                <a:cs typeface="Franklin Gothic Medium"/>
              </a:rPr>
              <a:t>x</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((a/b)</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p:txBody>
      </p:sp>
      <p:sp>
        <p:nvSpPr>
          <p:cNvPr id="5" name="object 5"/>
          <p:cNvSpPr txBox="1">
            <a:spLocks noGrp="1"/>
          </p:cNvSpPr>
          <p:nvPr>
            <p:ph type="title"/>
          </p:nvPr>
        </p:nvSpPr>
        <p:spPr>
          <a:xfrm>
            <a:off x="324713" y="167385"/>
            <a:ext cx="316674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4.	Assignment</a:t>
            </a:r>
            <a:r>
              <a:rPr sz="2400" spc="-90" dirty="0"/>
              <a:t> </a:t>
            </a:r>
            <a:r>
              <a:rPr sz="2400" spc="-5" dirty="0"/>
              <a:t>operator</a:t>
            </a:r>
            <a:endParaRPr sz="24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8520" y="839495"/>
            <a:ext cx="5709285" cy="3546475"/>
          </a:xfrm>
          <a:prstGeom prst="rect">
            <a:avLst/>
          </a:prstGeom>
        </p:spPr>
        <p:txBody>
          <a:bodyPr vert="horz" wrap="square" lIns="0" tIns="12700" rIns="0" bIns="0" rtlCol="0">
            <a:spAutoFit/>
          </a:bodyPr>
          <a:lstStyle/>
          <a:p>
            <a:pPr marL="12700" marR="5080">
              <a:lnSpc>
                <a:spcPct val="150000"/>
              </a:lnSpc>
              <a:spcBef>
                <a:spcPts val="100"/>
              </a:spcBef>
            </a:pPr>
            <a:r>
              <a:rPr sz="2200" spc="-5" dirty="0">
                <a:latin typeface="Franklin Gothic Medium"/>
                <a:cs typeface="Franklin Gothic Medium"/>
              </a:rPr>
              <a:t>Used</a:t>
            </a:r>
            <a:r>
              <a:rPr sz="2200" spc="5"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add/subtract</a:t>
            </a:r>
            <a:r>
              <a:rPr sz="2200" dirty="0">
                <a:latin typeface="Franklin Gothic Medium"/>
                <a:cs typeface="Franklin Gothic Medium"/>
              </a:rPr>
              <a:t> </a:t>
            </a:r>
            <a:r>
              <a:rPr sz="2200" spc="-5" dirty="0">
                <a:latin typeface="Franklin Gothic Medium"/>
                <a:cs typeface="Franklin Gothic Medium"/>
              </a:rPr>
              <a:t>1 from </a:t>
            </a:r>
            <a:r>
              <a:rPr sz="2200" spc="-10" dirty="0">
                <a:latin typeface="Franklin Gothic Medium"/>
                <a:cs typeface="Franklin Gothic Medium"/>
              </a:rPr>
              <a:t>the</a:t>
            </a:r>
            <a:r>
              <a:rPr sz="2200" spc="-5" dirty="0">
                <a:latin typeface="Franklin Gothic Medium"/>
                <a:cs typeface="Franklin Gothic Medium"/>
              </a:rPr>
              <a:t> </a:t>
            </a:r>
            <a:r>
              <a:rPr sz="2200" spc="-10" dirty="0">
                <a:latin typeface="Franklin Gothic Medium"/>
                <a:cs typeface="Franklin Gothic Medium"/>
              </a:rPr>
              <a:t>same</a:t>
            </a:r>
            <a:r>
              <a:rPr sz="2200" spc="-5" dirty="0">
                <a:latin typeface="Franklin Gothic Medium"/>
                <a:cs typeface="Franklin Gothic Medium"/>
              </a:rPr>
              <a:t> variable. </a:t>
            </a:r>
            <a:r>
              <a:rPr sz="2200" spc="-535" dirty="0">
                <a:latin typeface="Franklin Gothic Medium"/>
                <a:cs typeface="Franklin Gothic Medium"/>
              </a:rPr>
              <a:t> </a:t>
            </a:r>
            <a:r>
              <a:rPr sz="2200" spc="-5" dirty="0">
                <a:latin typeface="Franklin Gothic Medium"/>
                <a:cs typeface="Franklin Gothic Medium"/>
              </a:rPr>
              <a:t>Example:</a:t>
            </a:r>
            <a:endParaRPr sz="220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a =</a:t>
            </a:r>
            <a:r>
              <a:rPr sz="2200" spc="-10" dirty="0">
                <a:latin typeface="Franklin Gothic Medium"/>
                <a:cs typeface="Franklin Gothic Medium"/>
              </a:rPr>
              <a:t> </a:t>
            </a:r>
            <a:r>
              <a:rPr sz="2200" spc="-5" dirty="0">
                <a:latin typeface="Franklin Gothic Medium"/>
                <a:cs typeface="Franklin Gothic Medium"/>
              </a:rPr>
              <a:t>a +</a:t>
            </a:r>
            <a:r>
              <a:rPr sz="2200" spc="-10" dirty="0">
                <a:latin typeface="Franklin Gothic Medium"/>
                <a:cs typeface="Franklin Gothic Medium"/>
              </a:rPr>
              <a:t> </a:t>
            </a:r>
            <a:r>
              <a:rPr sz="2200" spc="-5" dirty="0">
                <a:latin typeface="Franklin Gothic Medium"/>
                <a:cs typeface="Franklin Gothic Medium"/>
              </a:rPr>
              <a:t>1</a:t>
            </a:r>
            <a:r>
              <a:rPr sz="2200" spc="-10" dirty="0">
                <a:latin typeface="Franklin Gothic Medium"/>
                <a:cs typeface="Franklin Gothic Medium"/>
              </a:rPr>
              <a:t> ====&gt;</a:t>
            </a:r>
            <a:r>
              <a:rPr sz="2200" spc="-5" dirty="0">
                <a:latin typeface="Franklin Gothic Medium"/>
                <a:cs typeface="Franklin Gothic Medium"/>
              </a:rPr>
              <a:t> a++</a:t>
            </a:r>
            <a:r>
              <a:rPr sz="2200" dirty="0">
                <a:latin typeface="Franklin Gothic Medium"/>
                <a:cs typeface="Franklin Gothic Medium"/>
              </a:rPr>
              <a:t> </a:t>
            </a:r>
            <a:r>
              <a:rPr sz="2200" spc="-5" dirty="0">
                <a:latin typeface="Franklin Gothic Medium"/>
                <a:cs typeface="Franklin Gothic Medium"/>
              </a:rPr>
              <a:t>or </a:t>
            </a:r>
            <a:r>
              <a:rPr sz="2200" spc="-10" dirty="0">
                <a:latin typeface="Franklin Gothic Medium"/>
                <a:cs typeface="Franklin Gothic Medium"/>
              </a:rPr>
              <a:t>++a</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25" dirty="0">
                <a:solidFill>
                  <a:srgbClr val="000099"/>
                </a:solidFill>
                <a:latin typeface="Franklin Gothic Medium"/>
                <a:cs typeface="Franklin Gothic Medium"/>
              </a:rPr>
              <a:t>Types</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5" dirty="0">
                <a:latin typeface="Franklin Gothic Medium"/>
                <a:cs typeface="Franklin Gothic Medium"/>
              </a:rPr>
              <a:t>Prefix</a:t>
            </a:r>
            <a:r>
              <a:rPr sz="2200" spc="-50" dirty="0">
                <a:latin typeface="Franklin Gothic Medium"/>
                <a:cs typeface="Franklin Gothic Medium"/>
              </a:rPr>
              <a:t> </a:t>
            </a:r>
            <a:r>
              <a:rPr sz="2200" spc="-10" dirty="0">
                <a:latin typeface="Franklin Gothic Medium"/>
                <a:cs typeface="Franklin Gothic Medium"/>
              </a:rPr>
              <a:t>expression</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10" dirty="0">
                <a:latin typeface="Franklin Gothic Medium"/>
                <a:cs typeface="Franklin Gothic Medium"/>
              </a:rPr>
              <a:t>Postfix</a:t>
            </a:r>
            <a:r>
              <a:rPr sz="2200" spc="-30" dirty="0">
                <a:latin typeface="Franklin Gothic Medium"/>
                <a:cs typeface="Franklin Gothic Medium"/>
              </a:rPr>
              <a:t> </a:t>
            </a:r>
            <a:r>
              <a:rPr sz="2200" spc="-5" dirty="0">
                <a:latin typeface="Franklin Gothic Medium"/>
                <a:cs typeface="Franklin Gothic Medium"/>
              </a:rPr>
              <a:t>expression</a:t>
            </a:r>
            <a:endParaRPr sz="2200">
              <a:latin typeface="Franklin Gothic Medium"/>
              <a:cs typeface="Franklin Gothic Medium"/>
            </a:endParaRPr>
          </a:p>
        </p:txBody>
      </p:sp>
      <p:sp>
        <p:nvSpPr>
          <p:cNvPr id="3" name="object 3"/>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8015" y="1635257"/>
            <a:ext cx="10001885" cy="2540000"/>
          </a:xfrm>
          <a:prstGeom prst="rect">
            <a:avLst/>
          </a:prstGeom>
        </p:spPr>
        <p:txBody>
          <a:bodyPr vert="horz" wrap="square" lIns="0" tIns="179705" rIns="0" bIns="0" rtlCol="0">
            <a:spAutoFit/>
          </a:bodyPr>
          <a:lstStyle/>
          <a:p>
            <a:pPr marL="12700">
              <a:lnSpc>
                <a:spcPct val="100000"/>
              </a:lnSpc>
              <a:spcBef>
                <a:spcPts val="1415"/>
              </a:spcBef>
            </a:pPr>
            <a:r>
              <a:rPr sz="2200" dirty="0">
                <a:solidFill>
                  <a:srgbClr val="000099"/>
                </a:solidFill>
                <a:latin typeface="Franklin Gothic Medium"/>
                <a:cs typeface="Franklin Gothic Medium"/>
              </a:rPr>
              <a:t>Prefix</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10" dirty="0">
                <a:latin typeface="Franklin Gothic Medium"/>
                <a:cs typeface="Franklin Gothic Medium"/>
              </a:rPr>
              <a:t>Consists</a:t>
            </a:r>
            <a:r>
              <a:rPr sz="2200" spc="-5" dirty="0">
                <a:latin typeface="Franklin Gothic Medium"/>
                <a:cs typeface="Franklin Gothic Medium"/>
              </a:rPr>
              <a:t> of</a:t>
            </a:r>
            <a:r>
              <a:rPr sz="2200" dirty="0">
                <a:latin typeface="Franklin Gothic Medium"/>
                <a:cs typeface="Franklin Gothic Medium"/>
              </a:rPr>
              <a:t> </a:t>
            </a:r>
            <a:r>
              <a:rPr sz="2200" spc="-5" dirty="0">
                <a:latin typeface="Franklin Gothic Medium"/>
                <a:cs typeface="Franklin Gothic Medium"/>
              </a:rPr>
              <a:t>only</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and</a:t>
            </a:r>
            <a:r>
              <a:rPr sz="2200" spc="5" dirty="0">
                <a:latin typeface="Franklin Gothic Medium"/>
                <a:cs typeface="Franklin Gothic Medium"/>
              </a:rPr>
              <a:t> </a:t>
            </a: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5" dirty="0">
                <a:latin typeface="Franklin Gothic Medium"/>
                <a:cs typeface="Franklin Gothic Medium"/>
              </a:rPr>
              <a:t>Increments /</a:t>
            </a:r>
            <a:r>
              <a:rPr sz="2200" dirty="0">
                <a:latin typeface="Franklin Gothic Medium"/>
                <a:cs typeface="Franklin Gothic Medium"/>
              </a:rPr>
              <a:t> </a:t>
            </a:r>
            <a:r>
              <a:rPr sz="2200" spc="-5" dirty="0">
                <a:latin typeface="Franklin Gothic Medium"/>
                <a:cs typeface="Franklin Gothic Medium"/>
              </a:rPr>
              <a:t>decrements</a:t>
            </a:r>
            <a:r>
              <a:rPr sz="2200" dirty="0">
                <a:latin typeface="Franklin Gothic Medium"/>
                <a:cs typeface="Franklin Gothic Medium"/>
              </a:rPr>
              <a:t> </a:t>
            </a:r>
            <a:r>
              <a:rPr sz="2200" spc="-10" dirty="0">
                <a:latin typeface="Franklin Gothic Medium"/>
                <a:cs typeface="Franklin Gothic Medium"/>
              </a:rPr>
              <a:t>value</a:t>
            </a:r>
            <a:r>
              <a:rPr sz="2200" dirty="0">
                <a:latin typeface="Franklin Gothic Medium"/>
                <a:cs typeface="Franklin Gothic Medium"/>
              </a:rPr>
              <a:t> </a:t>
            </a:r>
            <a:r>
              <a:rPr sz="2200" spc="-15" dirty="0">
                <a:latin typeface="Franklin Gothic Medium"/>
                <a:cs typeface="Franklin Gothic Medium"/>
              </a:rPr>
              <a:t>by</a:t>
            </a:r>
            <a:r>
              <a:rPr sz="2200" spc="-5" dirty="0">
                <a:latin typeface="Franklin Gothic Medium"/>
                <a:cs typeface="Franklin Gothic Medium"/>
              </a:rPr>
              <a:t> 1 only</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10" dirty="0">
                <a:latin typeface="Franklin Gothic Medium"/>
                <a:cs typeface="Franklin Gothic Medium"/>
              </a:rPr>
              <a:t>Consists</a:t>
            </a:r>
            <a:r>
              <a:rPr sz="2200" spc="1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one operand</a:t>
            </a:r>
            <a:r>
              <a:rPr sz="2200" spc="-15" dirty="0">
                <a:latin typeface="Franklin Gothic Medium"/>
                <a:cs typeface="Franklin Gothic Medium"/>
              </a:rPr>
              <a:t> </a:t>
            </a:r>
            <a:r>
              <a:rPr sz="2200" spc="-5" dirty="0">
                <a:latin typeface="Franklin Gothic Medium"/>
                <a:cs typeface="Franklin Gothic Medium"/>
              </a:rPr>
              <a:t>preceded </a:t>
            </a:r>
            <a:r>
              <a:rPr sz="2200" spc="-15" dirty="0">
                <a:latin typeface="Franklin Gothic Medium"/>
                <a:cs typeface="Franklin Gothic Medium"/>
              </a:rPr>
              <a:t>by</a:t>
            </a:r>
            <a:r>
              <a:rPr sz="2200" spc="-5"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operator</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i="1" spc="-5" dirty="0">
                <a:solidFill>
                  <a:srgbClr val="FF0000"/>
                </a:solidFill>
                <a:latin typeface="Franklin Gothic Medium"/>
                <a:cs typeface="Franklin Gothic Medium"/>
              </a:rPr>
              <a:t>Rule</a:t>
            </a:r>
            <a:r>
              <a:rPr sz="2200" i="1" spc="-1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of</a:t>
            </a:r>
            <a:r>
              <a:rPr sz="2200" i="1" spc="-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prefix</a:t>
            </a:r>
            <a:r>
              <a:rPr sz="2200" i="1" spc="-2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a:t>
            </a:r>
            <a:r>
              <a:rPr sz="2200" i="1" dirty="0">
                <a:solidFill>
                  <a:srgbClr val="FF0000"/>
                </a:solidFill>
                <a:latin typeface="Franklin Gothic Medium"/>
                <a:cs typeface="Franklin Gothic Medium"/>
              </a:rPr>
              <a:t> change</a:t>
            </a:r>
            <a:r>
              <a:rPr sz="2200" i="1" spc="-3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the</a:t>
            </a:r>
            <a:r>
              <a:rPr sz="2200" i="1" spc="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value</a:t>
            </a:r>
            <a:r>
              <a:rPr sz="2200" i="1" spc="-2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of</a:t>
            </a:r>
            <a:r>
              <a:rPr sz="2200" i="1" spc="-5" dirty="0">
                <a:solidFill>
                  <a:srgbClr val="FF0000"/>
                </a:solidFill>
                <a:latin typeface="Franklin Gothic Medium"/>
                <a:cs typeface="Franklin Gothic Medium"/>
              </a:rPr>
              <a:t> the</a:t>
            </a:r>
            <a:r>
              <a:rPr sz="2200" i="1" spc="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variable</a:t>
            </a:r>
            <a:r>
              <a:rPr sz="2200" i="1" spc="-30"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and</a:t>
            </a:r>
            <a:r>
              <a:rPr sz="2200" i="1" spc="-10"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then use</a:t>
            </a:r>
            <a:r>
              <a:rPr sz="2200" i="1" spc="-1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it</a:t>
            </a:r>
            <a:r>
              <a:rPr sz="2200" i="1" spc="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in</a:t>
            </a:r>
            <a:r>
              <a:rPr sz="2200" i="1" spc="10"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the</a:t>
            </a:r>
            <a:r>
              <a:rPr sz="2200" i="1" spc="10"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expression.</a:t>
            </a:r>
            <a:endParaRPr sz="2200">
              <a:latin typeface="Franklin Gothic Medium"/>
              <a:cs typeface="Franklin Gothic Medium"/>
            </a:endParaRPr>
          </a:p>
        </p:txBody>
      </p:sp>
      <p:sp>
        <p:nvSpPr>
          <p:cNvPr id="3" name="object 3"/>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1017219"/>
            <a:ext cx="6146165" cy="436372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Prefix</a:t>
            </a:r>
            <a:r>
              <a:rPr sz="2200" spc="-5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a:p>
            <a:pPr>
              <a:lnSpc>
                <a:spcPct val="100000"/>
              </a:lnSpc>
            </a:pPr>
            <a:endParaRPr sz="2500">
              <a:latin typeface="Franklin Gothic Medium"/>
              <a:cs typeface="Franklin Gothic Medium"/>
            </a:endParaRPr>
          </a:p>
          <a:p>
            <a:pPr marL="12700">
              <a:lnSpc>
                <a:spcPct val="100000"/>
              </a:lnSpc>
              <a:spcBef>
                <a:spcPts val="1755"/>
              </a:spcBef>
              <a:tabLst>
                <a:tab pos="469900" algn="l"/>
              </a:tabLst>
            </a:pPr>
            <a:r>
              <a:rPr sz="2200" spc="-5" dirty="0">
                <a:latin typeface="Franklin Gothic Medium"/>
                <a:cs typeface="Franklin Gothic Medium"/>
              </a:rPr>
              <a:t>1)	int</a:t>
            </a:r>
            <a:r>
              <a:rPr sz="2200" spc="-20" dirty="0">
                <a:latin typeface="Franklin Gothic Medium"/>
                <a:cs typeface="Franklin Gothic Medium"/>
              </a:rPr>
              <a:t> </a:t>
            </a:r>
            <a:r>
              <a:rPr sz="2200" spc="-5"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10" dirty="0">
                <a:latin typeface="Franklin Gothic Medium"/>
                <a:cs typeface="Franklin Gothic Medium"/>
              </a:rPr>
              <a:t>4;</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printf("a=%d\n",a);</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printf("Pre </a:t>
            </a:r>
            <a:r>
              <a:rPr sz="2200" spc="-10" dirty="0">
                <a:latin typeface="Franklin Gothic Medium"/>
                <a:cs typeface="Franklin Gothic Medium"/>
              </a:rPr>
              <a:t>incremented</a:t>
            </a:r>
            <a:r>
              <a:rPr sz="2200"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of</a:t>
            </a:r>
            <a:r>
              <a:rPr sz="2200" spc="10" dirty="0">
                <a:latin typeface="Franklin Gothic Medium"/>
                <a:cs typeface="Franklin Gothic Medium"/>
              </a:rPr>
              <a:t> </a:t>
            </a:r>
            <a:r>
              <a:rPr sz="2200" spc="-5" dirty="0">
                <a:latin typeface="Franklin Gothic Medium"/>
                <a:cs typeface="Franklin Gothic Medium"/>
              </a:rPr>
              <a:t>a=%d\n",++a);</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printf("a=%d",a);</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5"/>
              </a:spcBef>
            </a:pPr>
            <a:endParaRPr sz="3200">
              <a:latin typeface="Franklin Gothic Medium"/>
              <a:cs typeface="Franklin Gothic Medium"/>
            </a:endParaRPr>
          </a:p>
          <a:p>
            <a:pPr marL="12700">
              <a:lnSpc>
                <a:spcPct val="100000"/>
              </a:lnSpc>
              <a:tabLst>
                <a:tab pos="469900" algn="l"/>
              </a:tabLst>
            </a:pPr>
            <a:r>
              <a:rPr sz="2200" spc="-10" dirty="0">
                <a:latin typeface="Franklin Gothic Medium"/>
                <a:cs typeface="Franklin Gothic Medium"/>
              </a:rPr>
              <a:t>2)	</a:t>
            </a:r>
            <a:r>
              <a:rPr sz="2200" spc="-5" dirty="0">
                <a:latin typeface="Franklin Gothic Medium"/>
                <a:cs typeface="Franklin Gothic Medium"/>
              </a:rPr>
              <a:t>int</a:t>
            </a:r>
            <a:r>
              <a:rPr sz="2200" spc="-10" dirty="0">
                <a:latin typeface="Franklin Gothic Medium"/>
                <a:cs typeface="Franklin Gothic Medium"/>
              </a:rPr>
              <a:t> </a:t>
            </a:r>
            <a:r>
              <a:rPr sz="2200" spc="-5" dirty="0">
                <a:latin typeface="Franklin Gothic Medium"/>
                <a:cs typeface="Franklin Gothic Medium"/>
              </a:rPr>
              <a:t>a =</a:t>
            </a:r>
            <a:r>
              <a:rPr sz="2200" spc="-10" dirty="0">
                <a:latin typeface="Franklin Gothic Medium"/>
                <a:cs typeface="Franklin Gothic Medium"/>
              </a:rPr>
              <a:t> </a:t>
            </a:r>
            <a:r>
              <a:rPr sz="2200" spc="-5" dirty="0">
                <a:latin typeface="Franklin Gothic Medium"/>
                <a:cs typeface="Franklin Gothic Medium"/>
              </a:rPr>
              <a:t>6,</a:t>
            </a:r>
            <a:r>
              <a:rPr sz="2200" spc="-15" dirty="0">
                <a:latin typeface="Franklin Gothic Medium"/>
                <a:cs typeface="Franklin Gothic Medium"/>
              </a:rPr>
              <a:t> </a:t>
            </a:r>
            <a:r>
              <a:rPr sz="2200" spc="-5" dirty="0">
                <a:latin typeface="Franklin Gothic Medium"/>
                <a:cs typeface="Franklin Gothic Medium"/>
              </a:rPr>
              <a:t>b =</a:t>
            </a:r>
            <a:r>
              <a:rPr sz="2200" spc="-10" dirty="0">
                <a:latin typeface="Franklin Gothic Medium"/>
                <a:cs typeface="Franklin Gothic Medium"/>
              </a:rPr>
              <a:t> </a:t>
            </a:r>
            <a:r>
              <a:rPr sz="2200" spc="-5" dirty="0">
                <a:latin typeface="Franklin Gothic Medium"/>
                <a:cs typeface="Franklin Gothic Medium"/>
              </a:rPr>
              <a:t>4,</a:t>
            </a:r>
            <a:r>
              <a:rPr sz="2200" spc="-15" dirty="0">
                <a:latin typeface="Franklin Gothic Medium"/>
                <a:cs typeface="Franklin Gothic Medium"/>
              </a:rPr>
              <a:t> </a:t>
            </a:r>
            <a:r>
              <a:rPr sz="2200" spc="-10" dirty="0">
                <a:latin typeface="Franklin Gothic Medium"/>
                <a:cs typeface="Franklin Gothic Medium"/>
              </a:rPr>
              <a:t>c;</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c</a:t>
            </a:r>
            <a:r>
              <a:rPr sz="2200" spc="-2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++b;</a:t>
            </a:r>
            <a:endParaRPr sz="2200">
              <a:latin typeface="Franklin Gothic Medium"/>
              <a:cs typeface="Franklin Gothic Medium"/>
            </a:endParaRPr>
          </a:p>
          <a:p>
            <a:pPr marL="469900">
              <a:lnSpc>
                <a:spcPct val="100000"/>
              </a:lnSpc>
              <a:spcBef>
                <a:spcPts val="395"/>
              </a:spcBef>
              <a:tabLst>
                <a:tab pos="2118995" algn="l"/>
                <a:tab pos="2940685" algn="l"/>
              </a:tabLst>
            </a:pPr>
            <a:r>
              <a:rPr sz="2200" spc="-5" dirty="0">
                <a:latin typeface="Franklin Gothic Medium"/>
                <a:cs typeface="Franklin Gothic Medium"/>
              </a:rPr>
              <a:t>printf("a=%d	b=%d	c=%d",a,</a:t>
            </a:r>
            <a:r>
              <a:rPr sz="2200" spc="-10" dirty="0">
                <a:latin typeface="Franklin Gothic Medium"/>
                <a:cs typeface="Franklin Gothic Medium"/>
              </a:rPr>
              <a:t> </a:t>
            </a:r>
            <a:r>
              <a:rPr sz="2200" spc="-5" dirty="0">
                <a:latin typeface="Franklin Gothic Medium"/>
                <a:cs typeface="Franklin Gothic Medium"/>
              </a:rPr>
              <a:t>b,</a:t>
            </a:r>
            <a:r>
              <a:rPr sz="2200" spc="-20"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p:txBody>
      </p:sp>
      <p:sp>
        <p:nvSpPr>
          <p:cNvPr id="3" name="object 3"/>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
        <p:nvSpPr>
          <p:cNvPr id="4" name="object 4"/>
          <p:cNvSpPr txBox="1"/>
          <p:nvPr/>
        </p:nvSpPr>
        <p:spPr>
          <a:xfrm>
            <a:off x="7491983" y="1874520"/>
            <a:ext cx="4067810" cy="1108075"/>
          </a:xfrm>
          <a:prstGeom prst="rect">
            <a:avLst/>
          </a:prstGeom>
          <a:ln w="9525">
            <a:solidFill>
              <a:srgbClr val="000000"/>
            </a:solidFill>
          </a:ln>
        </p:spPr>
        <p:txBody>
          <a:bodyPr vert="horz" wrap="square" lIns="0" tIns="37465" rIns="0" bIns="0" rtlCol="0">
            <a:spAutoFit/>
          </a:bodyPr>
          <a:lstStyle/>
          <a:p>
            <a:pPr marL="92075">
              <a:lnSpc>
                <a:spcPct val="100000"/>
              </a:lnSpc>
              <a:spcBef>
                <a:spcPts val="295"/>
              </a:spcBef>
            </a:pPr>
            <a:r>
              <a:rPr sz="2200" spc="-5" dirty="0">
                <a:latin typeface="Franklin Gothic Medium"/>
                <a:cs typeface="Franklin Gothic Medium"/>
              </a:rPr>
              <a:t>a=4</a:t>
            </a:r>
            <a:endParaRPr sz="2200">
              <a:latin typeface="Franklin Gothic Medium"/>
              <a:cs typeface="Franklin Gothic Medium"/>
            </a:endParaRPr>
          </a:p>
          <a:p>
            <a:pPr marL="92075" marR="421640">
              <a:lnSpc>
                <a:spcPct val="100000"/>
              </a:lnSpc>
            </a:pPr>
            <a:r>
              <a:rPr sz="2200" spc="-5" dirty="0">
                <a:latin typeface="Franklin Gothic Medium"/>
                <a:cs typeface="Franklin Gothic Medium"/>
              </a:rPr>
              <a:t>Pre </a:t>
            </a:r>
            <a:r>
              <a:rPr sz="2200" spc="-10" dirty="0">
                <a:latin typeface="Franklin Gothic Medium"/>
                <a:cs typeface="Franklin Gothic Medium"/>
              </a:rPr>
              <a:t>incremented value </a:t>
            </a:r>
            <a:r>
              <a:rPr sz="2200" spc="-5" dirty="0">
                <a:latin typeface="Franklin Gothic Medium"/>
                <a:cs typeface="Franklin Gothic Medium"/>
              </a:rPr>
              <a:t>of a=5 </a:t>
            </a:r>
            <a:r>
              <a:rPr sz="2200" spc="-535" dirty="0">
                <a:latin typeface="Franklin Gothic Medium"/>
                <a:cs typeface="Franklin Gothic Medium"/>
              </a:rPr>
              <a:t> </a:t>
            </a:r>
            <a:r>
              <a:rPr sz="2200" spc="-5" dirty="0">
                <a:latin typeface="Franklin Gothic Medium"/>
                <a:cs typeface="Franklin Gothic Medium"/>
              </a:rPr>
              <a:t>a=5</a:t>
            </a:r>
            <a:endParaRPr sz="2200">
              <a:latin typeface="Franklin Gothic Medium"/>
              <a:cs typeface="Franklin Gothic Medium"/>
            </a:endParaRPr>
          </a:p>
        </p:txBody>
      </p:sp>
      <p:sp>
        <p:nvSpPr>
          <p:cNvPr id="5" name="object 5"/>
          <p:cNvSpPr txBox="1"/>
          <p:nvPr/>
        </p:nvSpPr>
        <p:spPr>
          <a:xfrm>
            <a:off x="7491983" y="4293108"/>
            <a:ext cx="4067810" cy="769620"/>
          </a:xfrm>
          <a:prstGeom prst="rect">
            <a:avLst/>
          </a:prstGeom>
          <a:ln w="9525">
            <a:solidFill>
              <a:srgbClr val="000000"/>
            </a:solidFill>
          </a:ln>
        </p:spPr>
        <p:txBody>
          <a:bodyPr vert="horz" wrap="square" lIns="0" tIns="38735" rIns="0" bIns="0" rtlCol="0">
            <a:spAutoFit/>
          </a:bodyPr>
          <a:lstStyle/>
          <a:p>
            <a:pPr marL="92075">
              <a:lnSpc>
                <a:spcPct val="100000"/>
              </a:lnSpc>
              <a:spcBef>
                <a:spcPts val="305"/>
              </a:spcBef>
              <a:tabLst>
                <a:tab pos="709930" algn="l"/>
                <a:tab pos="1327785" algn="l"/>
              </a:tabLst>
            </a:pPr>
            <a:r>
              <a:rPr sz="2200" spc="-5" dirty="0">
                <a:latin typeface="Franklin Gothic Medium"/>
                <a:cs typeface="Franklin Gothic Medium"/>
              </a:rPr>
              <a:t>a=7	b=5	</a:t>
            </a:r>
            <a:r>
              <a:rPr sz="2200" dirty="0">
                <a:latin typeface="Franklin Gothic Medium"/>
                <a:cs typeface="Franklin Gothic Medium"/>
              </a:rPr>
              <a:t>c=12</a:t>
            </a:r>
            <a:endParaRPr sz="2200">
              <a:latin typeface="Franklin Gothic Medium"/>
              <a:cs typeface="Franklin Gothic Medium"/>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1017219"/>
            <a:ext cx="206121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Prefix</a:t>
            </a:r>
            <a:r>
              <a:rPr sz="2200" spc="-8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p:txBody>
      </p:sp>
      <p:sp>
        <p:nvSpPr>
          <p:cNvPr id="3" name="object 3"/>
          <p:cNvSpPr txBox="1"/>
          <p:nvPr/>
        </p:nvSpPr>
        <p:spPr>
          <a:xfrm>
            <a:off x="455777" y="1884324"/>
            <a:ext cx="3820795" cy="1953895"/>
          </a:xfrm>
          <a:prstGeom prst="rect">
            <a:avLst/>
          </a:prstGeom>
        </p:spPr>
        <p:txBody>
          <a:bodyPr vert="horz" wrap="square" lIns="0" tIns="12700" rIns="0" bIns="0" rtlCol="0">
            <a:spAutoFit/>
          </a:bodyPr>
          <a:lstStyle/>
          <a:p>
            <a:pPr marL="469900" marR="2045970" indent="-457834">
              <a:lnSpc>
                <a:spcPct val="114999"/>
              </a:lnSpc>
              <a:spcBef>
                <a:spcPts val="100"/>
              </a:spcBef>
              <a:tabLst>
                <a:tab pos="469900" algn="l"/>
              </a:tabLst>
            </a:pPr>
            <a:r>
              <a:rPr sz="2200" spc="-5" dirty="0">
                <a:latin typeface="Franklin Gothic Medium"/>
                <a:cs typeface="Franklin Gothic Medium"/>
              </a:rPr>
              <a:t>3)	int</a:t>
            </a:r>
            <a:r>
              <a:rPr sz="2200" spc="-20" dirty="0">
                <a:latin typeface="Franklin Gothic Medium"/>
                <a:cs typeface="Franklin Gothic Medium"/>
              </a:rPr>
              <a:t> </a:t>
            </a:r>
            <a:r>
              <a:rPr sz="2200" spc="-5" dirty="0">
                <a:latin typeface="Franklin Gothic Medium"/>
                <a:cs typeface="Franklin Gothic Medium"/>
              </a:rPr>
              <a:t>x</a:t>
            </a:r>
            <a:r>
              <a:rPr sz="2200" spc="-2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6,</a:t>
            </a:r>
            <a:r>
              <a:rPr sz="2200" spc="-20" dirty="0">
                <a:latin typeface="Franklin Gothic Medium"/>
                <a:cs typeface="Franklin Gothic Medium"/>
              </a:rPr>
              <a:t> </a:t>
            </a:r>
            <a:r>
              <a:rPr sz="2200" spc="-5" dirty="0">
                <a:latin typeface="Franklin Gothic Medium"/>
                <a:cs typeface="Franklin Gothic Medium"/>
              </a:rPr>
              <a:t>y; </a:t>
            </a:r>
            <a:r>
              <a:rPr sz="2200" spc="-535" dirty="0">
                <a:latin typeface="Franklin Gothic Medium"/>
                <a:cs typeface="Franklin Gothic Medium"/>
              </a:rPr>
              <a:t> </a:t>
            </a:r>
            <a:r>
              <a:rPr sz="2200" spc="-5" dirty="0">
                <a:latin typeface="Franklin Gothic Medium"/>
                <a:cs typeface="Franklin Gothic Medium"/>
              </a:rPr>
              <a:t>y</a:t>
            </a:r>
            <a:r>
              <a:rPr sz="2200" spc="-2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3</a:t>
            </a:r>
            <a:r>
              <a:rPr sz="2200" spc="-2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x</a:t>
            </a:r>
            <a:r>
              <a:rPr sz="2200" spc="-5" dirty="0">
                <a:latin typeface="Arial MT"/>
                <a:cs typeface="Arial MT"/>
              </a:rPr>
              <a:t>--</a:t>
            </a:r>
            <a:r>
              <a:rPr sz="2200" spc="-5" dirty="0">
                <a:latin typeface="Franklin Gothic Medium"/>
                <a:cs typeface="Franklin Gothic Medium"/>
              </a:rPr>
              <a:t>;</a:t>
            </a:r>
            <a:endParaRPr sz="2200" dirty="0">
              <a:latin typeface="Franklin Gothic Medium"/>
              <a:cs typeface="Franklin Gothic Medium"/>
            </a:endParaRPr>
          </a:p>
          <a:p>
            <a:pPr marL="469900">
              <a:lnSpc>
                <a:spcPct val="100000"/>
              </a:lnSpc>
              <a:spcBef>
                <a:spcPts val="395"/>
              </a:spcBef>
              <a:tabLst>
                <a:tab pos="2092960" algn="l"/>
              </a:tabLst>
            </a:pPr>
            <a:r>
              <a:rPr sz="2200" spc="-5" dirty="0">
                <a:latin typeface="Franklin Gothic Medium"/>
                <a:cs typeface="Franklin Gothic Medium"/>
              </a:rPr>
              <a:t>printf("x=%d	</a:t>
            </a:r>
            <a:r>
              <a:rPr sz="2200" dirty="0">
                <a:latin typeface="Franklin Gothic Medium"/>
                <a:cs typeface="Franklin Gothic Medium"/>
              </a:rPr>
              <a:t>y=%d\n",</a:t>
            </a:r>
            <a:r>
              <a:rPr sz="2200" spc="-35" dirty="0">
                <a:latin typeface="Franklin Gothic Medium"/>
                <a:cs typeface="Franklin Gothic Medium"/>
              </a:rPr>
              <a:t> </a:t>
            </a:r>
            <a:r>
              <a:rPr sz="2200" spc="-5" dirty="0">
                <a:latin typeface="Franklin Gothic Medium"/>
                <a:cs typeface="Franklin Gothic Medium"/>
              </a:rPr>
              <a:t>x,</a:t>
            </a:r>
            <a:r>
              <a:rPr sz="2200" spc="-50" dirty="0">
                <a:latin typeface="Franklin Gothic Medium"/>
                <a:cs typeface="Franklin Gothic Medium"/>
              </a:rPr>
              <a:t> </a:t>
            </a:r>
            <a:r>
              <a:rPr sz="2200" spc="-5" dirty="0">
                <a:latin typeface="Franklin Gothic Medium"/>
                <a:cs typeface="Franklin Gothic Medium"/>
              </a:rPr>
              <a:t>y);</a:t>
            </a:r>
            <a:endParaRPr sz="2200" dirty="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x</a:t>
            </a:r>
            <a:r>
              <a:rPr sz="2200" spc="-30"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10" dirty="0">
                <a:latin typeface="Franklin Gothic Medium"/>
                <a:cs typeface="Franklin Gothic Medium"/>
              </a:rPr>
              <a:t>++y;</a:t>
            </a:r>
            <a:endParaRPr sz="2200" dirty="0">
              <a:latin typeface="Franklin Gothic Medium"/>
              <a:cs typeface="Franklin Gothic Medium"/>
            </a:endParaRPr>
          </a:p>
          <a:p>
            <a:pPr marL="469900">
              <a:lnSpc>
                <a:spcPct val="100000"/>
              </a:lnSpc>
              <a:spcBef>
                <a:spcPts val="395"/>
              </a:spcBef>
              <a:tabLst>
                <a:tab pos="2092325" algn="l"/>
              </a:tabLst>
            </a:pPr>
            <a:r>
              <a:rPr sz="2200" spc="-5" dirty="0">
                <a:latin typeface="Franklin Gothic Medium"/>
                <a:cs typeface="Franklin Gothic Medium"/>
              </a:rPr>
              <a:t>printf("x=%d	y=%d\n",</a:t>
            </a:r>
            <a:r>
              <a:rPr sz="2200" spc="-20" dirty="0">
                <a:latin typeface="Franklin Gothic Medium"/>
                <a:cs typeface="Franklin Gothic Medium"/>
              </a:rPr>
              <a:t> </a:t>
            </a:r>
            <a:r>
              <a:rPr sz="2200" spc="-5" dirty="0">
                <a:latin typeface="Franklin Gothic Medium"/>
                <a:cs typeface="Franklin Gothic Medium"/>
              </a:rPr>
              <a:t>x,</a:t>
            </a:r>
            <a:r>
              <a:rPr sz="2200" spc="-30" dirty="0">
                <a:latin typeface="Franklin Gothic Medium"/>
                <a:cs typeface="Franklin Gothic Medium"/>
              </a:rPr>
              <a:t> </a:t>
            </a:r>
            <a:r>
              <a:rPr sz="2200" spc="-5" dirty="0">
                <a:latin typeface="Franklin Gothic Medium"/>
                <a:cs typeface="Franklin Gothic Medium"/>
              </a:rPr>
              <a:t>y);</a:t>
            </a:r>
            <a:endParaRPr sz="2200" dirty="0">
              <a:latin typeface="Franklin Gothic Medium"/>
              <a:cs typeface="Franklin Gothic Medium"/>
            </a:endParaRPr>
          </a:p>
        </p:txBody>
      </p:sp>
      <p:sp>
        <p:nvSpPr>
          <p:cNvPr id="4" name="object 4"/>
          <p:cNvSpPr txBox="1"/>
          <p:nvPr/>
        </p:nvSpPr>
        <p:spPr>
          <a:xfrm>
            <a:off x="455777" y="4197583"/>
            <a:ext cx="3575685" cy="1183005"/>
          </a:xfrm>
          <a:prstGeom prst="rect">
            <a:avLst/>
          </a:prstGeom>
        </p:spPr>
        <p:txBody>
          <a:bodyPr vert="horz" wrap="square" lIns="0" tIns="63500" rIns="0" bIns="0" rtlCol="0">
            <a:spAutoFit/>
          </a:bodyPr>
          <a:lstStyle/>
          <a:p>
            <a:pPr marL="12700">
              <a:lnSpc>
                <a:spcPct val="100000"/>
              </a:lnSpc>
              <a:spcBef>
                <a:spcPts val="500"/>
              </a:spcBef>
              <a:tabLst>
                <a:tab pos="469900" algn="l"/>
              </a:tabLst>
            </a:pPr>
            <a:r>
              <a:rPr sz="2200" spc="-10" dirty="0">
                <a:latin typeface="Franklin Gothic Medium"/>
                <a:cs typeface="Franklin Gothic Medium"/>
              </a:rPr>
              <a:t>4)	</a:t>
            </a:r>
            <a:r>
              <a:rPr sz="2200" spc="-5" dirty="0">
                <a:latin typeface="Franklin Gothic Medium"/>
                <a:cs typeface="Franklin Gothic Medium"/>
              </a:rPr>
              <a:t>int</a:t>
            </a:r>
            <a:r>
              <a:rPr sz="2200" spc="-15"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5,</a:t>
            </a:r>
            <a:r>
              <a:rPr sz="2200" spc="-15" dirty="0">
                <a:latin typeface="Franklin Gothic Medium"/>
                <a:cs typeface="Franklin Gothic Medium"/>
              </a:rPr>
              <a:t> </a:t>
            </a:r>
            <a:r>
              <a:rPr sz="2200" spc="-5" dirty="0">
                <a:latin typeface="Franklin Gothic Medium"/>
                <a:cs typeface="Franklin Gothic Medium"/>
              </a:rPr>
              <a:t>b;</a:t>
            </a:r>
            <a:endParaRPr sz="2200" dirty="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b=</a:t>
            </a:r>
            <a:r>
              <a:rPr sz="2200" spc="-20" dirty="0">
                <a:latin typeface="Franklin Gothic Medium"/>
                <a:cs typeface="Franklin Gothic Medium"/>
              </a:rPr>
              <a:t> </a:t>
            </a:r>
            <a:r>
              <a:rPr sz="2200" spc="-5" dirty="0">
                <a:latin typeface="Arial MT"/>
                <a:cs typeface="Arial MT"/>
              </a:rPr>
              <a:t>--</a:t>
            </a:r>
            <a:r>
              <a:rPr sz="2200" spc="-5" dirty="0">
                <a:latin typeface="Franklin Gothic Medium"/>
                <a:cs typeface="Franklin Gothic Medium"/>
              </a:rPr>
              <a:t>a +</a:t>
            </a:r>
            <a:r>
              <a:rPr sz="2200" spc="-25" dirty="0">
                <a:latin typeface="Franklin Gothic Medium"/>
                <a:cs typeface="Franklin Gothic Medium"/>
              </a:rPr>
              <a:t> </a:t>
            </a:r>
            <a:r>
              <a:rPr sz="2200" spc="-5" dirty="0">
                <a:latin typeface="Franklin Gothic Medium"/>
                <a:cs typeface="Franklin Gothic Medium"/>
              </a:rPr>
              <a:t>a;</a:t>
            </a:r>
            <a:endParaRPr sz="2200" dirty="0">
              <a:latin typeface="Franklin Gothic Medium"/>
              <a:cs typeface="Franklin Gothic Medium"/>
            </a:endParaRPr>
          </a:p>
          <a:p>
            <a:pPr marL="469900">
              <a:lnSpc>
                <a:spcPct val="100000"/>
              </a:lnSpc>
              <a:spcBef>
                <a:spcPts val="395"/>
              </a:spcBef>
              <a:tabLst>
                <a:tab pos="2118995" algn="l"/>
              </a:tabLst>
            </a:pPr>
            <a:r>
              <a:rPr sz="2200" spc="-5" dirty="0">
                <a:latin typeface="Franklin Gothic Medium"/>
                <a:cs typeface="Franklin Gothic Medium"/>
              </a:rPr>
              <a:t>printf("a=%d	b=%d",a,</a:t>
            </a:r>
            <a:r>
              <a:rPr sz="2200" spc="-50" dirty="0">
                <a:latin typeface="Franklin Gothic Medium"/>
                <a:cs typeface="Franklin Gothic Medium"/>
              </a:rPr>
              <a:t> </a:t>
            </a:r>
            <a:r>
              <a:rPr sz="2200" dirty="0">
                <a:latin typeface="Franklin Gothic Medium"/>
                <a:cs typeface="Franklin Gothic Medium"/>
              </a:rPr>
              <a:t>b);</a:t>
            </a:r>
          </a:p>
        </p:txBody>
      </p:sp>
      <p:sp>
        <p:nvSpPr>
          <p:cNvPr id="5" name="object 5"/>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
        <p:nvSpPr>
          <p:cNvPr id="6" name="object 6"/>
          <p:cNvSpPr txBox="1"/>
          <p:nvPr/>
        </p:nvSpPr>
        <p:spPr>
          <a:xfrm>
            <a:off x="7491983" y="2002535"/>
            <a:ext cx="3511550" cy="769620"/>
          </a:xfrm>
          <a:prstGeom prst="rect">
            <a:avLst/>
          </a:prstGeom>
          <a:ln w="9525">
            <a:solidFill>
              <a:srgbClr val="000000"/>
            </a:solidFill>
          </a:ln>
        </p:spPr>
        <p:txBody>
          <a:bodyPr vert="horz" wrap="square" lIns="0" tIns="38735" rIns="0" bIns="0" rtlCol="0">
            <a:spAutoFit/>
          </a:bodyPr>
          <a:lstStyle/>
          <a:p>
            <a:pPr marL="92075" marR="2044064">
              <a:lnSpc>
                <a:spcPct val="100000"/>
              </a:lnSpc>
              <a:spcBef>
                <a:spcPts val="305"/>
              </a:spcBef>
              <a:tabLst>
                <a:tab pos="680720" algn="l"/>
                <a:tab pos="845185" algn="l"/>
              </a:tabLst>
            </a:pPr>
            <a:r>
              <a:rPr sz="2200" spc="-10" dirty="0">
                <a:latin typeface="Franklin Gothic Medium"/>
                <a:cs typeface="Franklin Gothic Medium"/>
              </a:rPr>
              <a:t>x=5	</a:t>
            </a:r>
            <a:r>
              <a:rPr sz="2200" dirty="0">
                <a:latin typeface="Franklin Gothic Medium"/>
                <a:cs typeface="Franklin Gothic Medium"/>
              </a:rPr>
              <a:t>y=18 </a:t>
            </a:r>
            <a:r>
              <a:rPr sz="2200" spc="5" dirty="0">
                <a:latin typeface="Franklin Gothic Medium"/>
                <a:cs typeface="Franklin Gothic Medium"/>
              </a:rPr>
              <a:t> </a:t>
            </a:r>
            <a:r>
              <a:rPr sz="2200" spc="-10" dirty="0">
                <a:latin typeface="Franklin Gothic Medium"/>
                <a:cs typeface="Franklin Gothic Medium"/>
              </a:rPr>
              <a:t>x=1</a:t>
            </a:r>
            <a:r>
              <a:rPr sz="2200" spc="-5" dirty="0">
                <a:latin typeface="Franklin Gothic Medium"/>
                <a:cs typeface="Franklin Gothic Medium"/>
              </a:rPr>
              <a:t>9</a:t>
            </a:r>
            <a:r>
              <a:rPr sz="2200" dirty="0">
                <a:latin typeface="Franklin Gothic Medium"/>
                <a:cs typeface="Franklin Gothic Medium"/>
              </a:rPr>
              <a:t>	</a:t>
            </a:r>
            <a:r>
              <a:rPr sz="2200" spc="-5" dirty="0">
                <a:latin typeface="Franklin Gothic Medium"/>
                <a:cs typeface="Franklin Gothic Medium"/>
              </a:rPr>
              <a:t>y=19</a:t>
            </a:r>
            <a:endParaRPr sz="2200">
              <a:latin typeface="Franklin Gothic Medium"/>
              <a:cs typeface="Franklin Gothic Medium"/>
            </a:endParaRPr>
          </a:p>
        </p:txBody>
      </p:sp>
      <p:sp>
        <p:nvSpPr>
          <p:cNvPr id="7" name="object 7"/>
          <p:cNvSpPr txBox="1"/>
          <p:nvPr/>
        </p:nvSpPr>
        <p:spPr>
          <a:xfrm>
            <a:off x="7491983" y="4293108"/>
            <a:ext cx="3511550" cy="769620"/>
          </a:xfrm>
          <a:prstGeom prst="rect">
            <a:avLst/>
          </a:prstGeom>
          <a:ln w="9525">
            <a:solidFill>
              <a:srgbClr val="000000"/>
            </a:solidFill>
          </a:ln>
        </p:spPr>
        <p:txBody>
          <a:bodyPr vert="horz" wrap="square" lIns="0" tIns="38735" rIns="0" bIns="0" rtlCol="0">
            <a:spAutoFit/>
          </a:bodyPr>
          <a:lstStyle/>
          <a:p>
            <a:pPr marL="92075">
              <a:lnSpc>
                <a:spcPct val="100000"/>
              </a:lnSpc>
              <a:spcBef>
                <a:spcPts val="305"/>
              </a:spcBef>
              <a:tabLst>
                <a:tab pos="709930" algn="l"/>
              </a:tabLst>
            </a:pPr>
            <a:r>
              <a:rPr sz="2200" spc="-5" dirty="0">
                <a:latin typeface="Franklin Gothic Medium"/>
                <a:cs typeface="Franklin Gothic Medium"/>
              </a:rPr>
              <a:t>a=4	b=8</a:t>
            </a:r>
            <a:endParaRPr sz="2200">
              <a:latin typeface="Franklin Gothic Medium"/>
              <a:cs typeface="Franklin Gothic Medium"/>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8015" y="1635257"/>
            <a:ext cx="9290685" cy="2540000"/>
          </a:xfrm>
          <a:prstGeom prst="rect">
            <a:avLst/>
          </a:prstGeom>
        </p:spPr>
        <p:txBody>
          <a:bodyPr vert="horz" wrap="square" lIns="0" tIns="179705" rIns="0" bIns="0" rtlCol="0">
            <a:spAutoFit/>
          </a:bodyPr>
          <a:lstStyle/>
          <a:p>
            <a:pPr marL="12700">
              <a:lnSpc>
                <a:spcPct val="100000"/>
              </a:lnSpc>
              <a:spcBef>
                <a:spcPts val="1415"/>
              </a:spcBef>
            </a:pPr>
            <a:r>
              <a:rPr sz="2200" spc="-5" dirty="0">
                <a:solidFill>
                  <a:srgbClr val="000099"/>
                </a:solidFill>
                <a:latin typeface="Franklin Gothic Medium"/>
                <a:cs typeface="Franklin Gothic Medium"/>
              </a:rPr>
              <a:t>Postfix</a:t>
            </a:r>
            <a:r>
              <a:rPr sz="2200" spc="-4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10" dirty="0">
                <a:latin typeface="Franklin Gothic Medium"/>
                <a:cs typeface="Franklin Gothic Medium"/>
              </a:rPr>
              <a:t>Consists</a:t>
            </a:r>
            <a:r>
              <a:rPr sz="2200" spc="-5" dirty="0">
                <a:latin typeface="Franklin Gothic Medium"/>
                <a:cs typeface="Franklin Gothic Medium"/>
              </a:rPr>
              <a:t> of</a:t>
            </a:r>
            <a:r>
              <a:rPr sz="2200" dirty="0">
                <a:latin typeface="Franklin Gothic Medium"/>
                <a:cs typeface="Franklin Gothic Medium"/>
              </a:rPr>
              <a:t> </a:t>
            </a:r>
            <a:r>
              <a:rPr sz="2200" spc="-5" dirty="0">
                <a:latin typeface="Franklin Gothic Medium"/>
                <a:cs typeface="Franklin Gothic Medium"/>
              </a:rPr>
              <a:t>only</a:t>
            </a:r>
            <a:r>
              <a:rPr sz="220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and</a:t>
            </a:r>
            <a:r>
              <a:rPr sz="2200" spc="5" dirty="0">
                <a:latin typeface="Franklin Gothic Medium"/>
                <a:cs typeface="Franklin Gothic Medium"/>
              </a:rPr>
              <a:t> </a:t>
            </a: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5" dirty="0">
                <a:latin typeface="Franklin Gothic Medium"/>
                <a:cs typeface="Franklin Gothic Medium"/>
              </a:rPr>
              <a:t>Increments /</a:t>
            </a:r>
            <a:r>
              <a:rPr sz="2200" dirty="0">
                <a:latin typeface="Franklin Gothic Medium"/>
                <a:cs typeface="Franklin Gothic Medium"/>
              </a:rPr>
              <a:t> </a:t>
            </a:r>
            <a:r>
              <a:rPr sz="2200" spc="-5" dirty="0">
                <a:latin typeface="Franklin Gothic Medium"/>
                <a:cs typeface="Franklin Gothic Medium"/>
              </a:rPr>
              <a:t>decrements</a:t>
            </a:r>
            <a:r>
              <a:rPr sz="2200" dirty="0">
                <a:latin typeface="Franklin Gothic Medium"/>
                <a:cs typeface="Franklin Gothic Medium"/>
              </a:rPr>
              <a:t> </a:t>
            </a:r>
            <a:r>
              <a:rPr sz="2200" spc="-10" dirty="0">
                <a:latin typeface="Franklin Gothic Medium"/>
                <a:cs typeface="Franklin Gothic Medium"/>
              </a:rPr>
              <a:t>value</a:t>
            </a:r>
            <a:r>
              <a:rPr sz="2200" dirty="0">
                <a:latin typeface="Franklin Gothic Medium"/>
                <a:cs typeface="Franklin Gothic Medium"/>
              </a:rPr>
              <a:t> </a:t>
            </a:r>
            <a:r>
              <a:rPr sz="2200" spc="-15" dirty="0">
                <a:latin typeface="Franklin Gothic Medium"/>
                <a:cs typeface="Franklin Gothic Medium"/>
              </a:rPr>
              <a:t>by</a:t>
            </a:r>
            <a:r>
              <a:rPr sz="2200" spc="-5" dirty="0">
                <a:latin typeface="Franklin Gothic Medium"/>
                <a:cs typeface="Franklin Gothic Medium"/>
              </a:rPr>
              <a:t> 1 only</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spc="-10" dirty="0">
                <a:latin typeface="Franklin Gothic Medium"/>
                <a:cs typeface="Franklin Gothic Medium"/>
              </a:rPr>
              <a:t>Consists</a:t>
            </a:r>
            <a:r>
              <a:rPr sz="2200" spc="1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one</a:t>
            </a:r>
            <a:r>
              <a:rPr sz="2200" dirty="0">
                <a:latin typeface="Franklin Gothic Medium"/>
                <a:cs typeface="Franklin Gothic Medium"/>
              </a:rPr>
              <a:t> </a:t>
            </a:r>
            <a:r>
              <a:rPr sz="2200" spc="-5" dirty="0">
                <a:latin typeface="Franklin Gothic Medium"/>
                <a:cs typeface="Franklin Gothic Medium"/>
              </a:rPr>
              <a:t>operand</a:t>
            </a:r>
            <a:r>
              <a:rPr sz="2200" spc="-20" dirty="0">
                <a:latin typeface="Franklin Gothic Medium"/>
                <a:cs typeface="Franklin Gothic Medium"/>
              </a:rPr>
              <a:t> </a:t>
            </a:r>
            <a:r>
              <a:rPr sz="2200" spc="-10" dirty="0">
                <a:latin typeface="Franklin Gothic Medium"/>
                <a:cs typeface="Franklin Gothic Medium"/>
              </a:rPr>
              <a:t>followed</a:t>
            </a:r>
            <a:r>
              <a:rPr sz="2200" spc="5" dirty="0">
                <a:latin typeface="Franklin Gothic Medium"/>
                <a:cs typeface="Franklin Gothic Medium"/>
              </a:rPr>
              <a:t> </a:t>
            </a:r>
            <a:r>
              <a:rPr sz="2200" spc="-15" dirty="0">
                <a:latin typeface="Franklin Gothic Medium"/>
                <a:cs typeface="Franklin Gothic Medium"/>
              </a:rPr>
              <a:t>by</a:t>
            </a:r>
            <a:r>
              <a:rPr sz="2200" spc="-5"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10" dirty="0">
                <a:latin typeface="Franklin Gothic Medium"/>
                <a:cs typeface="Franklin Gothic Medium"/>
              </a:rPr>
              <a:t>operator</a:t>
            </a:r>
            <a:endParaRPr sz="2200">
              <a:latin typeface="Franklin Gothic Medium"/>
              <a:cs typeface="Franklin Gothic Medium"/>
            </a:endParaRPr>
          </a:p>
          <a:p>
            <a:pPr marL="355600" indent="-343535">
              <a:lnSpc>
                <a:spcPct val="100000"/>
              </a:lnSpc>
              <a:spcBef>
                <a:spcPts val="1320"/>
              </a:spcBef>
              <a:buFont typeface="Arial MT"/>
              <a:buChar char="•"/>
              <a:tabLst>
                <a:tab pos="355600" algn="l"/>
                <a:tab pos="356235" algn="l"/>
              </a:tabLst>
            </a:pPr>
            <a:r>
              <a:rPr sz="2200" i="1" spc="-5" dirty="0">
                <a:solidFill>
                  <a:srgbClr val="FF0000"/>
                </a:solidFill>
                <a:latin typeface="Franklin Gothic Medium"/>
                <a:cs typeface="Franklin Gothic Medium"/>
              </a:rPr>
              <a:t>Rule</a:t>
            </a:r>
            <a:r>
              <a:rPr sz="2200" i="1" spc="-20"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of</a:t>
            </a:r>
            <a:r>
              <a:rPr sz="2200" i="1" spc="-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postfix</a:t>
            </a:r>
            <a:r>
              <a:rPr sz="2200" i="1" spc="-3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a:t>
            </a:r>
            <a:r>
              <a:rPr sz="2200" i="1" dirty="0">
                <a:solidFill>
                  <a:srgbClr val="FF0000"/>
                </a:solidFill>
                <a:latin typeface="Franklin Gothic Medium"/>
                <a:cs typeface="Franklin Gothic Medium"/>
              </a:rPr>
              <a:t> Use</a:t>
            </a:r>
            <a:r>
              <a:rPr sz="2200" i="1" spc="-20"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the</a:t>
            </a:r>
            <a:r>
              <a:rPr sz="2200" i="1" spc="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current</a:t>
            </a:r>
            <a:r>
              <a:rPr sz="2200" i="1" spc="-3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value</a:t>
            </a:r>
            <a:r>
              <a:rPr sz="2200" i="1" spc="-25"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in</a:t>
            </a:r>
            <a:r>
              <a:rPr sz="2200" i="1" dirty="0">
                <a:solidFill>
                  <a:srgbClr val="FF0000"/>
                </a:solidFill>
                <a:latin typeface="Franklin Gothic Medium"/>
                <a:cs typeface="Franklin Gothic Medium"/>
              </a:rPr>
              <a:t> </a:t>
            </a:r>
            <a:r>
              <a:rPr sz="2200" i="1" spc="-5" dirty="0">
                <a:solidFill>
                  <a:srgbClr val="FF0000"/>
                </a:solidFill>
                <a:latin typeface="Franklin Gothic Medium"/>
                <a:cs typeface="Franklin Gothic Medium"/>
              </a:rPr>
              <a:t>the</a:t>
            </a:r>
            <a:r>
              <a:rPr sz="2200" i="1" dirty="0">
                <a:solidFill>
                  <a:srgbClr val="FF0000"/>
                </a:solidFill>
                <a:latin typeface="Franklin Gothic Medium"/>
                <a:cs typeface="Franklin Gothic Medium"/>
              </a:rPr>
              <a:t> expression</a:t>
            </a:r>
            <a:r>
              <a:rPr sz="2200" i="1" spc="-2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and</a:t>
            </a:r>
            <a:r>
              <a:rPr sz="2200" i="1" spc="-25"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then change</a:t>
            </a:r>
            <a:r>
              <a:rPr sz="2200" i="1" spc="-30" dirty="0">
                <a:solidFill>
                  <a:srgbClr val="FF0000"/>
                </a:solidFill>
                <a:latin typeface="Franklin Gothic Medium"/>
                <a:cs typeface="Franklin Gothic Medium"/>
              </a:rPr>
              <a:t> </a:t>
            </a:r>
            <a:r>
              <a:rPr sz="2200" i="1" dirty="0">
                <a:solidFill>
                  <a:srgbClr val="FF0000"/>
                </a:solidFill>
                <a:latin typeface="Franklin Gothic Medium"/>
                <a:cs typeface="Franklin Gothic Medium"/>
              </a:rPr>
              <a:t>it.</a:t>
            </a:r>
            <a:endParaRPr sz="2200">
              <a:latin typeface="Franklin Gothic Medium"/>
              <a:cs typeface="Franklin Gothic Medium"/>
            </a:endParaRPr>
          </a:p>
        </p:txBody>
      </p:sp>
      <p:sp>
        <p:nvSpPr>
          <p:cNvPr id="3" name="object 3"/>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1017219"/>
            <a:ext cx="6339205" cy="436372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000099"/>
                </a:solidFill>
                <a:latin typeface="Franklin Gothic Medium"/>
                <a:cs typeface="Franklin Gothic Medium"/>
              </a:rPr>
              <a:t>Postfix</a:t>
            </a:r>
            <a:r>
              <a:rPr sz="2200" spc="-4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a:p>
            <a:pPr>
              <a:lnSpc>
                <a:spcPct val="100000"/>
              </a:lnSpc>
            </a:pPr>
            <a:endParaRPr sz="2500">
              <a:latin typeface="Franklin Gothic Medium"/>
              <a:cs typeface="Franklin Gothic Medium"/>
            </a:endParaRPr>
          </a:p>
          <a:p>
            <a:pPr marL="12700">
              <a:lnSpc>
                <a:spcPct val="100000"/>
              </a:lnSpc>
              <a:spcBef>
                <a:spcPts val="1755"/>
              </a:spcBef>
              <a:tabLst>
                <a:tab pos="469900" algn="l"/>
              </a:tabLst>
            </a:pPr>
            <a:r>
              <a:rPr sz="2200" spc="-5" dirty="0">
                <a:latin typeface="Franklin Gothic Medium"/>
                <a:cs typeface="Franklin Gothic Medium"/>
              </a:rPr>
              <a:t>1)	int</a:t>
            </a:r>
            <a:r>
              <a:rPr sz="2200" spc="-20" dirty="0">
                <a:latin typeface="Franklin Gothic Medium"/>
                <a:cs typeface="Franklin Gothic Medium"/>
              </a:rPr>
              <a:t> </a:t>
            </a:r>
            <a:r>
              <a:rPr sz="2200" spc="-5"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10" dirty="0">
                <a:latin typeface="Franklin Gothic Medium"/>
                <a:cs typeface="Franklin Gothic Medium"/>
              </a:rPr>
              <a:t>4;</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printf("a=%d\n",a);</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printf("Post</a:t>
            </a:r>
            <a:r>
              <a:rPr sz="2200" spc="10" dirty="0">
                <a:latin typeface="Franklin Gothic Medium"/>
                <a:cs typeface="Franklin Gothic Medium"/>
              </a:rPr>
              <a:t> </a:t>
            </a:r>
            <a:r>
              <a:rPr sz="2200" spc="-10" dirty="0">
                <a:latin typeface="Franklin Gothic Medium"/>
                <a:cs typeface="Franklin Gothic Medium"/>
              </a:rPr>
              <a:t>incremented</a:t>
            </a:r>
            <a:r>
              <a:rPr sz="2200" spc="-5" dirty="0">
                <a:latin typeface="Franklin Gothic Medium"/>
                <a:cs typeface="Franklin Gothic Medium"/>
              </a:rPr>
              <a:t> </a:t>
            </a:r>
            <a:r>
              <a:rPr sz="2200" spc="-10" dirty="0">
                <a:latin typeface="Franklin Gothic Medium"/>
                <a:cs typeface="Franklin Gothic Medium"/>
              </a:rPr>
              <a:t>value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a=%d\n",</a:t>
            </a:r>
            <a:r>
              <a:rPr sz="2200" spc="5" dirty="0">
                <a:latin typeface="Franklin Gothic Medium"/>
                <a:cs typeface="Franklin Gothic Medium"/>
              </a:rPr>
              <a:t> </a:t>
            </a:r>
            <a:r>
              <a:rPr sz="2200" spc="-5" dirty="0">
                <a:latin typeface="Franklin Gothic Medium"/>
                <a:cs typeface="Franklin Gothic Medium"/>
              </a:rPr>
              <a:t>a++);</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printf("a=%d",a);</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5"/>
              </a:spcBef>
            </a:pPr>
            <a:endParaRPr sz="3200">
              <a:latin typeface="Franklin Gothic Medium"/>
              <a:cs typeface="Franklin Gothic Medium"/>
            </a:endParaRPr>
          </a:p>
          <a:p>
            <a:pPr marL="12700">
              <a:lnSpc>
                <a:spcPct val="100000"/>
              </a:lnSpc>
              <a:tabLst>
                <a:tab pos="469900" algn="l"/>
              </a:tabLst>
            </a:pPr>
            <a:r>
              <a:rPr sz="2200" spc="-10" dirty="0">
                <a:latin typeface="Franklin Gothic Medium"/>
                <a:cs typeface="Franklin Gothic Medium"/>
              </a:rPr>
              <a:t>2)	</a:t>
            </a:r>
            <a:r>
              <a:rPr sz="2200" spc="-5" dirty="0">
                <a:latin typeface="Franklin Gothic Medium"/>
                <a:cs typeface="Franklin Gothic Medium"/>
              </a:rPr>
              <a:t>int</a:t>
            </a:r>
            <a:r>
              <a:rPr sz="2200" spc="-10" dirty="0">
                <a:latin typeface="Franklin Gothic Medium"/>
                <a:cs typeface="Franklin Gothic Medium"/>
              </a:rPr>
              <a:t> </a:t>
            </a:r>
            <a:r>
              <a:rPr sz="2200" spc="-5" dirty="0">
                <a:latin typeface="Franklin Gothic Medium"/>
                <a:cs typeface="Franklin Gothic Medium"/>
              </a:rPr>
              <a:t>a =</a:t>
            </a:r>
            <a:r>
              <a:rPr sz="2200" spc="-10" dirty="0">
                <a:latin typeface="Franklin Gothic Medium"/>
                <a:cs typeface="Franklin Gothic Medium"/>
              </a:rPr>
              <a:t> </a:t>
            </a:r>
            <a:r>
              <a:rPr sz="2200" spc="-5" dirty="0">
                <a:latin typeface="Franklin Gothic Medium"/>
                <a:cs typeface="Franklin Gothic Medium"/>
              </a:rPr>
              <a:t>6,</a:t>
            </a:r>
            <a:r>
              <a:rPr sz="2200" spc="-15" dirty="0">
                <a:latin typeface="Franklin Gothic Medium"/>
                <a:cs typeface="Franklin Gothic Medium"/>
              </a:rPr>
              <a:t> </a:t>
            </a:r>
            <a:r>
              <a:rPr sz="2200" spc="-5" dirty="0">
                <a:latin typeface="Franklin Gothic Medium"/>
                <a:cs typeface="Franklin Gothic Medium"/>
              </a:rPr>
              <a:t>b =</a:t>
            </a:r>
            <a:r>
              <a:rPr sz="2200" spc="-10" dirty="0">
                <a:latin typeface="Franklin Gothic Medium"/>
                <a:cs typeface="Franklin Gothic Medium"/>
              </a:rPr>
              <a:t> </a:t>
            </a:r>
            <a:r>
              <a:rPr sz="2200" spc="-5" dirty="0">
                <a:latin typeface="Franklin Gothic Medium"/>
                <a:cs typeface="Franklin Gothic Medium"/>
              </a:rPr>
              <a:t>4,</a:t>
            </a:r>
            <a:r>
              <a:rPr sz="2200" spc="-15" dirty="0">
                <a:latin typeface="Franklin Gothic Medium"/>
                <a:cs typeface="Franklin Gothic Medium"/>
              </a:rPr>
              <a:t> </a:t>
            </a:r>
            <a:r>
              <a:rPr sz="2200" spc="-10" dirty="0">
                <a:latin typeface="Franklin Gothic Medium"/>
                <a:cs typeface="Franklin Gothic Medium"/>
              </a:rPr>
              <a:t>c;</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c</a:t>
            </a:r>
            <a:r>
              <a:rPr sz="2200" spc="-2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b++;</a:t>
            </a:r>
            <a:endParaRPr sz="2200">
              <a:latin typeface="Franklin Gothic Medium"/>
              <a:cs typeface="Franklin Gothic Medium"/>
            </a:endParaRPr>
          </a:p>
          <a:p>
            <a:pPr marL="469900">
              <a:lnSpc>
                <a:spcPct val="100000"/>
              </a:lnSpc>
              <a:spcBef>
                <a:spcPts val="395"/>
              </a:spcBef>
              <a:tabLst>
                <a:tab pos="2118995" algn="l"/>
                <a:tab pos="2940685" algn="l"/>
              </a:tabLst>
            </a:pPr>
            <a:r>
              <a:rPr sz="2200" spc="-5" dirty="0">
                <a:latin typeface="Franklin Gothic Medium"/>
                <a:cs typeface="Franklin Gothic Medium"/>
              </a:rPr>
              <a:t>printf("a=%d	b=%d	c=%d",a,</a:t>
            </a:r>
            <a:r>
              <a:rPr sz="2200" spc="-10" dirty="0">
                <a:latin typeface="Franklin Gothic Medium"/>
                <a:cs typeface="Franklin Gothic Medium"/>
              </a:rPr>
              <a:t> </a:t>
            </a:r>
            <a:r>
              <a:rPr sz="2200" spc="-5" dirty="0">
                <a:latin typeface="Franklin Gothic Medium"/>
                <a:cs typeface="Franklin Gothic Medium"/>
              </a:rPr>
              <a:t>b,</a:t>
            </a:r>
            <a:r>
              <a:rPr sz="2200" spc="-20"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p:txBody>
      </p:sp>
      <p:sp>
        <p:nvSpPr>
          <p:cNvPr id="3" name="object 3"/>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
        <p:nvSpPr>
          <p:cNvPr id="4" name="object 4"/>
          <p:cNvSpPr txBox="1"/>
          <p:nvPr/>
        </p:nvSpPr>
        <p:spPr>
          <a:xfrm>
            <a:off x="7491983" y="1874520"/>
            <a:ext cx="4323715" cy="1108075"/>
          </a:xfrm>
          <a:prstGeom prst="rect">
            <a:avLst/>
          </a:prstGeom>
          <a:ln w="9525">
            <a:solidFill>
              <a:srgbClr val="000000"/>
            </a:solidFill>
          </a:ln>
        </p:spPr>
        <p:txBody>
          <a:bodyPr vert="horz" wrap="square" lIns="0" tIns="37465" rIns="0" bIns="0" rtlCol="0">
            <a:spAutoFit/>
          </a:bodyPr>
          <a:lstStyle/>
          <a:p>
            <a:pPr marL="92075">
              <a:lnSpc>
                <a:spcPct val="100000"/>
              </a:lnSpc>
              <a:spcBef>
                <a:spcPts val="295"/>
              </a:spcBef>
            </a:pPr>
            <a:r>
              <a:rPr sz="2200" spc="-5" dirty="0">
                <a:latin typeface="Franklin Gothic Medium"/>
                <a:cs typeface="Franklin Gothic Medium"/>
              </a:rPr>
              <a:t>a=4</a:t>
            </a:r>
            <a:endParaRPr sz="2200">
              <a:latin typeface="Franklin Gothic Medium"/>
              <a:cs typeface="Franklin Gothic Medium"/>
            </a:endParaRPr>
          </a:p>
          <a:p>
            <a:pPr marL="92075" marR="553085">
              <a:lnSpc>
                <a:spcPct val="100000"/>
              </a:lnSpc>
            </a:pPr>
            <a:r>
              <a:rPr sz="2200" spc="-15" dirty="0">
                <a:latin typeface="Franklin Gothic Medium"/>
                <a:cs typeface="Franklin Gothic Medium"/>
              </a:rPr>
              <a:t>Post</a:t>
            </a:r>
            <a:r>
              <a:rPr sz="2200" spc="-10" dirty="0">
                <a:latin typeface="Franklin Gothic Medium"/>
                <a:cs typeface="Franklin Gothic Medium"/>
              </a:rPr>
              <a:t> incremented</a:t>
            </a:r>
            <a:r>
              <a:rPr sz="2200" dirty="0">
                <a:latin typeface="Franklin Gothic Medium"/>
                <a:cs typeface="Franklin Gothic Medium"/>
              </a:rPr>
              <a:t> </a:t>
            </a:r>
            <a:r>
              <a:rPr sz="2200" spc="-10" dirty="0">
                <a:latin typeface="Franklin Gothic Medium"/>
                <a:cs typeface="Franklin Gothic Medium"/>
              </a:rPr>
              <a:t>value</a:t>
            </a:r>
            <a:r>
              <a:rPr sz="2200"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a=4 </a:t>
            </a:r>
            <a:r>
              <a:rPr sz="2200" spc="-535" dirty="0">
                <a:latin typeface="Franklin Gothic Medium"/>
                <a:cs typeface="Franklin Gothic Medium"/>
              </a:rPr>
              <a:t> </a:t>
            </a:r>
            <a:r>
              <a:rPr sz="2200" spc="-5" dirty="0">
                <a:latin typeface="Franklin Gothic Medium"/>
                <a:cs typeface="Franklin Gothic Medium"/>
              </a:rPr>
              <a:t>a=5</a:t>
            </a:r>
            <a:endParaRPr sz="2200">
              <a:latin typeface="Franklin Gothic Medium"/>
              <a:cs typeface="Franklin Gothic Medium"/>
            </a:endParaRPr>
          </a:p>
        </p:txBody>
      </p:sp>
      <p:sp>
        <p:nvSpPr>
          <p:cNvPr id="5" name="object 5"/>
          <p:cNvSpPr txBox="1"/>
          <p:nvPr/>
        </p:nvSpPr>
        <p:spPr>
          <a:xfrm>
            <a:off x="7491983" y="4293108"/>
            <a:ext cx="4323715" cy="769620"/>
          </a:xfrm>
          <a:prstGeom prst="rect">
            <a:avLst/>
          </a:prstGeom>
          <a:ln w="9525">
            <a:solidFill>
              <a:srgbClr val="000000"/>
            </a:solidFill>
          </a:ln>
        </p:spPr>
        <p:txBody>
          <a:bodyPr vert="horz" wrap="square" lIns="0" tIns="38735" rIns="0" bIns="0" rtlCol="0">
            <a:spAutoFit/>
          </a:bodyPr>
          <a:lstStyle/>
          <a:p>
            <a:pPr marL="92075">
              <a:lnSpc>
                <a:spcPct val="100000"/>
              </a:lnSpc>
              <a:spcBef>
                <a:spcPts val="305"/>
              </a:spcBef>
              <a:tabLst>
                <a:tab pos="709930" algn="l"/>
                <a:tab pos="1327785" algn="l"/>
              </a:tabLst>
            </a:pPr>
            <a:r>
              <a:rPr sz="2200" spc="-5" dirty="0">
                <a:latin typeface="Franklin Gothic Medium"/>
                <a:cs typeface="Franklin Gothic Medium"/>
              </a:rPr>
              <a:t>a=7	b=5	</a:t>
            </a:r>
            <a:r>
              <a:rPr sz="2200" spc="-15" dirty="0">
                <a:latin typeface="Franklin Gothic Medium"/>
                <a:cs typeface="Franklin Gothic Medium"/>
              </a:rPr>
              <a:t>c=10</a:t>
            </a:r>
            <a:endParaRPr sz="2200">
              <a:latin typeface="Franklin Gothic Medium"/>
              <a:cs typeface="Franklin Gothic Medium"/>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1017219"/>
            <a:ext cx="206121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Prefix</a:t>
            </a:r>
            <a:r>
              <a:rPr sz="2200" spc="-8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expression</a:t>
            </a:r>
            <a:endParaRPr sz="2200">
              <a:latin typeface="Franklin Gothic Medium"/>
              <a:cs typeface="Franklin Gothic Medium"/>
            </a:endParaRPr>
          </a:p>
        </p:txBody>
      </p:sp>
      <p:sp>
        <p:nvSpPr>
          <p:cNvPr id="3" name="object 3"/>
          <p:cNvSpPr txBox="1"/>
          <p:nvPr/>
        </p:nvSpPr>
        <p:spPr>
          <a:xfrm>
            <a:off x="455777" y="1884324"/>
            <a:ext cx="3504565" cy="1182370"/>
          </a:xfrm>
          <a:prstGeom prst="rect">
            <a:avLst/>
          </a:prstGeom>
        </p:spPr>
        <p:txBody>
          <a:bodyPr vert="horz" wrap="square" lIns="0" tIns="62865" rIns="0" bIns="0" rtlCol="0">
            <a:spAutoFit/>
          </a:bodyPr>
          <a:lstStyle/>
          <a:p>
            <a:pPr marL="12700">
              <a:lnSpc>
                <a:spcPct val="100000"/>
              </a:lnSpc>
              <a:spcBef>
                <a:spcPts val="495"/>
              </a:spcBef>
              <a:tabLst>
                <a:tab pos="469900" algn="l"/>
              </a:tabLst>
            </a:pPr>
            <a:r>
              <a:rPr sz="2200" spc="-5" dirty="0">
                <a:latin typeface="Franklin Gothic Medium"/>
                <a:cs typeface="Franklin Gothic Medium"/>
              </a:rPr>
              <a:t>3)	int</a:t>
            </a:r>
            <a:r>
              <a:rPr sz="2200" spc="-20" dirty="0">
                <a:latin typeface="Franklin Gothic Medium"/>
                <a:cs typeface="Franklin Gothic Medium"/>
              </a:rPr>
              <a:t> </a:t>
            </a:r>
            <a:r>
              <a:rPr sz="2200" spc="-5"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3,</a:t>
            </a:r>
            <a:r>
              <a:rPr sz="2200" spc="-15" dirty="0">
                <a:latin typeface="Franklin Gothic Medium"/>
                <a:cs typeface="Franklin Gothic Medium"/>
              </a:rPr>
              <a:t> </a:t>
            </a:r>
            <a:r>
              <a:rPr sz="2200" dirty="0">
                <a:latin typeface="Franklin Gothic Medium"/>
                <a:cs typeface="Franklin Gothic Medium"/>
              </a:rPr>
              <a:t>b;</a:t>
            </a:r>
            <a:endParaRPr sz="220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b =</a:t>
            </a:r>
            <a:r>
              <a:rPr sz="2200" spc="-15" dirty="0">
                <a:latin typeface="Franklin Gothic Medium"/>
                <a:cs typeface="Franklin Gothic Medium"/>
              </a:rPr>
              <a:t> </a:t>
            </a:r>
            <a:r>
              <a:rPr sz="2200" spc="-5" dirty="0">
                <a:latin typeface="Franklin Gothic Medium"/>
                <a:cs typeface="Franklin Gothic Medium"/>
              </a:rPr>
              <a:t>a++</a:t>
            </a:r>
            <a:r>
              <a:rPr sz="2200" spc="-2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a++ +</a:t>
            </a:r>
            <a:r>
              <a:rPr sz="2200" spc="-15" dirty="0">
                <a:latin typeface="Franklin Gothic Medium"/>
                <a:cs typeface="Franklin Gothic Medium"/>
              </a:rPr>
              <a:t> </a:t>
            </a:r>
            <a:r>
              <a:rPr sz="2200" spc="-5" dirty="0">
                <a:latin typeface="Franklin Gothic Medium"/>
                <a:cs typeface="Franklin Gothic Medium"/>
              </a:rPr>
              <a:t>a++;</a:t>
            </a:r>
            <a:endParaRPr sz="2200">
              <a:latin typeface="Franklin Gothic Medium"/>
              <a:cs typeface="Franklin Gothic Medium"/>
            </a:endParaRPr>
          </a:p>
          <a:p>
            <a:pPr marL="469900">
              <a:lnSpc>
                <a:spcPct val="100000"/>
              </a:lnSpc>
              <a:spcBef>
                <a:spcPts val="395"/>
              </a:spcBef>
              <a:tabLst>
                <a:tab pos="2120265" algn="l"/>
              </a:tabLst>
            </a:pPr>
            <a:r>
              <a:rPr sz="2200" spc="-5" dirty="0">
                <a:latin typeface="Franklin Gothic Medium"/>
                <a:cs typeface="Franklin Gothic Medium"/>
              </a:rPr>
              <a:t>printf("a=%d	b=%d",a,b);</a:t>
            </a:r>
            <a:endParaRPr sz="2200">
              <a:latin typeface="Franklin Gothic Medium"/>
              <a:cs typeface="Franklin Gothic Medium"/>
            </a:endParaRPr>
          </a:p>
        </p:txBody>
      </p:sp>
      <p:sp>
        <p:nvSpPr>
          <p:cNvPr id="4" name="object 4"/>
          <p:cNvSpPr txBox="1"/>
          <p:nvPr/>
        </p:nvSpPr>
        <p:spPr>
          <a:xfrm>
            <a:off x="455777" y="3426993"/>
            <a:ext cx="3820795" cy="1953895"/>
          </a:xfrm>
          <a:prstGeom prst="rect">
            <a:avLst/>
          </a:prstGeom>
        </p:spPr>
        <p:txBody>
          <a:bodyPr vert="horz" wrap="square" lIns="0" tIns="12700" rIns="0" bIns="0" rtlCol="0">
            <a:spAutoFit/>
          </a:bodyPr>
          <a:lstStyle/>
          <a:p>
            <a:pPr marL="469900" marR="1932305" indent="-457834">
              <a:lnSpc>
                <a:spcPct val="114999"/>
              </a:lnSpc>
              <a:spcBef>
                <a:spcPts val="100"/>
              </a:spcBef>
              <a:tabLst>
                <a:tab pos="469900" algn="l"/>
              </a:tabLst>
            </a:pPr>
            <a:r>
              <a:rPr sz="2200" spc="-5" dirty="0">
                <a:latin typeface="Franklin Gothic Medium"/>
                <a:cs typeface="Franklin Gothic Medium"/>
              </a:rPr>
              <a:t>4)	int x = 6, y; </a:t>
            </a:r>
            <a:r>
              <a:rPr sz="2200" dirty="0">
                <a:latin typeface="Franklin Gothic Medium"/>
                <a:cs typeface="Franklin Gothic Medium"/>
              </a:rPr>
              <a:t> </a:t>
            </a:r>
            <a:r>
              <a:rPr sz="2200" spc="-5" dirty="0">
                <a:latin typeface="Franklin Gothic Medium"/>
                <a:cs typeface="Franklin Gothic Medium"/>
              </a:rPr>
              <a:t>y</a:t>
            </a:r>
            <a:r>
              <a:rPr sz="2200" spc="-30"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5" dirty="0">
                <a:latin typeface="Franklin Gothic Medium"/>
                <a:cs typeface="Franklin Gothic Medium"/>
              </a:rPr>
              <a:t>3</a:t>
            </a:r>
            <a:r>
              <a:rPr sz="2200" spc="-25" dirty="0">
                <a:latin typeface="Franklin Gothic Medium"/>
                <a:cs typeface="Franklin Gothic Medium"/>
              </a:rPr>
              <a:t> </a:t>
            </a:r>
            <a:r>
              <a:rPr sz="2200" spc="-5" dirty="0">
                <a:latin typeface="Franklin Gothic Medium"/>
                <a:cs typeface="Franklin Gothic Medium"/>
              </a:rPr>
              <a:t>*</a:t>
            </a:r>
            <a:r>
              <a:rPr sz="2200" spc="-25" dirty="0">
                <a:latin typeface="Franklin Gothic Medium"/>
                <a:cs typeface="Franklin Gothic Medium"/>
              </a:rPr>
              <a:t> </a:t>
            </a:r>
            <a:r>
              <a:rPr sz="2200" spc="-5" dirty="0">
                <a:latin typeface="Franklin Gothic Medium"/>
                <a:cs typeface="Franklin Gothic Medium"/>
              </a:rPr>
              <a:t>x++;</a:t>
            </a:r>
            <a:endParaRPr sz="2200">
              <a:latin typeface="Franklin Gothic Medium"/>
              <a:cs typeface="Franklin Gothic Medium"/>
            </a:endParaRPr>
          </a:p>
          <a:p>
            <a:pPr marL="469900">
              <a:lnSpc>
                <a:spcPct val="100000"/>
              </a:lnSpc>
              <a:spcBef>
                <a:spcPts val="395"/>
              </a:spcBef>
              <a:tabLst>
                <a:tab pos="2092960" algn="l"/>
              </a:tabLst>
            </a:pPr>
            <a:r>
              <a:rPr sz="2200" spc="-5" dirty="0">
                <a:latin typeface="Franklin Gothic Medium"/>
                <a:cs typeface="Franklin Gothic Medium"/>
              </a:rPr>
              <a:t>printf("x=%d	</a:t>
            </a:r>
            <a:r>
              <a:rPr sz="2200" dirty="0">
                <a:latin typeface="Franklin Gothic Medium"/>
                <a:cs typeface="Franklin Gothic Medium"/>
              </a:rPr>
              <a:t>y=%d\n",</a:t>
            </a:r>
            <a:r>
              <a:rPr sz="2200" spc="-35" dirty="0">
                <a:latin typeface="Franklin Gothic Medium"/>
                <a:cs typeface="Franklin Gothic Medium"/>
              </a:rPr>
              <a:t> </a:t>
            </a:r>
            <a:r>
              <a:rPr sz="2200" spc="-5" dirty="0">
                <a:latin typeface="Franklin Gothic Medium"/>
                <a:cs typeface="Franklin Gothic Medium"/>
              </a:rPr>
              <a:t>x,</a:t>
            </a:r>
            <a:r>
              <a:rPr sz="2200" spc="-50" dirty="0">
                <a:latin typeface="Franklin Gothic Medium"/>
                <a:cs typeface="Franklin Gothic Medium"/>
              </a:rPr>
              <a:t> </a:t>
            </a:r>
            <a:r>
              <a:rPr sz="2200" spc="-5" dirty="0">
                <a:latin typeface="Franklin Gothic Medium"/>
                <a:cs typeface="Franklin Gothic Medium"/>
              </a:rPr>
              <a:t>y);</a:t>
            </a:r>
            <a:endParaRPr sz="220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y++;</a:t>
            </a:r>
            <a:endParaRPr sz="2200">
              <a:latin typeface="Franklin Gothic Medium"/>
              <a:cs typeface="Franklin Gothic Medium"/>
            </a:endParaRPr>
          </a:p>
          <a:p>
            <a:pPr marL="469900">
              <a:lnSpc>
                <a:spcPct val="100000"/>
              </a:lnSpc>
              <a:spcBef>
                <a:spcPts val="395"/>
              </a:spcBef>
              <a:tabLst>
                <a:tab pos="2092325" algn="l"/>
              </a:tabLst>
            </a:pPr>
            <a:r>
              <a:rPr sz="2200" spc="-5" dirty="0">
                <a:latin typeface="Franklin Gothic Medium"/>
                <a:cs typeface="Franklin Gothic Medium"/>
              </a:rPr>
              <a:t>printf("x=%d	y=%d\n",</a:t>
            </a:r>
            <a:r>
              <a:rPr sz="2200" spc="-20" dirty="0">
                <a:latin typeface="Franklin Gothic Medium"/>
                <a:cs typeface="Franklin Gothic Medium"/>
              </a:rPr>
              <a:t> </a:t>
            </a:r>
            <a:r>
              <a:rPr sz="2200" spc="-5" dirty="0">
                <a:latin typeface="Franklin Gothic Medium"/>
                <a:cs typeface="Franklin Gothic Medium"/>
              </a:rPr>
              <a:t>x,</a:t>
            </a:r>
            <a:r>
              <a:rPr sz="2200" spc="-30" dirty="0">
                <a:latin typeface="Franklin Gothic Medium"/>
                <a:cs typeface="Franklin Gothic Medium"/>
              </a:rPr>
              <a:t> </a:t>
            </a:r>
            <a:r>
              <a:rPr sz="2200" spc="-5" dirty="0">
                <a:latin typeface="Franklin Gothic Medium"/>
                <a:cs typeface="Franklin Gothic Medium"/>
              </a:rPr>
              <a:t>y);</a:t>
            </a:r>
            <a:endParaRPr sz="2200">
              <a:latin typeface="Franklin Gothic Medium"/>
              <a:cs typeface="Franklin Gothic Medium"/>
            </a:endParaRPr>
          </a:p>
        </p:txBody>
      </p:sp>
      <p:sp>
        <p:nvSpPr>
          <p:cNvPr id="5" name="object 5"/>
          <p:cNvSpPr txBox="1">
            <a:spLocks noGrp="1"/>
          </p:cNvSpPr>
          <p:nvPr>
            <p:ph type="title"/>
          </p:nvPr>
        </p:nvSpPr>
        <p:spPr>
          <a:xfrm>
            <a:off x="324713" y="167385"/>
            <a:ext cx="516382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5.	Increment</a:t>
            </a:r>
            <a:r>
              <a:rPr sz="2400" spc="-50" dirty="0"/>
              <a:t> </a:t>
            </a:r>
            <a:r>
              <a:rPr sz="2400" dirty="0"/>
              <a:t>and</a:t>
            </a:r>
            <a:r>
              <a:rPr sz="2400" spc="-25" dirty="0"/>
              <a:t> </a:t>
            </a:r>
            <a:r>
              <a:rPr sz="2400" dirty="0"/>
              <a:t>decrement</a:t>
            </a:r>
            <a:r>
              <a:rPr sz="2400" spc="-45" dirty="0"/>
              <a:t> </a:t>
            </a:r>
            <a:r>
              <a:rPr sz="2400" dirty="0"/>
              <a:t>operators</a:t>
            </a:r>
            <a:endParaRPr sz="2400"/>
          </a:p>
        </p:txBody>
      </p:sp>
      <p:sp>
        <p:nvSpPr>
          <p:cNvPr id="6" name="object 6"/>
          <p:cNvSpPr txBox="1"/>
          <p:nvPr/>
        </p:nvSpPr>
        <p:spPr>
          <a:xfrm>
            <a:off x="7491983" y="2002535"/>
            <a:ext cx="3511550" cy="431800"/>
          </a:xfrm>
          <a:prstGeom prst="rect">
            <a:avLst/>
          </a:prstGeom>
          <a:ln w="9525">
            <a:solidFill>
              <a:srgbClr val="000000"/>
            </a:solidFill>
          </a:ln>
        </p:spPr>
        <p:txBody>
          <a:bodyPr vert="horz" wrap="square" lIns="0" tIns="38735" rIns="0" bIns="0" rtlCol="0">
            <a:spAutoFit/>
          </a:bodyPr>
          <a:lstStyle/>
          <a:p>
            <a:pPr marL="92075">
              <a:lnSpc>
                <a:spcPct val="100000"/>
              </a:lnSpc>
              <a:spcBef>
                <a:spcPts val="305"/>
              </a:spcBef>
              <a:tabLst>
                <a:tab pos="709930" algn="l"/>
              </a:tabLst>
            </a:pPr>
            <a:r>
              <a:rPr sz="2200" spc="-5" dirty="0">
                <a:latin typeface="Franklin Gothic Medium"/>
                <a:cs typeface="Franklin Gothic Medium"/>
              </a:rPr>
              <a:t>a=6	</a:t>
            </a:r>
            <a:r>
              <a:rPr sz="2200" dirty="0">
                <a:latin typeface="Franklin Gothic Medium"/>
                <a:cs typeface="Franklin Gothic Medium"/>
              </a:rPr>
              <a:t>b=12</a:t>
            </a:r>
            <a:endParaRPr sz="2200">
              <a:latin typeface="Franklin Gothic Medium"/>
              <a:cs typeface="Franklin Gothic Medium"/>
            </a:endParaRPr>
          </a:p>
        </p:txBody>
      </p:sp>
      <p:sp>
        <p:nvSpPr>
          <p:cNvPr id="7" name="object 7"/>
          <p:cNvSpPr txBox="1"/>
          <p:nvPr/>
        </p:nvSpPr>
        <p:spPr>
          <a:xfrm>
            <a:off x="7491983" y="4293108"/>
            <a:ext cx="3511550" cy="769620"/>
          </a:xfrm>
          <a:prstGeom prst="rect">
            <a:avLst/>
          </a:prstGeom>
          <a:ln w="9525">
            <a:solidFill>
              <a:srgbClr val="000000"/>
            </a:solidFill>
          </a:ln>
        </p:spPr>
        <p:txBody>
          <a:bodyPr vert="horz" wrap="square" lIns="0" tIns="38735" rIns="0" bIns="0" rtlCol="0">
            <a:spAutoFit/>
          </a:bodyPr>
          <a:lstStyle/>
          <a:p>
            <a:pPr marL="92075" marR="2205990">
              <a:lnSpc>
                <a:spcPct val="100000"/>
              </a:lnSpc>
              <a:spcBef>
                <a:spcPts val="305"/>
              </a:spcBef>
              <a:tabLst>
                <a:tab pos="680720" algn="l"/>
              </a:tabLst>
            </a:pPr>
            <a:r>
              <a:rPr sz="2200" spc="-10" dirty="0">
                <a:latin typeface="Franklin Gothic Medium"/>
                <a:cs typeface="Franklin Gothic Medium"/>
              </a:rPr>
              <a:t>x=</a:t>
            </a:r>
            <a:r>
              <a:rPr sz="2200" spc="-5" dirty="0">
                <a:latin typeface="Franklin Gothic Medium"/>
                <a:cs typeface="Franklin Gothic Medium"/>
              </a:rPr>
              <a:t>7</a:t>
            </a:r>
            <a:r>
              <a:rPr sz="2200" dirty="0">
                <a:latin typeface="Franklin Gothic Medium"/>
                <a:cs typeface="Franklin Gothic Medium"/>
              </a:rPr>
              <a:t>	</a:t>
            </a:r>
            <a:r>
              <a:rPr sz="2200" spc="-5" dirty="0">
                <a:latin typeface="Franklin Gothic Medium"/>
                <a:cs typeface="Franklin Gothic Medium"/>
              </a:rPr>
              <a:t>y=</a:t>
            </a:r>
            <a:r>
              <a:rPr sz="2200" spc="10" dirty="0">
                <a:latin typeface="Franklin Gothic Medium"/>
                <a:cs typeface="Franklin Gothic Medium"/>
              </a:rPr>
              <a:t>1</a:t>
            </a:r>
            <a:r>
              <a:rPr sz="2200" spc="-5" dirty="0">
                <a:latin typeface="Franklin Gothic Medium"/>
                <a:cs typeface="Franklin Gothic Medium"/>
              </a:rPr>
              <a:t>8  </a:t>
            </a:r>
            <a:r>
              <a:rPr sz="2200" spc="-10" dirty="0">
                <a:latin typeface="Franklin Gothic Medium"/>
                <a:cs typeface="Franklin Gothic Medium"/>
              </a:rPr>
              <a:t>x=</a:t>
            </a:r>
            <a:r>
              <a:rPr sz="2200" spc="-5" dirty="0">
                <a:latin typeface="Franklin Gothic Medium"/>
                <a:cs typeface="Franklin Gothic Medium"/>
              </a:rPr>
              <a:t>7</a:t>
            </a:r>
            <a:r>
              <a:rPr sz="2200" dirty="0">
                <a:latin typeface="Franklin Gothic Medium"/>
                <a:cs typeface="Franklin Gothic Medium"/>
              </a:rPr>
              <a:t>	</a:t>
            </a:r>
            <a:r>
              <a:rPr sz="2200" spc="-5" dirty="0">
                <a:latin typeface="Franklin Gothic Medium"/>
                <a:cs typeface="Franklin Gothic Medium"/>
              </a:rPr>
              <a:t>y=19</a:t>
            </a:r>
            <a:endParaRPr sz="2200">
              <a:latin typeface="Franklin Gothic Medium"/>
              <a:cs typeface="Franklin Gothic Medium"/>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48592"/>
            <a:ext cx="10588625" cy="4050665"/>
          </a:xfrm>
          <a:prstGeom prst="rect">
            <a:avLst/>
          </a:prstGeom>
        </p:spPr>
        <p:txBody>
          <a:bodyPr vert="horz" wrap="square" lIns="0" tIns="180975" rIns="0" bIns="0" rtlCol="0">
            <a:spAutoFit/>
          </a:bodyPr>
          <a:lstStyle/>
          <a:p>
            <a:pPr marL="299085" indent="-287020">
              <a:lnSpc>
                <a:spcPct val="100000"/>
              </a:lnSpc>
              <a:spcBef>
                <a:spcPts val="1425"/>
              </a:spcBef>
              <a:buFont typeface="Arial MT"/>
              <a:buChar char="•"/>
              <a:tabLst>
                <a:tab pos="299085" algn="l"/>
                <a:tab pos="299720" algn="l"/>
              </a:tabLst>
            </a:pPr>
            <a:r>
              <a:rPr sz="2200" spc="-5" dirty="0">
                <a:latin typeface="Franklin Gothic Medium"/>
                <a:cs typeface="Franklin Gothic Medium"/>
              </a:rPr>
              <a:t>Also</a:t>
            </a:r>
            <a:r>
              <a:rPr sz="2200" spc="-15" dirty="0">
                <a:latin typeface="Franklin Gothic Medium"/>
                <a:cs typeface="Franklin Gothic Medium"/>
              </a:rPr>
              <a:t> </a:t>
            </a:r>
            <a:r>
              <a:rPr sz="2200" spc="-10" dirty="0">
                <a:latin typeface="Franklin Gothic Medium"/>
                <a:cs typeface="Franklin Gothic Medium"/>
              </a:rPr>
              <a:t>known</a:t>
            </a:r>
            <a:r>
              <a:rPr sz="2200" spc="5" dirty="0">
                <a:latin typeface="Franklin Gothic Medium"/>
                <a:cs typeface="Franklin Gothic Medium"/>
              </a:rPr>
              <a:t> </a:t>
            </a:r>
            <a:r>
              <a:rPr sz="2200" spc="-5" dirty="0">
                <a:latin typeface="Franklin Gothic Medium"/>
                <a:cs typeface="Franklin Gothic Medium"/>
              </a:rPr>
              <a:t>as </a:t>
            </a:r>
            <a:r>
              <a:rPr sz="2200" spc="-15" dirty="0">
                <a:latin typeface="Franklin Gothic Medium"/>
                <a:cs typeface="Franklin Gothic Medium"/>
              </a:rPr>
              <a:t>Ternary</a:t>
            </a:r>
            <a:r>
              <a:rPr sz="2200" spc="-10" dirty="0">
                <a:latin typeface="Franklin Gothic Medium"/>
                <a:cs typeface="Franklin Gothic Medium"/>
              </a:rPr>
              <a:t> </a:t>
            </a:r>
            <a:r>
              <a:rPr sz="2200" spc="-5" dirty="0">
                <a:latin typeface="Franklin Gothic Medium"/>
                <a:cs typeface="Franklin Gothic Medium"/>
              </a:rPr>
              <a:t>operator</a:t>
            </a:r>
            <a:endParaRPr sz="2200">
              <a:latin typeface="Franklin Gothic Medium"/>
              <a:cs typeface="Franklin Gothic Medium"/>
            </a:endParaRPr>
          </a:p>
          <a:p>
            <a:pPr marL="299085" indent="-287020">
              <a:lnSpc>
                <a:spcPct val="100000"/>
              </a:lnSpc>
              <a:spcBef>
                <a:spcPts val="1320"/>
              </a:spcBef>
              <a:buFont typeface="Arial MT"/>
              <a:buChar char="•"/>
              <a:tabLst>
                <a:tab pos="299085" algn="l"/>
                <a:tab pos="299720" algn="l"/>
              </a:tabLst>
            </a:pPr>
            <a:r>
              <a:rPr sz="2200" spc="-5" dirty="0">
                <a:latin typeface="Franklin Gothic Medium"/>
                <a:cs typeface="Franklin Gothic Medium"/>
              </a:rPr>
              <a:t>Decision </a:t>
            </a:r>
            <a:r>
              <a:rPr sz="2200" spc="-10" dirty="0">
                <a:latin typeface="Franklin Gothic Medium"/>
                <a:cs typeface="Franklin Gothic Medium"/>
              </a:rPr>
              <a:t>making</a:t>
            </a:r>
            <a:r>
              <a:rPr sz="2200" dirty="0">
                <a:latin typeface="Franklin Gothic Medium"/>
                <a:cs typeface="Franklin Gothic Medium"/>
              </a:rPr>
              <a:t> </a:t>
            </a:r>
            <a:r>
              <a:rPr sz="2200" spc="-10" dirty="0">
                <a:latin typeface="Franklin Gothic Medium"/>
                <a:cs typeface="Franklin Gothic Medium"/>
              </a:rPr>
              <a:t>statement</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5" dirty="0">
                <a:solidFill>
                  <a:srgbClr val="000099"/>
                </a:solidFill>
                <a:latin typeface="Franklin Gothic Medium"/>
                <a:cs typeface="Franklin Gothic Medium"/>
              </a:rPr>
              <a:t>Syntax</a:t>
            </a:r>
            <a:r>
              <a:rPr sz="2200" spc="-7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marL="12700">
              <a:lnSpc>
                <a:spcPct val="100000"/>
              </a:lnSpc>
              <a:spcBef>
                <a:spcPts val="1325"/>
              </a:spcBef>
            </a:pPr>
            <a:r>
              <a:rPr sz="2200" spc="-5" dirty="0">
                <a:solidFill>
                  <a:srgbClr val="FF0000"/>
                </a:solidFill>
                <a:latin typeface="Franklin Gothic Medium"/>
                <a:cs typeface="Franklin Gothic Medium"/>
              </a:rPr>
              <a:t>Expression</a:t>
            </a:r>
            <a:r>
              <a:rPr sz="2200" spc="-15"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a:t>
            </a:r>
            <a:r>
              <a:rPr sz="2200" dirty="0">
                <a:solidFill>
                  <a:srgbClr val="FF0000"/>
                </a:solidFill>
                <a:latin typeface="Franklin Gothic Medium"/>
                <a:cs typeface="Franklin Gothic Medium"/>
              </a:rPr>
              <a:t> </a:t>
            </a:r>
            <a:r>
              <a:rPr sz="2200" spc="-35" dirty="0">
                <a:solidFill>
                  <a:srgbClr val="FF0000"/>
                </a:solidFill>
                <a:latin typeface="Franklin Gothic Medium"/>
                <a:cs typeface="Franklin Gothic Medium"/>
              </a:rPr>
              <a:t>True</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Expression</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a:t>
            </a:r>
            <a:r>
              <a:rPr sz="2200" spc="-10" dirty="0">
                <a:solidFill>
                  <a:srgbClr val="FF0000"/>
                </a:solidFill>
                <a:latin typeface="Franklin Gothic Medium"/>
                <a:cs typeface="Franklin Gothic Medium"/>
              </a:rPr>
              <a:t> </a:t>
            </a:r>
            <a:r>
              <a:rPr sz="2200" spc="-15" dirty="0">
                <a:solidFill>
                  <a:srgbClr val="FF0000"/>
                </a:solidFill>
                <a:latin typeface="Franklin Gothic Medium"/>
                <a:cs typeface="Franklin Gothic Medium"/>
              </a:rPr>
              <a:t>False</a:t>
            </a:r>
            <a:r>
              <a:rPr sz="2200" dirty="0">
                <a:solidFill>
                  <a:srgbClr val="FF0000"/>
                </a:solidFill>
                <a:latin typeface="Franklin Gothic Medium"/>
                <a:cs typeface="Franklin Gothic Medium"/>
              </a:rPr>
              <a:t> </a:t>
            </a:r>
            <a:r>
              <a:rPr sz="2200" spc="-5" dirty="0">
                <a:solidFill>
                  <a:srgbClr val="FF0000"/>
                </a:solidFill>
                <a:latin typeface="Franklin Gothic Medium"/>
                <a:cs typeface="Franklin Gothic Medium"/>
              </a:rPr>
              <a:t>expression;</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5"/>
              </a:spcBef>
            </a:pPr>
            <a:endParaRPr sz="2150">
              <a:latin typeface="Franklin Gothic Medium"/>
              <a:cs typeface="Franklin Gothic Medium"/>
            </a:endParaRPr>
          </a:p>
          <a:p>
            <a:pPr marL="12700">
              <a:lnSpc>
                <a:spcPct val="100000"/>
              </a:lnSpc>
            </a:pPr>
            <a:r>
              <a:rPr sz="2200" spc="-5" dirty="0">
                <a:latin typeface="Franklin Gothic Medium"/>
                <a:cs typeface="Franklin Gothic Medium"/>
              </a:rPr>
              <a:t>If</a:t>
            </a:r>
            <a:r>
              <a:rPr sz="2200" dirty="0">
                <a:latin typeface="Franklin Gothic Medium"/>
                <a:cs typeface="Franklin Gothic Medium"/>
              </a:rPr>
              <a:t> </a:t>
            </a:r>
            <a:r>
              <a:rPr sz="2200" spc="-5"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of</a:t>
            </a:r>
            <a:r>
              <a:rPr sz="2200" spc="20" dirty="0">
                <a:latin typeface="Franklin Gothic Medium"/>
                <a:cs typeface="Franklin Gothic Medium"/>
              </a:rPr>
              <a:t> </a:t>
            </a:r>
            <a:r>
              <a:rPr sz="2200" spc="-5"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expression</a:t>
            </a:r>
            <a:r>
              <a:rPr sz="2200" spc="-15"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true,</a:t>
            </a:r>
            <a:r>
              <a:rPr sz="220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30" dirty="0">
                <a:latin typeface="Franklin Gothic Medium"/>
                <a:cs typeface="Franklin Gothic Medium"/>
              </a:rPr>
              <a:t>True</a:t>
            </a:r>
            <a:r>
              <a:rPr sz="2200" spc="5" dirty="0">
                <a:latin typeface="Franklin Gothic Medium"/>
                <a:cs typeface="Franklin Gothic Medium"/>
              </a:rPr>
              <a:t> </a:t>
            </a:r>
            <a:r>
              <a:rPr sz="2200" spc="-10" dirty="0">
                <a:latin typeface="Franklin Gothic Medium"/>
                <a:cs typeface="Franklin Gothic Medium"/>
              </a:rPr>
              <a:t>expression</a:t>
            </a:r>
            <a:r>
              <a:rPr sz="2200" spc="-15"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15" dirty="0">
                <a:latin typeface="Franklin Gothic Medium"/>
                <a:cs typeface="Franklin Gothic Medium"/>
              </a:rPr>
              <a:t>executed,</a:t>
            </a:r>
            <a:r>
              <a:rPr sz="2200" spc="-5" dirty="0">
                <a:latin typeface="Franklin Gothic Medium"/>
                <a:cs typeface="Franklin Gothic Medium"/>
              </a:rPr>
              <a:t> </a:t>
            </a:r>
            <a:r>
              <a:rPr sz="2200" dirty="0">
                <a:latin typeface="Franklin Gothic Medium"/>
                <a:cs typeface="Franklin Gothic Medium"/>
              </a:rPr>
              <a:t>otherwise</a:t>
            </a:r>
            <a:r>
              <a:rPr sz="2200" spc="5" dirty="0">
                <a:latin typeface="Franklin Gothic Medium"/>
                <a:cs typeface="Franklin Gothic Medium"/>
              </a:rPr>
              <a:t> </a:t>
            </a:r>
            <a:r>
              <a:rPr sz="2200" spc="-5" dirty="0">
                <a:latin typeface="Franklin Gothic Medium"/>
                <a:cs typeface="Franklin Gothic Medium"/>
              </a:rPr>
              <a:t>the</a:t>
            </a:r>
            <a:r>
              <a:rPr sz="2200" dirty="0">
                <a:latin typeface="Franklin Gothic Medium"/>
                <a:cs typeface="Franklin Gothic Medium"/>
              </a:rPr>
              <a:t> </a:t>
            </a:r>
            <a:r>
              <a:rPr sz="2200" spc="-15" dirty="0">
                <a:latin typeface="Franklin Gothic Medium"/>
                <a:cs typeface="Franklin Gothic Medium"/>
              </a:rPr>
              <a:t>False</a:t>
            </a:r>
            <a:endParaRPr sz="220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expression is</a:t>
            </a:r>
            <a:r>
              <a:rPr sz="2200" dirty="0">
                <a:latin typeface="Franklin Gothic Medium"/>
                <a:cs typeface="Franklin Gothic Medium"/>
              </a:rPr>
              <a:t> </a:t>
            </a:r>
            <a:r>
              <a:rPr sz="2200" spc="-20" dirty="0">
                <a:latin typeface="Franklin Gothic Medium"/>
                <a:cs typeface="Franklin Gothic Medium"/>
              </a:rPr>
              <a:t>executed,</a:t>
            </a:r>
            <a:r>
              <a:rPr sz="2200" dirty="0">
                <a:latin typeface="Franklin Gothic Medium"/>
                <a:cs typeface="Franklin Gothic Medium"/>
              </a:rPr>
              <a:t> </a:t>
            </a:r>
            <a:r>
              <a:rPr sz="2200" spc="-10" dirty="0">
                <a:latin typeface="Franklin Gothic Medium"/>
                <a:cs typeface="Franklin Gothic Medium"/>
              </a:rPr>
              <a:t>not both.</a:t>
            </a:r>
            <a:endParaRPr sz="2200">
              <a:latin typeface="Franklin Gothic Medium"/>
              <a:cs typeface="Franklin Gothic Medium"/>
            </a:endParaRPr>
          </a:p>
        </p:txBody>
      </p:sp>
      <p:sp>
        <p:nvSpPr>
          <p:cNvPr id="3" name="object 3"/>
          <p:cNvSpPr txBox="1">
            <a:spLocks noGrp="1"/>
          </p:cNvSpPr>
          <p:nvPr>
            <p:ph type="title"/>
          </p:nvPr>
        </p:nvSpPr>
        <p:spPr>
          <a:xfrm>
            <a:off x="324713" y="167385"/>
            <a:ext cx="310134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6.	Conditional</a:t>
            </a:r>
            <a:r>
              <a:rPr sz="2400" spc="-100" dirty="0"/>
              <a:t> </a:t>
            </a:r>
            <a:r>
              <a:rPr sz="2400" dirty="0"/>
              <a:t>operator</a:t>
            </a:r>
            <a:endParaRPr sz="24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928827"/>
            <a:ext cx="5309870" cy="4238625"/>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99"/>
                </a:solidFill>
                <a:latin typeface="Franklin Gothic Medium"/>
                <a:cs typeface="Franklin Gothic Medium"/>
              </a:rPr>
              <a:t>Example</a:t>
            </a:r>
            <a:r>
              <a:rPr sz="2200" spc="-7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a:lnSpc>
                <a:spcPct val="100000"/>
              </a:lnSpc>
              <a:spcBef>
                <a:spcPts val="35"/>
              </a:spcBef>
            </a:pPr>
            <a:endParaRPr sz="2450">
              <a:latin typeface="Franklin Gothic Medium"/>
              <a:cs typeface="Franklin Gothic Medium"/>
            </a:endParaRPr>
          </a:p>
          <a:p>
            <a:pPr marL="12700" marR="2927985">
              <a:lnSpc>
                <a:spcPct val="150000"/>
              </a:lnSpc>
            </a:pPr>
            <a:r>
              <a:rPr sz="2200" spc="-5" dirty="0">
                <a:latin typeface="Franklin Gothic Medium"/>
                <a:cs typeface="Franklin Gothic Medium"/>
              </a:rPr>
              <a:t>int</a:t>
            </a:r>
            <a:r>
              <a:rPr sz="2200" spc="80" dirty="0">
                <a:latin typeface="Franklin Gothic Medium"/>
                <a:cs typeface="Franklin Gothic Medium"/>
              </a:rPr>
              <a:t> </a:t>
            </a:r>
            <a:r>
              <a:rPr sz="2200" spc="-5" dirty="0">
                <a:latin typeface="Franklin Gothic Medium"/>
                <a:cs typeface="Franklin Gothic Medium"/>
              </a:rPr>
              <a:t>x</a:t>
            </a:r>
            <a:r>
              <a:rPr sz="2200" spc="85" dirty="0">
                <a:latin typeface="Franklin Gothic Medium"/>
                <a:cs typeface="Franklin Gothic Medium"/>
              </a:rPr>
              <a:t> </a:t>
            </a:r>
            <a:r>
              <a:rPr sz="2200" spc="-5" dirty="0">
                <a:latin typeface="Franklin Gothic Medium"/>
                <a:cs typeface="Franklin Gothic Medium"/>
              </a:rPr>
              <a:t>,</a:t>
            </a:r>
            <a:r>
              <a:rPr sz="2200" spc="85" dirty="0">
                <a:latin typeface="Franklin Gothic Medium"/>
                <a:cs typeface="Franklin Gothic Medium"/>
              </a:rPr>
              <a:t> </a:t>
            </a:r>
            <a:r>
              <a:rPr sz="2200" spc="-5" dirty="0">
                <a:latin typeface="Franklin Gothic Medium"/>
                <a:cs typeface="Franklin Gothic Medium"/>
              </a:rPr>
              <a:t>y</a:t>
            </a:r>
            <a:r>
              <a:rPr sz="2200" spc="85" dirty="0">
                <a:latin typeface="Franklin Gothic Medium"/>
                <a:cs typeface="Franklin Gothic Medium"/>
              </a:rPr>
              <a:t> </a:t>
            </a:r>
            <a:r>
              <a:rPr sz="2200" spc="-10" dirty="0">
                <a:latin typeface="Franklin Gothic Medium"/>
                <a:cs typeface="Franklin Gothic Medium"/>
              </a:rPr>
              <a:t>=7,</a:t>
            </a:r>
            <a:r>
              <a:rPr sz="2200" spc="75" dirty="0">
                <a:latin typeface="Franklin Gothic Medium"/>
                <a:cs typeface="Franklin Gothic Medium"/>
              </a:rPr>
              <a:t> </a:t>
            </a:r>
            <a:r>
              <a:rPr sz="2200" spc="-5" dirty="0">
                <a:latin typeface="Franklin Gothic Medium"/>
                <a:cs typeface="Franklin Gothic Medium"/>
              </a:rPr>
              <a:t>z</a:t>
            </a:r>
            <a:r>
              <a:rPr sz="2200" spc="85" dirty="0">
                <a:latin typeface="Franklin Gothic Medium"/>
                <a:cs typeface="Franklin Gothic Medium"/>
              </a:rPr>
              <a:t> </a:t>
            </a:r>
            <a:r>
              <a:rPr sz="2200" spc="-5" dirty="0">
                <a:latin typeface="Franklin Gothic Medium"/>
                <a:cs typeface="Franklin Gothic Medium"/>
              </a:rPr>
              <a:t>=</a:t>
            </a:r>
            <a:r>
              <a:rPr sz="2200" spc="75" dirty="0">
                <a:latin typeface="Franklin Gothic Medium"/>
                <a:cs typeface="Franklin Gothic Medium"/>
              </a:rPr>
              <a:t> </a:t>
            </a:r>
            <a:r>
              <a:rPr sz="2200" spc="-20" dirty="0">
                <a:latin typeface="Franklin Gothic Medium"/>
                <a:cs typeface="Franklin Gothic Medium"/>
              </a:rPr>
              <a:t>10; </a:t>
            </a:r>
            <a:r>
              <a:rPr sz="2200" spc="-15" dirty="0">
                <a:latin typeface="Franklin Gothic Medium"/>
                <a:cs typeface="Franklin Gothic Medium"/>
              </a:rPr>
              <a:t> </a:t>
            </a:r>
            <a:r>
              <a:rPr sz="2200" spc="-5" dirty="0">
                <a:latin typeface="Franklin Gothic Medium"/>
                <a:cs typeface="Franklin Gothic Medium"/>
              </a:rPr>
              <a:t>x</a:t>
            </a:r>
            <a:r>
              <a:rPr sz="2200" spc="-2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y&gt;=z</a:t>
            </a:r>
            <a:r>
              <a:rPr sz="220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70</a:t>
            </a:r>
            <a:r>
              <a:rPr sz="2200" spc="-5" dirty="0">
                <a:latin typeface="Franklin Gothic Medium"/>
                <a:cs typeface="Franklin Gothic Medium"/>
              </a:rPr>
              <a:t> :</a:t>
            </a:r>
            <a:r>
              <a:rPr sz="2200" spc="-25" dirty="0">
                <a:latin typeface="Franklin Gothic Medium"/>
                <a:cs typeface="Franklin Gothic Medium"/>
              </a:rPr>
              <a:t> </a:t>
            </a:r>
            <a:r>
              <a:rPr sz="2200" spc="-15" dirty="0">
                <a:latin typeface="Franklin Gothic Medium"/>
                <a:cs typeface="Franklin Gothic Medium"/>
              </a:rPr>
              <a:t>100;</a:t>
            </a:r>
            <a:endParaRPr sz="220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x</a:t>
            </a:r>
            <a:r>
              <a:rPr sz="2200" spc="-15" dirty="0">
                <a:latin typeface="Franklin Gothic Medium"/>
                <a:cs typeface="Franklin Gothic Medium"/>
              </a:rPr>
              <a:t> </a:t>
            </a:r>
            <a:r>
              <a:rPr sz="2200" spc="-5" dirty="0">
                <a:latin typeface="Franklin Gothic Medium"/>
                <a:cs typeface="Franklin Gothic Medium"/>
              </a:rPr>
              <a:t>= 7</a:t>
            </a:r>
            <a:r>
              <a:rPr sz="2200" spc="-15" dirty="0">
                <a:latin typeface="Franklin Gothic Medium"/>
                <a:cs typeface="Franklin Gothic Medium"/>
              </a:rPr>
              <a:t> </a:t>
            </a:r>
            <a:r>
              <a:rPr sz="2200" spc="-5" dirty="0">
                <a:latin typeface="Franklin Gothic Medium"/>
                <a:cs typeface="Franklin Gothic Medium"/>
              </a:rPr>
              <a:t>&gt;= </a:t>
            </a:r>
            <a:r>
              <a:rPr sz="2200" spc="-20" dirty="0">
                <a:latin typeface="Franklin Gothic Medium"/>
                <a:cs typeface="Franklin Gothic Medium"/>
              </a:rPr>
              <a:t>10</a:t>
            </a:r>
            <a:r>
              <a:rPr sz="2200" spc="-15" dirty="0">
                <a:latin typeface="Franklin Gothic Medium"/>
                <a:cs typeface="Franklin Gothic Medium"/>
              </a:rPr>
              <a:t> </a:t>
            </a:r>
            <a:r>
              <a:rPr sz="2200" spc="-5" dirty="0">
                <a:latin typeface="Franklin Gothic Medium"/>
                <a:cs typeface="Franklin Gothic Medium"/>
              </a:rPr>
              <a:t>? 70</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20" dirty="0">
                <a:latin typeface="Franklin Gothic Medium"/>
                <a:cs typeface="Franklin Gothic Medium"/>
              </a:rPr>
              <a:t>100</a:t>
            </a:r>
            <a:endParaRPr sz="2200">
              <a:latin typeface="Franklin Gothic Medium"/>
              <a:cs typeface="Franklin Gothic Medium"/>
            </a:endParaRPr>
          </a:p>
          <a:p>
            <a:pPr>
              <a:lnSpc>
                <a:spcPct val="100000"/>
              </a:lnSpc>
            </a:pPr>
            <a:endParaRPr sz="2500">
              <a:latin typeface="Franklin Gothic Medium"/>
              <a:cs typeface="Franklin Gothic Medium"/>
            </a:endParaRPr>
          </a:p>
          <a:p>
            <a:pPr>
              <a:lnSpc>
                <a:spcPct val="100000"/>
              </a:lnSpc>
              <a:spcBef>
                <a:spcPts val="10"/>
              </a:spcBef>
            </a:pPr>
            <a:endParaRPr sz="2150">
              <a:latin typeface="Franklin Gothic Medium"/>
              <a:cs typeface="Franklin Gothic Medium"/>
            </a:endParaRPr>
          </a:p>
          <a:p>
            <a:pPr marL="12700">
              <a:lnSpc>
                <a:spcPct val="100000"/>
              </a:lnSpc>
            </a:pPr>
            <a:r>
              <a:rPr sz="2200" spc="-10" dirty="0">
                <a:solidFill>
                  <a:srgbClr val="C00000"/>
                </a:solidFill>
                <a:latin typeface="Franklin Gothic Medium"/>
                <a:cs typeface="Franklin Gothic Medium"/>
              </a:rPr>
              <a:t>Working</a:t>
            </a:r>
            <a:r>
              <a:rPr sz="2200" spc="-7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marR="5080">
              <a:lnSpc>
                <a:spcPct val="150000"/>
              </a:lnSpc>
            </a:pPr>
            <a:r>
              <a:rPr sz="2200" spc="-5" dirty="0">
                <a:latin typeface="Franklin Gothic Medium"/>
                <a:cs typeface="Franklin Gothic Medium"/>
              </a:rPr>
              <a:t>Since 7 &gt;=</a:t>
            </a:r>
            <a:r>
              <a:rPr sz="2200" dirty="0">
                <a:latin typeface="Franklin Gothic Medium"/>
                <a:cs typeface="Franklin Gothic Medium"/>
              </a:rPr>
              <a:t> </a:t>
            </a:r>
            <a:r>
              <a:rPr sz="2200" spc="-20" dirty="0">
                <a:latin typeface="Franklin Gothic Medium"/>
                <a:cs typeface="Franklin Gothic Medium"/>
              </a:rPr>
              <a:t>10</a:t>
            </a:r>
            <a:r>
              <a:rPr sz="2200" spc="-5" dirty="0">
                <a:latin typeface="Franklin Gothic Medium"/>
                <a:cs typeface="Franklin Gothic Medium"/>
              </a:rPr>
              <a:t> is</a:t>
            </a:r>
            <a:r>
              <a:rPr sz="2200" dirty="0">
                <a:latin typeface="Franklin Gothic Medium"/>
                <a:cs typeface="Franklin Gothic Medium"/>
              </a:rPr>
              <a:t> </a:t>
            </a:r>
            <a:r>
              <a:rPr sz="2200" spc="-5" dirty="0">
                <a:latin typeface="Franklin Gothic Medium"/>
                <a:cs typeface="Franklin Gothic Medium"/>
              </a:rPr>
              <a:t>false, </a:t>
            </a:r>
            <a:r>
              <a:rPr sz="2200" spc="-15" dirty="0">
                <a:latin typeface="Franklin Gothic Medium"/>
                <a:cs typeface="Franklin Gothic Medium"/>
              </a:rPr>
              <a:t>100</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15" dirty="0">
                <a:latin typeface="Franklin Gothic Medium"/>
                <a:cs typeface="Franklin Gothic Medium"/>
              </a:rPr>
              <a:t>evaluated</a:t>
            </a:r>
            <a:r>
              <a:rPr sz="2200" dirty="0">
                <a:latin typeface="Franklin Gothic Medium"/>
                <a:cs typeface="Franklin Gothic Medium"/>
              </a:rPr>
              <a:t> </a:t>
            </a:r>
            <a:r>
              <a:rPr sz="2200" spc="-25" dirty="0">
                <a:latin typeface="Franklin Gothic Medium"/>
                <a:cs typeface="Franklin Gothic Medium"/>
              </a:rPr>
              <a:t>to</a:t>
            </a:r>
            <a:r>
              <a:rPr sz="2200" spc="-10" dirty="0">
                <a:latin typeface="Franklin Gothic Medium"/>
                <a:cs typeface="Franklin Gothic Medium"/>
              </a:rPr>
              <a:t> x; </a:t>
            </a:r>
            <a:r>
              <a:rPr sz="2200" spc="-535" dirty="0">
                <a:latin typeface="Franklin Gothic Medium"/>
                <a:cs typeface="Franklin Gothic Medium"/>
              </a:rPr>
              <a:t> </a:t>
            </a:r>
            <a:r>
              <a:rPr sz="2200" spc="-5" dirty="0">
                <a:latin typeface="Franklin Gothic Medium"/>
                <a:cs typeface="Franklin Gothic Medium"/>
              </a:rPr>
              <a:t>x</a:t>
            </a:r>
            <a:r>
              <a:rPr sz="2200" spc="-10" dirty="0">
                <a:latin typeface="Franklin Gothic Medium"/>
                <a:cs typeface="Franklin Gothic Medium"/>
              </a:rPr>
              <a:t> </a:t>
            </a:r>
            <a:r>
              <a:rPr sz="2200" spc="-5" dirty="0">
                <a:latin typeface="Franklin Gothic Medium"/>
                <a:cs typeface="Franklin Gothic Medium"/>
              </a:rPr>
              <a:t>=</a:t>
            </a:r>
            <a:r>
              <a:rPr sz="2200" dirty="0">
                <a:latin typeface="Franklin Gothic Medium"/>
                <a:cs typeface="Franklin Gothic Medium"/>
              </a:rPr>
              <a:t> </a:t>
            </a:r>
            <a:r>
              <a:rPr sz="2200" spc="-20" dirty="0">
                <a:latin typeface="Franklin Gothic Medium"/>
                <a:cs typeface="Franklin Gothic Medium"/>
              </a:rPr>
              <a:t>100</a:t>
            </a:r>
            <a:endParaRPr sz="2200">
              <a:latin typeface="Franklin Gothic Medium"/>
              <a:cs typeface="Franklin Gothic Medium"/>
            </a:endParaRPr>
          </a:p>
        </p:txBody>
      </p:sp>
      <p:sp>
        <p:nvSpPr>
          <p:cNvPr id="3" name="object 3"/>
          <p:cNvSpPr txBox="1">
            <a:spLocks noGrp="1"/>
          </p:cNvSpPr>
          <p:nvPr>
            <p:ph type="title"/>
          </p:nvPr>
        </p:nvSpPr>
        <p:spPr>
          <a:xfrm>
            <a:off x="324713" y="167385"/>
            <a:ext cx="310134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6.	Conditional</a:t>
            </a:r>
            <a:r>
              <a:rPr sz="2400" spc="-100" dirty="0"/>
              <a:t> </a:t>
            </a:r>
            <a:r>
              <a:rPr sz="2400" dirty="0"/>
              <a:t>operator</a:t>
            </a:r>
            <a:endParaRPr sz="240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991850" cy="5039360"/>
          </a:xfrm>
          <a:prstGeom prst="rect">
            <a:avLst/>
          </a:prstGeom>
        </p:spPr>
        <p:txBody>
          <a:bodyPr vert="horz" wrap="square" lIns="0" tIns="63500" rIns="0" bIns="0" rtlCol="0">
            <a:spAutoFit/>
          </a:bodyPr>
          <a:lstStyle/>
          <a:p>
            <a:pPr marL="12700">
              <a:lnSpc>
                <a:spcPct val="100000"/>
              </a:lnSpc>
              <a:spcBef>
                <a:spcPts val="500"/>
              </a:spcBef>
              <a:tabLst>
                <a:tab pos="398780" algn="l"/>
              </a:tabLst>
            </a:pPr>
            <a:r>
              <a:rPr sz="2200" dirty="0">
                <a:solidFill>
                  <a:srgbClr val="000099"/>
                </a:solidFill>
                <a:latin typeface="Franklin Gothic Medium"/>
                <a:cs typeface="Franklin Gothic Medium"/>
              </a:rPr>
              <a:t>1)	</a:t>
            </a:r>
            <a:r>
              <a:rPr sz="2200" spc="-15" dirty="0">
                <a:solidFill>
                  <a:srgbClr val="000099"/>
                </a:solidFill>
                <a:latin typeface="Franklin Gothic Medium"/>
                <a:cs typeface="Franklin Gothic Medium"/>
              </a:rPr>
              <a:t>Write</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a:t>
            </a:r>
            <a:r>
              <a:rPr sz="220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program</a:t>
            </a:r>
            <a:r>
              <a:rPr sz="2200" spc="-2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to</a:t>
            </a:r>
            <a:r>
              <a:rPr sz="2200" spc="-2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input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principal</a:t>
            </a:r>
            <a:r>
              <a:rPr sz="2200" spc="-4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1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time.</a:t>
            </a:r>
            <a:r>
              <a:rPr sz="2200" spc="-3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If</a:t>
            </a:r>
            <a:r>
              <a:rPr sz="2200" spc="-1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time</a:t>
            </a:r>
            <a:r>
              <a:rPr sz="2200" spc="-3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is</a:t>
            </a:r>
            <a:r>
              <a:rPr sz="2200" spc="-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more</a:t>
            </a:r>
            <a:r>
              <a:rPr sz="2200" spc="-3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than</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8</a:t>
            </a:r>
            <a:r>
              <a:rPr sz="2200" dirty="0">
                <a:solidFill>
                  <a:srgbClr val="000099"/>
                </a:solidFill>
                <a:latin typeface="Franklin Gothic Medium"/>
                <a:cs typeface="Franklin Gothic Medium"/>
              </a:rPr>
              <a:t> years,</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assign</a:t>
            </a:r>
            <a:r>
              <a:rPr sz="2200" spc="-3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rate</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of</a:t>
            </a:r>
            <a:endParaRPr sz="2200" dirty="0">
              <a:latin typeface="Franklin Gothic Medium"/>
              <a:cs typeface="Franklin Gothic Medium"/>
            </a:endParaRPr>
          </a:p>
          <a:p>
            <a:pPr marL="469900" marR="2453005" indent="-61594">
              <a:lnSpc>
                <a:spcPct val="114999"/>
              </a:lnSpc>
            </a:pPr>
            <a:r>
              <a:rPr sz="2200" spc="-5" dirty="0">
                <a:solidFill>
                  <a:srgbClr val="000099"/>
                </a:solidFill>
                <a:latin typeface="Franklin Gothic Medium"/>
                <a:cs typeface="Franklin Gothic Medium"/>
              </a:rPr>
              <a:t>interest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as</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12% </a:t>
            </a:r>
            <a:r>
              <a:rPr sz="2200" spc="-5" dirty="0">
                <a:solidFill>
                  <a:srgbClr val="000099"/>
                </a:solidFill>
                <a:latin typeface="Franklin Gothic Medium"/>
                <a:cs typeface="Franklin Gothic Medium"/>
              </a:rPr>
              <a:t>,</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else</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as</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18%.</a:t>
            </a:r>
            <a:r>
              <a:rPr sz="2200" spc="-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Calculate</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simple</a:t>
            </a:r>
            <a:r>
              <a:rPr sz="2200" spc="-3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interest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25"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display. </a:t>
            </a:r>
            <a:r>
              <a:rPr sz="2200" spc="-535" dirty="0">
                <a:solidFill>
                  <a:srgbClr val="000099"/>
                </a:solidFill>
                <a:latin typeface="Franklin Gothic Medium"/>
                <a:cs typeface="Franklin Gothic Medium"/>
              </a:rPr>
              <a:t> </a:t>
            </a:r>
            <a:r>
              <a:rPr sz="2200" spc="-10" dirty="0">
                <a:latin typeface="Franklin Gothic Medium"/>
                <a:cs typeface="Franklin Gothic Medium"/>
              </a:rPr>
              <a:t>#include&lt;stdio.h&gt;</a:t>
            </a:r>
            <a:endParaRPr sz="2200" dirty="0">
              <a:latin typeface="Franklin Gothic Medium"/>
              <a:cs typeface="Franklin Gothic Medium"/>
            </a:endParaRPr>
          </a:p>
          <a:p>
            <a:pPr marL="469900">
              <a:lnSpc>
                <a:spcPct val="100000"/>
              </a:lnSpc>
              <a:spcBef>
                <a:spcPts val="400"/>
              </a:spcBef>
            </a:pPr>
            <a:r>
              <a:rPr sz="2200" spc="-10" dirty="0">
                <a:latin typeface="Franklin Gothic Medium"/>
                <a:cs typeface="Franklin Gothic Medium"/>
              </a:rPr>
              <a:t>void</a:t>
            </a:r>
            <a:r>
              <a:rPr sz="2200" spc="-75"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a:p>
            <a:pPr marL="927100" marR="8861425">
              <a:lnSpc>
                <a:spcPct val="114999"/>
              </a:lnSpc>
            </a:pPr>
            <a:r>
              <a:rPr sz="2200" spc="-20" dirty="0">
                <a:latin typeface="Franklin Gothic Medium"/>
                <a:cs typeface="Franklin Gothic Medium"/>
              </a:rPr>
              <a:t>f</a:t>
            </a:r>
            <a:r>
              <a:rPr sz="2200" spc="-5" dirty="0">
                <a:latin typeface="Franklin Gothic Medium"/>
                <a:cs typeface="Franklin Gothic Medium"/>
              </a:rPr>
              <a:t>loat</a:t>
            </a:r>
            <a:r>
              <a:rPr sz="2200" spc="5" dirty="0">
                <a:latin typeface="Franklin Gothic Medium"/>
                <a:cs typeface="Franklin Gothic Medium"/>
              </a:rPr>
              <a:t> </a:t>
            </a:r>
            <a:r>
              <a:rPr sz="2200" spc="-195" dirty="0">
                <a:latin typeface="Franklin Gothic Medium"/>
                <a:cs typeface="Franklin Gothic Medium"/>
              </a:rPr>
              <a:t>P</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S</a:t>
            </a:r>
            <a:r>
              <a:rPr sz="2200" dirty="0">
                <a:latin typeface="Franklin Gothic Medium"/>
                <a:cs typeface="Franklin Gothic Medium"/>
              </a:rPr>
              <a:t>I</a:t>
            </a:r>
            <a:r>
              <a:rPr sz="2200" spc="-5" dirty="0">
                <a:latin typeface="Franklin Gothic Medium"/>
                <a:cs typeface="Franklin Gothic Medium"/>
              </a:rPr>
              <a:t>;  int</a:t>
            </a:r>
            <a:r>
              <a:rPr sz="2200" spc="-15" dirty="0">
                <a:latin typeface="Franklin Gothic Medium"/>
                <a:cs typeface="Franklin Gothic Medium"/>
              </a:rPr>
              <a:t> </a:t>
            </a:r>
            <a:r>
              <a:rPr sz="2200" spc="-60" dirty="0">
                <a:latin typeface="Franklin Gothic Medium"/>
                <a:cs typeface="Franklin Gothic Medium"/>
              </a:rPr>
              <a:t>T,</a:t>
            </a:r>
            <a:r>
              <a:rPr sz="2200" spc="-10" dirty="0">
                <a:latin typeface="Franklin Gothic Medium"/>
                <a:cs typeface="Franklin Gothic Medium"/>
              </a:rPr>
              <a:t> </a:t>
            </a:r>
            <a:r>
              <a:rPr sz="2200" spc="-5" dirty="0">
                <a:latin typeface="Franklin Gothic Medium"/>
                <a:cs typeface="Franklin Gothic Medium"/>
              </a:rPr>
              <a:t>R;</a:t>
            </a:r>
            <a:endParaRPr sz="2200" dirty="0">
              <a:latin typeface="Franklin Gothic Medium"/>
              <a:cs typeface="Franklin Gothic Medium"/>
            </a:endParaRPr>
          </a:p>
          <a:p>
            <a:pPr marL="927100">
              <a:lnSpc>
                <a:spcPct val="100000"/>
              </a:lnSpc>
              <a:spcBef>
                <a:spcPts val="400"/>
              </a:spcBef>
            </a:pPr>
            <a:r>
              <a:rPr sz="2200" spc="-10" dirty="0">
                <a:latin typeface="Franklin Gothic Medium"/>
                <a:cs typeface="Franklin Gothic Medium"/>
              </a:rPr>
              <a:t>printf("Enter</a:t>
            </a:r>
            <a:r>
              <a:rPr sz="2200" spc="15" dirty="0">
                <a:latin typeface="Franklin Gothic Medium"/>
                <a:cs typeface="Franklin Gothic Medium"/>
              </a:rPr>
              <a:t> </a:t>
            </a:r>
            <a:r>
              <a:rPr sz="2200" spc="-5" dirty="0">
                <a:latin typeface="Franklin Gothic Medium"/>
                <a:cs typeface="Franklin Gothic Medium"/>
              </a:rPr>
              <a:t>principal</a:t>
            </a:r>
            <a:r>
              <a:rPr sz="2200" spc="-10" dirty="0">
                <a:latin typeface="Franklin Gothic Medium"/>
                <a:cs typeface="Franklin Gothic Medium"/>
              </a:rPr>
              <a:t> </a:t>
            </a:r>
            <a:r>
              <a:rPr sz="2200" spc="-5" dirty="0">
                <a:latin typeface="Franklin Gothic Medium"/>
                <a:cs typeface="Franklin Gothic Medium"/>
              </a:rPr>
              <a:t>and</a:t>
            </a:r>
            <a:r>
              <a:rPr sz="2200" spc="5" dirty="0">
                <a:latin typeface="Franklin Gothic Medium"/>
                <a:cs typeface="Franklin Gothic Medium"/>
              </a:rPr>
              <a:t> </a:t>
            </a:r>
            <a:r>
              <a:rPr sz="2200" spc="-5" dirty="0">
                <a:latin typeface="Franklin Gothic Medium"/>
                <a:cs typeface="Franklin Gothic Medium"/>
              </a:rPr>
              <a:t>time\n");</a:t>
            </a:r>
            <a:endParaRPr sz="2200" dirty="0">
              <a:latin typeface="Franklin Gothic Medium"/>
              <a:cs typeface="Franklin Gothic Medium"/>
            </a:endParaRPr>
          </a:p>
          <a:p>
            <a:pPr marL="927100">
              <a:lnSpc>
                <a:spcPct val="100000"/>
              </a:lnSpc>
              <a:spcBef>
                <a:spcPts val="395"/>
              </a:spcBef>
            </a:pPr>
            <a:r>
              <a:rPr sz="2200" spc="-20" dirty="0">
                <a:latin typeface="Franklin Gothic Medium"/>
                <a:cs typeface="Franklin Gothic Medium"/>
              </a:rPr>
              <a:t>scanf("%f%d",&amp;P,</a:t>
            </a:r>
            <a:r>
              <a:rPr sz="2200" spc="20" dirty="0">
                <a:latin typeface="Franklin Gothic Medium"/>
                <a:cs typeface="Franklin Gothic Medium"/>
              </a:rPr>
              <a:t> </a:t>
            </a:r>
            <a:r>
              <a:rPr sz="2200" spc="-10" dirty="0">
                <a:latin typeface="Franklin Gothic Medium"/>
                <a:cs typeface="Franklin Gothic Medium"/>
              </a:rPr>
              <a:t>&amp;T);</a:t>
            </a:r>
            <a:endParaRPr sz="2200" dirty="0">
              <a:latin typeface="Franklin Gothic Medium"/>
              <a:cs typeface="Franklin Gothic Medium"/>
            </a:endParaRPr>
          </a:p>
          <a:p>
            <a:pPr marL="927100">
              <a:lnSpc>
                <a:spcPct val="100000"/>
              </a:lnSpc>
              <a:spcBef>
                <a:spcPts val="395"/>
              </a:spcBef>
            </a:pPr>
            <a:r>
              <a:rPr sz="2200" spc="-5" dirty="0">
                <a:latin typeface="Franklin Gothic Medium"/>
                <a:cs typeface="Franklin Gothic Medium"/>
              </a:rPr>
              <a:t>R =</a:t>
            </a:r>
            <a:r>
              <a:rPr sz="2200" spc="-10" dirty="0">
                <a:latin typeface="Franklin Gothic Medium"/>
                <a:cs typeface="Franklin Gothic Medium"/>
              </a:rPr>
              <a:t> </a:t>
            </a:r>
            <a:r>
              <a:rPr sz="2200" spc="-5" dirty="0">
                <a:latin typeface="Franklin Gothic Medium"/>
                <a:cs typeface="Franklin Gothic Medium"/>
              </a:rPr>
              <a:t>T</a:t>
            </a:r>
            <a:r>
              <a:rPr sz="2200" spc="-10" dirty="0">
                <a:latin typeface="Franklin Gothic Medium"/>
                <a:cs typeface="Franklin Gothic Medium"/>
              </a:rPr>
              <a:t> </a:t>
            </a:r>
            <a:r>
              <a:rPr sz="2200" spc="-5" dirty="0">
                <a:latin typeface="Franklin Gothic Medium"/>
                <a:cs typeface="Franklin Gothic Medium"/>
              </a:rPr>
              <a:t>&gt;</a:t>
            </a:r>
            <a:r>
              <a:rPr sz="2200" spc="-15" dirty="0">
                <a:latin typeface="Franklin Gothic Medium"/>
                <a:cs typeface="Franklin Gothic Medium"/>
              </a:rPr>
              <a:t> </a:t>
            </a:r>
            <a:r>
              <a:rPr sz="2200" spc="-5" dirty="0">
                <a:latin typeface="Franklin Gothic Medium"/>
                <a:cs typeface="Franklin Gothic Medium"/>
              </a:rPr>
              <a:t>8</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12</a:t>
            </a:r>
            <a:r>
              <a:rPr sz="2200" spc="-10"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5" dirty="0">
                <a:latin typeface="Franklin Gothic Medium"/>
                <a:cs typeface="Franklin Gothic Medium"/>
              </a:rPr>
              <a:t>18;</a:t>
            </a:r>
            <a:endParaRPr sz="2200" dirty="0">
              <a:latin typeface="Franklin Gothic Medium"/>
              <a:cs typeface="Franklin Gothic Medium"/>
            </a:endParaRPr>
          </a:p>
          <a:p>
            <a:pPr marL="927100">
              <a:lnSpc>
                <a:spcPct val="100000"/>
              </a:lnSpc>
              <a:spcBef>
                <a:spcPts val="400"/>
              </a:spcBef>
            </a:pPr>
            <a:r>
              <a:rPr sz="2200" spc="-5" dirty="0">
                <a:latin typeface="Franklin Gothic Medium"/>
                <a:cs typeface="Franklin Gothic Medium"/>
              </a:rPr>
              <a:t>SI =</a:t>
            </a:r>
            <a:r>
              <a:rPr sz="2200" spc="-10" dirty="0">
                <a:latin typeface="Franklin Gothic Medium"/>
                <a:cs typeface="Franklin Gothic Medium"/>
              </a:rPr>
              <a:t> </a:t>
            </a:r>
            <a:r>
              <a:rPr sz="2200" dirty="0">
                <a:latin typeface="Franklin Gothic Medium"/>
                <a:cs typeface="Franklin Gothic Medium"/>
              </a:rPr>
              <a:t>(P</a:t>
            </a:r>
            <a:r>
              <a:rPr sz="2200" spc="-15" dirty="0">
                <a:latin typeface="Franklin Gothic Medium"/>
                <a:cs typeface="Franklin Gothic Medium"/>
              </a:rPr>
              <a:t> </a:t>
            </a:r>
            <a:r>
              <a:rPr sz="2200" spc="-5" dirty="0">
                <a:latin typeface="Franklin Gothic Medium"/>
                <a:cs typeface="Franklin Gothic Medium"/>
              </a:rPr>
              <a:t>* T</a:t>
            </a:r>
            <a:r>
              <a:rPr sz="2200" spc="-1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5" dirty="0">
                <a:latin typeface="Franklin Gothic Medium"/>
                <a:cs typeface="Franklin Gothic Medium"/>
              </a:rPr>
              <a:t>R )</a:t>
            </a:r>
            <a:r>
              <a:rPr sz="2200"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15" dirty="0">
                <a:latin typeface="Franklin Gothic Medium"/>
                <a:cs typeface="Franklin Gothic Medium"/>
              </a:rPr>
              <a:t>100;</a:t>
            </a:r>
            <a:endParaRPr sz="2200" dirty="0">
              <a:latin typeface="Franklin Gothic Medium"/>
              <a:cs typeface="Franklin Gothic Medium"/>
            </a:endParaRPr>
          </a:p>
          <a:p>
            <a:pPr marL="927100">
              <a:lnSpc>
                <a:spcPct val="100000"/>
              </a:lnSpc>
              <a:spcBef>
                <a:spcPts val="395"/>
              </a:spcBef>
            </a:pPr>
            <a:r>
              <a:rPr sz="2200" spc="-5" dirty="0">
                <a:latin typeface="Franklin Gothic Medium"/>
                <a:cs typeface="Franklin Gothic Medium"/>
              </a:rPr>
              <a:t>printf("SI</a:t>
            </a:r>
            <a:r>
              <a:rPr sz="2200" dirty="0">
                <a:latin typeface="Franklin Gothic Medium"/>
                <a:cs typeface="Franklin Gothic Medium"/>
              </a:rPr>
              <a:t> </a:t>
            </a:r>
            <a:r>
              <a:rPr sz="2200" spc="-5" dirty="0">
                <a:latin typeface="Franklin Gothic Medium"/>
                <a:cs typeface="Franklin Gothic Medium"/>
              </a:rPr>
              <a:t>=</a:t>
            </a:r>
            <a:r>
              <a:rPr sz="2200" spc="-15" dirty="0">
                <a:latin typeface="Franklin Gothic Medium"/>
                <a:cs typeface="Franklin Gothic Medium"/>
              </a:rPr>
              <a:t> </a:t>
            </a:r>
            <a:r>
              <a:rPr sz="2200" spc="-10" dirty="0">
                <a:latin typeface="Franklin Gothic Medium"/>
                <a:cs typeface="Franklin Gothic Medium"/>
              </a:rPr>
              <a:t>%f",</a:t>
            </a:r>
            <a:r>
              <a:rPr sz="2200" spc="-5" dirty="0">
                <a:latin typeface="Franklin Gothic Medium"/>
                <a:cs typeface="Franklin Gothic Medium"/>
              </a:rPr>
              <a:t> SI);</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0134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6.	Conditional</a:t>
            </a:r>
            <a:r>
              <a:rPr sz="2400" spc="-100" dirty="0"/>
              <a:t> </a:t>
            </a:r>
            <a:r>
              <a:rPr sz="2400" dirty="0"/>
              <a:t>operator</a:t>
            </a:r>
            <a:endParaRPr sz="240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349230" cy="4653915"/>
          </a:xfrm>
          <a:prstGeom prst="rect">
            <a:avLst/>
          </a:prstGeom>
        </p:spPr>
        <p:txBody>
          <a:bodyPr vert="horz" wrap="square" lIns="0" tIns="63500" rIns="0" bIns="0" rtlCol="0">
            <a:spAutoFit/>
          </a:bodyPr>
          <a:lstStyle/>
          <a:p>
            <a:pPr marL="12700">
              <a:lnSpc>
                <a:spcPct val="100000"/>
              </a:lnSpc>
              <a:spcBef>
                <a:spcPts val="500"/>
              </a:spcBef>
              <a:tabLst>
                <a:tab pos="452755" algn="l"/>
              </a:tabLst>
            </a:pPr>
            <a:r>
              <a:rPr sz="2200" spc="-10" dirty="0">
                <a:solidFill>
                  <a:srgbClr val="000099"/>
                </a:solidFill>
                <a:latin typeface="Franklin Gothic Medium"/>
                <a:cs typeface="Franklin Gothic Medium"/>
              </a:rPr>
              <a:t>2)	</a:t>
            </a:r>
            <a:r>
              <a:rPr sz="2200" spc="-20" dirty="0">
                <a:solidFill>
                  <a:srgbClr val="000099"/>
                </a:solidFill>
                <a:latin typeface="Franklin Gothic Medium"/>
                <a:cs typeface="Franklin Gothic Medium"/>
              </a:rPr>
              <a:t>Write</a:t>
            </a:r>
            <a:r>
              <a:rPr sz="2200" spc="2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2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a:t>
            </a:r>
            <a:r>
              <a:rPr sz="2200" spc="2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program</a:t>
            </a:r>
            <a:r>
              <a:rPr sz="2200" spc="220" dirty="0">
                <a:solidFill>
                  <a:srgbClr val="000099"/>
                </a:solidFill>
                <a:latin typeface="Franklin Gothic Medium"/>
                <a:cs typeface="Franklin Gothic Medium"/>
              </a:rPr>
              <a:t> </a:t>
            </a:r>
            <a:r>
              <a:rPr sz="2200" spc="-30" dirty="0">
                <a:solidFill>
                  <a:srgbClr val="000099"/>
                </a:solidFill>
                <a:latin typeface="Franklin Gothic Medium"/>
                <a:cs typeface="Franklin Gothic Medium"/>
              </a:rPr>
              <a:t>to</a:t>
            </a:r>
            <a:r>
              <a:rPr sz="2200" spc="2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input</a:t>
            </a:r>
            <a:r>
              <a:rPr sz="2200" spc="2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marks,</a:t>
            </a:r>
            <a:r>
              <a:rPr sz="2200" spc="2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if</a:t>
            </a:r>
            <a:r>
              <a:rPr sz="2200" spc="2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marks</a:t>
            </a:r>
            <a:r>
              <a:rPr sz="2200" spc="2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is</a:t>
            </a:r>
            <a:r>
              <a:rPr sz="2200" spc="2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more</a:t>
            </a:r>
            <a:r>
              <a:rPr sz="2200" spc="2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than</a:t>
            </a:r>
            <a:r>
              <a:rPr sz="2200" spc="22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80,</a:t>
            </a:r>
            <a:r>
              <a:rPr sz="2200" spc="22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assign</a:t>
            </a:r>
            <a:r>
              <a:rPr sz="2200" spc="20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grade</a:t>
            </a:r>
            <a:r>
              <a:rPr sz="2200" spc="22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as</a:t>
            </a:r>
            <a:r>
              <a:rPr sz="2200" spc="210" dirty="0">
                <a:solidFill>
                  <a:srgbClr val="000099"/>
                </a:solidFill>
                <a:latin typeface="Franklin Gothic Medium"/>
                <a:cs typeface="Franklin Gothic Medium"/>
              </a:rPr>
              <a:t> </a:t>
            </a:r>
            <a:r>
              <a:rPr sz="2200" spc="-45" dirty="0">
                <a:solidFill>
                  <a:srgbClr val="000099"/>
                </a:solidFill>
                <a:latin typeface="Franklin Gothic Medium"/>
                <a:cs typeface="Franklin Gothic Medium"/>
              </a:rPr>
              <a:t>‘A’</a:t>
            </a:r>
            <a:endParaRPr sz="2200" dirty="0">
              <a:latin typeface="Franklin Gothic Medium"/>
              <a:cs typeface="Franklin Gothic Medium"/>
            </a:endParaRPr>
          </a:p>
          <a:p>
            <a:pPr marL="469900" marR="7715884">
              <a:lnSpc>
                <a:spcPct val="114999"/>
              </a:lnSpc>
            </a:pPr>
            <a:r>
              <a:rPr sz="2200" dirty="0">
                <a:solidFill>
                  <a:srgbClr val="000099"/>
                </a:solidFill>
                <a:latin typeface="Franklin Gothic Medium"/>
                <a:cs typeface="Franklin Gothic Medium"/>
              </a:rPr>
              <a:t>otherwise as </a:t>
            </a:r>
            <a:r>
              <a:rPr sz="2200" spc="5" dirty="0">
                <a:solidFill>
                  <a:srgbClr val="000099"/>
                </a:solidFill>
                <a:latin typeface="Franklin Gothic Medium"/>
                <a:cs typeface="Franklin Gothic Medium"/>
              </a:rPr>
              <a:t>‘B’ </a:t>
            </a:r>
            <a:r>
              <a:rPr sz="2200" spc="10" dirty="0">
                <a:solidFill>
                  <a:srgbClr val="000099"/>
                </a:solidFill>
                <a:latin typeface="Franklin Gothic Medium"/>
                <a:cs typeface="Franklin Gothic Medium"/>
              </a:rPr>
              <a:t> </a:t>
            </a: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spc="-5"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a:t>
            </a:r>
            <a:endParaRPr sz="2200" dirty="0">
              <a:latin typeface="Franklin Gothic Medium"/>
              <a:cs typeface="Franklin Gothic Medium"/>
            </a:endParaRPr>
          </a:p>
          <a:p>
            <a:pPr marL="927100" marR="8068309" indent="69850">
              <a:lnSpc>
                <a:spcPct val="114999"/>
              </a:lnSpc>
            </a:pPr>
            <a:r>
              <a:rPr sz="2200" spc="-5" dirty="0">
                <a:latin typeface="Franklin Gothic Medium"/>
                <a:cs typeface="Franklin Gothic Medium"/>
              </a:rPr>
              <a:t>int </a:t>
            </a:r>
            <a:r>
              <a:rPr sz="2200" spc="-10" dirty="0">
                <a:latin typeface="Franklin Gothic Medium"/>
                <a:cs typeface="Franklin Gothic Medium"/>
              </a:rPr>
              <a:t>marks; </a:t>
            </a:r>
            <a:r>
              <a:rPr sz="2200" spc="-535" dirty="0">
                <a:latin typeface="Franklin Gothic Medium"/>
                <a:cs typeface="Franklin Gothic Medium"/>
              </a:rPr>
              <a:t> </a:t>
            </a:r>
            <a:r>
              <a:rPr sz="2200" spc="-5" dirty="0">
                <a:latin typeface="Franklin Gothic Medium"/>
                <a:cs typeface="Franklin Gothic Medium"/>
              </a:rPr>
              <a:t>char</a:t>
            </a:r>
            <a:r>
              <a:rPr sz="2200" spc="-60" dirty="0">
                <a:latin typeface="Franklin Gothic Medium"/>
                <a:cs typeface="Franklin Gothic Medium"/>
              </a:rPr>
              <a:t> </a:t>
            </a:r>
            <a:r>
              <a:rPr sz="2200" spc="-10" dirty="0">
                <a:latin typeface="Franklin Gothic Medium"/>
                <a:cs typeface="Franklin Gothic Medium"/>
              </a:rPr>
              <a:t>grade;</a:t>
            </a:r>
            <a:endParaRPr sz="2200" dirty="0">
              <a:latin typeface="Franklin Gothic Medium"/>
              <a:cs typeface="Franklin Gothic Medium"/>
            </a:endParaRPr>
          </a:p>
          <a:p>
            <a:pPr marL="927100">
              <a:lnSpc>
                <a:spcPct val="100000"/>
              </a:lnSpc>
              <a:spcBef>
                <a:spcPts val="395"/>
              </a:spcBef>
            </a:pPr>
            <a:r>
              <a:rPr sz="2200" spc="-10" dirty="0">
                <a:latin typeface="Franklin Gothic Medium"/>
                <a:cs typeface="Franklin Gothic Medium"/>
              </a:rPr>
              <a:t>printf("Enter marks:");</a:t>
            </a:r>
            <a:endParaRPr sz="2200" dirty="0">
              <a:latin typeface="Franklin Gothic Medium"/>
              <a:cs typeface="Franklin Gothic Medium"/>
            </a:endParaRPr>
          </a:p>
          <a:p>
            <a:pPr marL="927100">
              <a:lnSpc>
                <a:spcPct val="100000"/>
              </a:lnSpc>
              <a:spcBef>
                <a:spcPts val="400"/>
              </a:spcBef>
            </a:pPr>
            <a:r>
              <a:rPr sz="2200" spc="-5" dirty="0">
                <a:latin typeface="Franklin Gothic Medium"/>
                <a:cs typeface="Franklin Gothic Medium"/>
              </a:rPr>
              <a:t>scanf("%d",&amp;marks);</a:t>
            </a:r>
            <a:endParaRPr sz="2200" dirty="0">
              <a:latin typeface="Franklin Gothic Medium"/>
              <a:cs typeface="Franklin Gothic Medium"/>
            </a:endParaRPr>
          </a:p>
          <a:p>
            <a:pPr marL="927100" marR="5744210">
              <a:lnSpc>
                <a:spcPct val="114999"/>
              </a:lnSpc>
            </a:pPr>
            <a:r>
              <a:rPr sz="2200" spc="-5" dirty="0">
                <a:latin typeface="Franklin Gothic Medium"/>
                <a:cs typeface="Franklin Gothic Medium"/>
              </a:rPr>
              <a:t>grade = </a:t>
            </a:r>
            <a:r>
              <a:rPr sz="2200" spc="-10" dirty="0">
                <a:latin typeface="Franklin Gothic Medium"/>
                <a:cs typeface="Franklin Gothic Medium"/>
              </a:rPr>
              <a:t>marks </a:t>
            </a:r>
            <a:r>
              <a:rPr sz="2200" spc="-5" dirty="0">
                <a:latin typeface="Franklin Gothic Medium"/>
                <a:cs typeface="Franklin Gothic Medium"/>
              </a:rPr>
              <a:t>&gt;= 80 ? </a:t>
            </a:r>
            <a:r>
              <a:rPr sz="2200" spc="-10" dirty="0">
                <a:latin typeface="Franklin Gothic Medium"/>
                <a:cs typeface="Franklin Gothic Medium"/>
              </a:rPr>
              <a:t>'A' </a:t>
            </a:r>
            <a:r>
              <a:rPr sz="2200" spc="-5" dirty="0">
                <a:latin typeface="Franklin Gothic Medium"/>
                <a:cs typeface="Franklin Gothic Medium"/>
              </a:rPr>
              <a:t>: 'B'; </a:t>
            </a:r>
            <a:r>
              <a:rPr sz="2200" spc="-535" dirty="0">
                <a:latin typeface="Franklin Gothic Medium"/>
                <a:cs typeface="Franklin Gothic Medium"/>
              </a:rPr>
              <a:t> </a:t>
            </a:r>
            <a:r>
              <a:rPr sz="2200" spc="-5" dirty="0">
                <a:latin typeface="Franklin Gothic Medium"/>
                <a:cs typeface="Franklin Gothic Medium"/>
              </a:rPr>
              <a:t>printf("Grade = </a:t>
            </a:r>
            <a:r>
              <a:rPr sz="2200" spc="-10" dirty="0">
                <a:latin typeface="Franklin Gothic Medium"/>
                <a:cs typeface="Franklin Gothic Medium"/>
              </a:rPr>
              <a:t>%c",</a:t>
            </a:r>
            <a:r>
              <a:rPr sz="2200" spc="5" dirty="0">
                <a:latin typeface="Franklin Gothic Medium"/>
                <a:cs typeface="Franklin Gothic Medium"/>
              </a:rPr>
              <a:t> </a:t>
            </a:r>
            <a:r>
              <a:rPr sz="2200" spc="-10" dirty="0">
                <a:latin typeface="Franklin Gothic Medium"/>
                <a:cs typeface="Franklin Gothic Medium"/>
              </a:rPr>
              <a:t>grade);</a:t>
            </a:r>
            <a:endParaRPr sz="2200" dirty="0">
              <a:latin typeface="Franklin Gothic Medium"/>
              <a:cs typeface="Franklin Gothic Medium"/>
            </a:endParaRPr>
          </a:p>
          <a:p>
            <a:pPr marL="46990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0134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6.	Conditional</a:t>
            </a:r>
            <a:r>
              <a:rPr sz="2400" spc="-100" dirty="0"/>
              <a:t> </a:t>
            </a:r>
            <a:r>
              <a:rPr sz="2400" dirty="0"/>
              <a:t>operator</a:t>
            </a:r>
            <a:endParaRPr sz="24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165080" cy="3883025"/>
          </a:xfrm>
          <a:prstGeom prst="rect">
            <a:avLst/>
          </a:prstGeom>
        </p:spPr>
        <p:txBody>
          <a:bodyPr vert="horz" wrap="square" lIns="0" tIns="63500" rIns="0" bIns="0" rtlCol="0">
            <a:spAutoFit/>
          </a:bodyPr>
          <a:lstStyle/>
          <a:p>
            <a:pPr marL="12700">
              <a:lnSpc>
                <a:spcPct val="100000"/>
              </a:lnSpc>
              <a:spcBef>
                <a:spcPts val="500"/>
              </a:spcBef>
              <a:tabLst>
                <a:tab pos="399415" algn="l"/>
              </a:tabLst>
            </a:pPr>
            <a:r>
              <a:rPr sz="2200" dirty="0">
                <a:solidFill>
                  <a:srgbClr val="000099"/>
                </a:solidFill>
                <a:latin typeface="Franklin Gothic Medium"/>
                <a:cs typeface="Franklin Gothic Medium"/>
              </a:rPr>
              <a:t>3)	</a:t>
            </a:r>
            <a:r>
              <a:rPr sz="2200" spc="-15" dirty="0">
                <a:solidFill>
                  <a:srgbClr val="000099"/>
                </a:solidFill>
                <a:latin typeface="Franklin Gothic Medium"/>
                <a:cs typeface="Franklin Gothic Medium"/>
              </a:rPr>
              <a:t>Write</a:t>
            </a:r>
            <a:r>
              <a:rPr sz="2200" spc="-3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a:t>
            </a:r>
            <a:r>
              <a:rPr sz="2200" spc="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C</a:t>
            </a:r>
            <a:r>
              <a:rPr sz="2200" spc="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program</a:t>
            </a:r>
            <a:r>
              <a:rPr sz="2200" spc="-2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to </a:t>
            </a:r>
            <a:r>
              <a:rPr sz="2200" dirty="0">
                <a:solidFill>
                  <a:srgbClr val="000099"/>
                </a:solidFill>
                <a:latin typeface="Franklin Gothic Medium"/>
                <a:cs typeface="Franklin Gothic Medium"/>
              </a:rPr>
              <a:t>find</a:t>
            </a:r>
            <a:r>
              <a:rPr sz="2200" spc="-2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the</a:t>
            </a:r>
            <a:r>
              <a:rPr sz="2200" spc="-2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smallest</a:t>
            </a:r>
            <a:r>
              <a:rPr sz="2200" spc="-3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of</a:t>
            </a:r>
            <a:r>
              <a:rPr sz="2200" spc="-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two</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numbers</a:t>
            </a:r>
            <a:r>
              <a:rPr sz="2200" spc="-3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using</a:t>
            </a:r>
            <a:r>
              <a:rPr sz="2200" spc="-4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conditional</a:t>
            </a:r>
            <a:r>
              <a:rPr sz="2200" spc="-2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operator.</a:t>
            </a:r>
            <a:endParaRPr sz="2200" dirty="0">
              <a:latin typeface="Franklin Gothic Medium"/>
              <a:cs typeface="Franklin Gothic Medium"/>
            </a:endParaRPr>
          </a:p>
          <a:p>
            <a:pPr marL="469900" marR="7530465">
              <a:lnSpc>
                <a:spcPct val="114999"/>
              </a:lnSpc>
            </a:pPr>
            <a:r>
              <a:rPr sz="2200" spc="-10" dirty="0">
                <a:latin typeface="Franklin Gothic Medium"/>
                <a:cs typeface="Franklin Gothic Medium"/>
              </a:rPr>
              <a:t>#include&lt;stdio.h&gt; </a:t>
            </a:r>
            <a:r>
              <a:rPr sz="2200" spc="-535" dirty="0">
                <a:latin typeface="Franklin Gothic Medium"/>
                <a:cs typeface="Franklin Gothic Medium"/>
              </a:rPr>
              <a:t> </a:t>
            </a:r>
            <a:r>
              <a:rPr sz="2200" spc="-10" dirty="0">
                <a:latin typeface="Franklin Gothic Medium"/>
                <a:cs typeface="Franklin Gothic Medium"/>
              </a:rPr>
              <a:t>void</a:t>
            </a:r>
            <a:r>
              <a:rPr sz="2200" dirty="0">
                <a:latin typeface="Franklin Gothic Medium"/>
                <a:cs typeface="Franklin Gothic Medium"/>
              </a:rPr>
              <a:t> </a:t>
            </a:r>
            <a:r>
              <a:rPr sz="2200" spc="-10" dirty="0">
                <a:latin typeface="Franklin Gothic Medium"/>
                <a:cs typeface="Franklin Gothic Medium"/>
              </a:rPr>
              <a:t>main()</a:t>
            </a:r>
            <a:endParaRPr sz="2200" dirty="0">
              <a:latin typeface="Franklin Gothic Medium"/>
              <a:cs typeface="Franklin Gothic Medium"/>
            </a:endParaRPr>
          </a:p>
          <a:p>
            <a:pPr marL="469900">
              <a:lnSpc>
                <a:spcPct val="100000"/>
              </a:lnSpc>
              <a:spcBef>
                <a:spcPts val="400"/>
              </a:spcBef>
            </a:pPr>
            <a:r>
              <a:rPr sz="2200" spc="-5" dirty="0">
                <a:latin typeface="Franklin Gothic Medium"/>
                <a:cs typeface="Franklin Gothic Medium"/>
              </a:rPr>
              <a:t>{</a:t>
            </a:r>
            <a:endParaRPr sz="2200" dirty="0">
              <a:latin typeface="Franklin Gothic Medium"/>
              <a:cs typeface="Franklin Gothic Medium"/>
            </a:endParaRPr>
          </a:p>
          <a:p>
            <a:pPr marL="927100">
              <a:lnSpc>
                <a:spcPct val="100000"/>
              </a:lnSpc>
              <a:spcBef>
                <a:spcPts val="395"/>
              </a:spcBef>
            </a:pPr>
            <a:r>
              <a:rPr sz="2200" spc="-5" dirty="0">
                <a:latin typeface="Franklin Gothic Medium"/>
                <a:cs typeface="Franklin Gothic Medium"/>
              </a:rPr>
              <a:t>int</a:t>
            </a:r>
            <a:r>
              <a:rPr sz="2200" spc="-30" dirty="0">
                <a:latin typeface="Franklin Gothic Medium"/>
                <a:cs typeface="Franklin Gothic Medium"/>
              </a:rPr>
              <a:t> </a:t>
            </a:r>
            <a:r>
              <a:rPr sz="2200" spc="-5" dirty="0">
                <a:latin typeface="Franklin Gothic Medium"/>
                <a:cs typeface="Franklin Gothic Medium"/>
              </a:rPr>
              <a:t>a,b,small;</a:t>
            </a:r>
            <a:endParaRPr sz="2200" dirty="0">
              <a:latin typeface="Franklin Gothic Medium"/>
              <a:cs typeface="Franklin Gothic Medium"/>
            </a:endParaRPr>
          </a:p>
          <a:p>
            <a:pPr marL="927100" marR="5867400">
              <a:lnSpc>
                <a:spcPct val="114999"/>
              </a:lnSpc>
            </a:pPr>
            <a:r>
              <a:rPr sz="2200" spc="-10" dirty="0">
                <a:latin typeface="Franklin Gothic Medium"/>
                <a:cs typeface="Franklin Gothic Medium"/>
              </a:rPr>
              <a:t>printf("Enter</a:t>
            </a:r>
            <a:r>
              <a:rPr sz="2200" spc="15" dirty="0">
                <a:latin typeface="Franklin Gothic Medium"/>
                <a:cs typeface="Franklin Gothic Medium"/>
              </a:rPr>
              <a:t> </a:t>
            </a:r>
            <a:r>
              <a:rPr sz="2200" spc="-5" dirty="0">
                <a:latin typeface="Franklin Gothic Medium"/>
                <a:cs typeface="Franklin Gothic Medium"/>
              </a:rPr>
              <a:t>2</a:t>
            </a:r>
            <a:r>
              <a:rPr sz="2200" spc="-10" dirty="0">
                <a:latin typeface="Franklin Gothic Medium"/>
                <a:cs typeface="Franklin Gothic Medium"/>
              </a:rPr>
              <a:t> </a:t>
            </a:r>
            <a:r>
              <a:rPr sz="2200" spc="-5" dirty="0">
                <a:latin typeface="Franklin Gothic Medium"/>
                <a:cs typeface="Franklin Gothic Medium"/>
              </a:rPr>
              <a:t>numbers\n"); </a:t>
            </a:r>
            <a:r>
              <a:rPr sz="2200" spc="-535" dirty="0">
                <a:latin typeface="Franklin Gothic Medium"/>
                <a:cs typeface="Franklin Gothic Medium"/>
              </a:rPr>
              <a:t> </a:t>
            </a:r>
            <a:r>
              <a:rPr sz="2200" spc="-5" dirty="0">
                <a:latin typeface="Franklin Gothic Medium"/>
                <a:cs typeface="Franklin Gothic Medium"/>
              </a:rPr>
              <a:t>scanf("%d%d",</a:t>
            </a:r>
            <a:r>
              <a:rPr sz="2200" spc="35" dirty="0">
                <a:latin typeface="Franklin Gothic Medium"/>
                <a:cs typeface="Franklin Gothic Medium"/>
              </a:rPr>
              <a:t> </a:t>
            </a:r>
            <a:r>
              <a:rPr sz="2200" spc="-5" dirty="0">
                <a:latin typeface="Franklin Gothic Medium"/>
                <a:cs typeface="Franklin Gothic Medium"/>
              </a:rPr>
              <a:t>&amp;a,</a:t>
            </a:r>
            <a:r>
              <a:rPr sz="2200" spc="-15" dirty="0">
                <a:latin typeface="Franklin Gothic Medium"/>
                <a:cs typeface="Franklin Gothic Medium"/>
              </a:rPr>
              <a:t> </a:t>
            </a:r>
            <a:r>
              <a:rPr sz="2200" spc="-5" dirty="0">
                <a:latin typeface="Franklin Gothic Medium"/>
                <a:cs typeface="Franklin Gothic Medium"/>
              </a:rPr>
              <a:t>&amp;b); </a:t>
            </a:r>
            <a:r>
              <a:rPr sz="2200" dirty="0">
                <a:latin typeface="Franklin Gothic Medium"/>
                <a:cs typeface="Franklin Gothic Medium"/>
              </a:rPr>
              <a:t> </a:t>
            </a:r>
            <a:r>
              <a:rPr sz="2200" spc="-10" dirty="0">
                <a:latin typeface="Franklin Gothic Medium"/>
                <a:cs typeface="Franklin Gothic Medium"/>
              </a:rPr>
              <a:t>small=a&lt;b?</a:t>
            </a:r>
            <a:r>
              <a:rPr sz="2200" dirty="0">
                <a:latin typeface="Franklin Gothic Medium"/>
                <a:cs typeface="Franklin Gothic Medium"/>
              </a:rPr>
              <a:t> </a:t>
            </a:r>
            <a:r>
              <a:rPr sz="2200" spc="-5" dirty="0">
                <a:latin typeface="Franklin Gothic Medium"/>
                <a:cs typeface="Franklin Gothic Medium"/>
              </a:rPr>
              <a:t>a:b;</a:t>
            </a:r>
            <a:endParaRPr sz="2200" dirty="0">
              <a:latin typeface="Franklin Gothic Medium"/>
              <a:cs typeface="Franklin Gothic Medium"/>
            </a:endParaRPr>
          </a:p>
          <a:p>
            <a:pPr marL="927100">
              <a:lnSpc>
                <a:spcPct val="100000"/>
              </a:lnSpc>
              <a:spcBef>
                <a:spcPts val="400"/>
              </a:spcBef>
            </a:pPr>
            <a:r>
              <a:rPr sz="2200" spc="-5" dirty="0">
                <a:latin typeface="Franklin Gothic Medium"/>
                <a:cs typeface="Franklin Gothic Medium"/>
              </a:rPr>
              <a:t>printf("The</a:t>
            </a:r>
            <a:r>
              <a:rPr sz="2200" spc="5" dirty="0">
                <a:latin typeface="Franklin Gothic Medium"/>
                <a:cs typeface="Franklin Gothic Medium"/>
              </a:rPr>
              <a:t> </a:t>
            </a:r>
            <a:r>
              <a:rPr sz="2200" spc="-5" dirty="0">
                <a:latin typeface="Franklin Gothic Medium"/>
                <a:cs typeface="Franklin Gothic Medium"/>
              </a:rPr>
              <a:t>smallest</a:t>
            </a:r>
            <a:r>
              <a:rPr sz="2200" spc="10" dirty="0">
                <a:latin typeface="Franklin Gothic Medium"/>
                <a:cs typeface="Franklin Gothic Medium"/>
              </a:rPr>
              <a:t> </a:t>
            </a:r>
            <a:r>
              <a:rPr sz="2200" spc="-5" dirty="0">
                <a:latin typeface="Franklin Gothic Medium"/>
                <a:cs typeface="Franklin Gothic Medium"/>
              </a:rPr>
              <a:t>number</a:t>
            </a:r>
            <a:r>
              <a:rPr sz="2200" spc="-10" dirty="0">
                <a:latin typeface="Franklin Gothic Medium"/>
                <a:cs typeface="Franklin Gothic Medium"/>
              </a:rPr>
              <a:t> </a:t>
            </a:r>
            <a:r>
              <a:rPr sz="2200" spc="-5" dirty="0">
                <a:latin typeface="Franklin Gothic Medium"/>
                <a:cs typeface="Franklin Gothic Medium"/>
              </a:rPr>
              <a:t>is</a:t>
            </a:r>
            <a:r>
              <a:rPr sz="2200" spc="-10" dirty="0">
                <a:latin typeface="Franklin Gothic Medium"/>
                <a:cs typeface="Franklin Gothic Medium"/>
              </a:rPr>
              <a:t> </a:t>
            </a:r>
            <a:r>
              <a:rPr sz="2200" spc="-5" dirty="0">
                <a:latin typeface="Franklin Gothic Medium"/>
                <a:cs typeface="Franklin Gothic Medium"/>
              </a:rPr>
              <a:t>%d",small);</a:t>
            </a:r>
            <a:endParaRPr sz="2200" dirty="0">
              <a:latin typeface="Franklin Gothic Medium"/>
              <a:cs typeface="Franklin Gothic Medium"/>
            </a:endParaRPr>
          </a:p>
          <a:p>
            <a:pPr marL="539750">
              <a:lnSpc>
                <a:spcPct val="100000"/>
              </a:lnSpc>
              <a:spcBef>
                <a:spcPts val="395"/>
              </a:spcBef>
            </a:pPr>
            <a:r>
              <a:rPr sz="2200" spc="-5" dirty="0">
                <a:latin typeface="Franklin Gothic Medium"/>
                <a:cs typeface="Franklin Gothic Medium"/>
              </a:rPr>
              <a:t>}</a:t>
            </a:r>
            <a:endParaRPr sz="2200" dirty="0">
              <a:latin typeface="Franklin Gothic Medium"/>
              <a:cs typeface="Franklin Gothic Medium"/>
            </a:endParaRPr>
          </a:p>
        </p:txBody>
      </p:sp>
      <p:sp>
        <p:nvSpPr>
          <p:cNvPr id="3" name="object 3"/>
          <p:cNvSpPr txBox="1">
            <a:spLocks noGrp="1"/>
          </p:cNvSpPr>
          <p:nvPr>
            <p:ph type="title"/>
          </p:nvPr>
        </p:nvSpPr>
        <p:spPr>
          <a:xfrm>
            <a:off x="324713" y="167385"/>
            <a:ext cx="3101340"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6.	Conditional</a:t>
            </a:r>
            <a:r>
              <a:rPr sz="2400" spc="-100" dirty="0"/>
              <a:t> </a:t>
            </a:r>
            <a:r>
              <a:rPr sz="2400" dirty="0"/>
              <a:t>operator</a:t>
            </a:r>
            <a:endParaRPr sz="24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48592"/>
            <a:ext cx="5288280" cy="1950085"/>
          </a:xfrm>
          <a:prstGeom prst="rect">
            <a:avLst/>
          </a:prstGeom>
        </p:spPr>
        <p:txBody>
          <a:bodyPr vert="horz" wrap="square" lIns="0" tIns="180975" rIns="0" bIns="0" rtlCol="0">
            <a:spAutoFit/>
          </a:bodyPr>
          <a:lstStyle/>
          <a:p>
            <a:pPr marL="355600" indent="-342900">
              <a:lnSpc>
                <a:spcPct val="100000"/>
              </a:lnSpc>
              <a:spcBef>
                <a:spcPts val="1425"/>
              </a:spcBef>
              <a:buFont typeface="Arial MT"/>
              <a:buChar char="•"/>
              <a:tabLst>
                <a:tab pos="354965" algn="l"/>
                <a:tab pos="355600" algn="l"/>
              </a:tabLst>
            </a:pPr>
            <a:r>
              <a:rPr sz="2200" spc="-5" dirty="0">
                <a:latin typeface="Franklin Gothic Medium"/>
                <a:cs typeface="Franklin Gothic Medium"/>
              </a:rPr>
              <a:t>Used</a:t>
            </a:r>
            <a:r>
              <a:rPr sz="2200" dirty="0">
                <a:latin typeface="Franklin Gothic Medium"/>
                <a:cs typeface="Franklin Gothic Medium"/>
              </a:rPr>
              <a:t> </a:t>
            </a:r>
            <a:r>
              <a:rPr sz="2200" spc="-20" dirty="0">
                <a:latin typeface="Franklin Gothic Medium"/>
                <a:cs typeface="Franklin Gothic Medium"/>
              </a:rPr>
              <a:t>to</a:t>
            </a:r>
            <a:r>
              <a:rPr sz="2200" dirty="0">
                <a:latin typeface="Franklin Gothic Medium"/>
                <a:cs typeface="Franklin Gothic Medium"/>
              </a:rPr>
              <a:t> </a:t>
            </a:r>
            <a:r>
              <a:rPr sz="2200" spc="-10" dirty="0">
                <a:latin typeface="Franklin Gothic Medium"/>
                <a:cs typeface="Franklin Gothic Medium"/>
              </a:rPr>
              <a:t>manipulate</a:t>
            </a:r>
            <a:r>
              <a:rPr sz="2200" spc="-5" dirty="0">
                <a:latin typeface="Franklin Gothic Medium"/>
                <a:cs typeface="Franklin Gothic Medium"/>
              </a:rPr>
              <a:t> </a:t>
            </a:r>
            <a:r>
              <a:rPr sz="2200" dirty="0">
                <a:latin typeface="Franklin Gothic Medium"/>
                <a:cs typeface="Franklin Gothic Medium"/>
              </a:rPr>
              <a:t>bits</a:t>
            </a:r>
            <a:r>
              <a:rPr sz="2200" spc="15" dirty="0">
                <a:latin typeface="Franklin Gothic Medium"/>
                <a:cs typeface="Franklin Gothic Medium"/>
              </a:rPr>
              <a:t> </a:t>
            </a:r>
            <a:r>
              <a:rPr sz="2200" spc="-5" dirty="0">
                <a:latin typeface="Franklin Gothic Medium"/>
                <a:cs typeface="Franklin Gothic Medium"/>
              </a:rPr>
              <a:t>of</a:t>
            </a:r>
            <a:r>
              <a:rPr sz="2200" dirty="0">
                <a:latin typeface="Franklin Gothic Medium"/>
                <a:cs typeface="Franklin Gothic Medium"/>
              </a:rPr>
              <a:t> </a:t>
            </a:r>
            <a:r>
              <a:rPr sz="2200" spc="-5" dirty="0">
                <a:latin typeface="Franklin Gothic Medium"/>
                <a:cs typeface="Franklin Gothic Medium"/>
              </a:rPr>
              <a:t>the</a:t>
            </a:r>
            <a:r>
              <a:rPr sz="2200" spc="5" dirty="0">
                <a:latin typeface="Franklin Gothic Medium"/>
                <a:cs typeface="Franklin Gothic Medium"/>
              </a:rPr>
              <a:t> </a:t>
            </a:r>
            <a:r>
              <a:rPr sz="2200" spc="-10" dirty="0">
                <a:latin typeface="Franklin Gothic Medium"/>
                <a:cs typeface="Franklin Gothic Medium"/>
              </a:rPr>
              <a:t>given </a:t>
            </a:r>
            <a:r>
              <a:rPr sz="2200" dirty="0">
                <a:latin typeface="Franklin Gothic Medium"/>
                <a:cs typeface="Franklin Gothic Medium"/>
              </a:rPr>
              <a:t>data</a:t>
            </a:r>
            <a:endParaRPr sz="2200">
              <a:latin typeface="Franklin Gothic Medium"/>
              <a:cs typeface="Franklin Gothic Medium"/>
            </a:endParaRPr>
          </a:p>
          <a:p>
            <a:pPr marL="355600" indent="-342900">
              <a:lnSpc>
                <a:spcPct val="100000"/>
              </a:lnSpc>
              <a:spcBef>
                <a:spcPts val="1320"/>
              </a:spcBef>
              <a:buFont typeface="Arial MT"/>
              <a:buChar char="•"/>
              <a:tabLst>
                <a:tab pos="354965" algn="l"/>
                <a:tab pos="355600" algn="l"/>
              </a:tabLst>
            </a:pPr>
            <a:r>
              <a:rPr sz="2200" spc="-20" dirty="0">
                <a:latin typeface="Franklin Gothic Medium"/>
                <a:cs typeface="Franklin Gothic Medium"/>
              </a:rPr>
              <a:t>Work </a:t>
            </a:r>
            <a:r>
              <a:rPr sz="2200" spc="-5" dirty="0">
                <a:latin typeface="Franklin Gothic Medium"/>
                <a:cs typeface="Franklin Gothic Medium"/>
              </a:rPr>
              <a:t>only</a:t>
            </a:r>
            <a:r>
              <a:rPr sz="2200" spc="-15" dirty="0">
                <a:latin typeface="Franklin Gothic Medium"/>
                <a:cs typeface="Franklin Gothic Medium"/>
              </a:rPr>
              <a:t> </a:t>
            </a:r>
            <a:r>
              <a:rPr sz="2200" spc="-5" dirty="0">
                <a:latin typeface="Franklin Gothic Medium"/>
                <a:cs typeface="Franklin Gothic Medium"/>
              </a:rPr>
              <a:t>on integers</a:t>
            </a:r>
            <a:endParaRPr sz="2200">
              <a:latin typeface="Franklin Gothic Medium"/>
              <a:cs typeface="Franklin Gothic Medium"/>
            </a:endParaRPr>
          </a:p>
          <a:p>
            <a:pPr>
              <a:lnSpc>
                <a:spcPct val="100000"/>
              </a:lnSpc>
            </a:pPr>
            <a:endParaRPr sz="2500">
              <a:latin typeface="Franklin Gothic Medium"/>
              <a:cs typeface="Franklin Gothic Medium"/>
            </a:endParaRPr>
          </a:p>
          <a:p>
            <a:pPr marL="12700">
              <a:lnSpc>
                <a:spcPct val="100000"/>
              </a:lnSpc>
              <a:spcBef>
                <a:spcPts val="1750"/>
              </a:spcBef>
            </a:pPr>
            <a:r>
              <a:rPr sz="2200" spc="-25" dirty="0">
                <a:solidFill>
                  <a:srgbClr val="000099"/>
                </a:solidFill>
                <a:latin typeface="Franklin Gothic Medium"/>
                <a:cs typeface="Franklin Gothic Medium"/>
              </a:rPr>
              <a:t>Types</a:t>
            </a:r>
            <a:endParaRPr sz="2200">
              <a:latin typeface="Franklin Gothic Medium"/>
              <a:cs typeface="Franklin Gothic Medium"/>
            </a:endParaRPr>
          </a:p>
        </p:txBody>
      </p:sp>
      <p:sp>
        <p:nvSpPr>
          <p:cNvPr id="5" name="object 5"/>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sp>
        <p:nvSpPr>
          <p:cNvPr id="3" name="object 3"/>
          <p:cNvSpPr txBox="1">
            <a:spLocks noGrp="1"/>
          </p:cNvSpPr>
          <p:nvPr>
            <p:ph type="body" idx="1"/>
          </p:nvPr>
        </p:nvSpPr>
        <p:spPr>
          <a:prstGeom prst="rect">
            <a:avLst/>
          </a:prstGeom>
        </p:spPr>
        <p:txBody>
          <a:bodyPr vert="horz" wrap="square" lIns="0" tIns="62865" rIns="0" bIns="0" rtlCol="0">
            <a:spAutoFit/>
          </a:bodyPr>
          <a:lstStyle/>
          <a:p>
            <a:pPr marL="355600" indent="-342900">
              <a:lnSpc>
                <a:spcPct val="100000"/>
              </a:lnSpc>
              <a:spcBef>
                <a:spcPts val="495"/>
              </a:spcBef>
              <a:buFont typeface="Arial MT"/>
              <a:buChar char="•"/>
              <a:tabLst>
                <a:tab pos="354965" algn="l"/>
                <a:tab pos="355600" algn="l"/>
                <a:tab pos="5041900" algn="l"/>
              </a:tabLst>
            </a:pPr>
            <a:r>
              <a:rPr spc="-10" dirty="0"/>
              <a:t>Bit</a:t>
            </a:r>
            <a:r>
              <a:rPr spc="-5" dirty="0"/>
              <a:t>wise</a:t>
            </a:r>
            <a:r>
              <a:rPr spc="15" dirty="0"/>
              <a:t> </a:t>
            </a:r>
            <a:r>
              <a:rPr spc="-5" dirty="0"/>
              <a:t>nega</a:t>
            </a:r>
            <a:r>
              <a:rPr spc="-40" dirty="0"/>
              <a:t>t</a:t>
            </a:r>
            <a:r>
              <a:rPr spc="-5" dirty="0"/>
              <a:t>e </a:t>
            </a:r>
            <a:r>
              <a:rPr dirty="0"/>
              <a:t>(</a:t>
            </a:r>
            <a:r>
              <a:rPr spc="-5" dirty="0"/>
              <a:t>one’s</a:t>
            </a:r>
            <a:r>
              <a:rPr spc="-10" dirty="0"/>
              <a:t> </a:t>
            </a:r>
            <a:r>
              <a:rPr spc="-5" dirty="0"/>
              <a:t>compliment)</a:t>
            </a:r>
            <a:r>
              <a:rPr dirty="0"/>
              <a:t>	</a:t>
            </a:r>
            <a:r>
              <a:rPr spc="-5" dirty="0"/>
              <a:t>~</a:t>
            </a:r>
          </a:p>
          <a:p>
            <a:pPr marL="355600" indent="-342900">
              <a:lnSpc>
                <a:spcPct val="100000"/>
              </a:lnSpc>
              <a:spcBef>
                <a:spcPts val="395"/>
              </a:spcBef>
              <a:buFont typeface="Arial MT"/>
              <a:buChar char="•"/>
              <a:tabLst>
                <a:tab pos="354965" algn="l"/>
                <a:tab pos="355600" algn="l"/>
              </a:tabLst>
            </a:pPr>
            <a:r>
              <a:rPr spc="-5" dirty="0"/>
              <a:t>Bitwise</a:t>
            </a:r>
            <a:r>
              <a:rPr spc="-25" dirty="0"/>
              <a:t> </a:t>
            </a:r>
            <a:r>
              <a:rPr spc="-10" dirty="0"/>
              <a:t>AND</a:t>
            </a:r>
          </a:p>
          <a:p>
            <a:pPr marL="355600" indent="-342900">
              <a:lnSpc>
                <a:spcPct val="100000"/>
              </a:lnSpc>
              <a:spcBef>
                <a:spcPts val="395"/>
              </a:spcBef>
              <a:buFont typeface="Arial MT"/>
              <a:buChar char="•"/>
              <a:tabLst>
                <a:tab pos="354965" algn="l"/>
                <a:tab pos="355600" algn="l"/>
              </a:tabLst>
            </a:pPr>
            <a:r>
              <a:rPr spc="-5" dirty="0"/>
              <a:t>Bitwise</a:t>
            </a:r>
            <a:r>
              <a:rPr spc="-25" dirty="0"/>
              <a:t> </a:t>
            </a:r>
            <a:r>
              <a:rPr spc="-5" dirty="0"/>
              <a:t>OR</a:t>
            </a:r>
          </a:p>
          <a:p>
            <a:pPr marL="355600" indent="-342900">
              <a:lnSpc>
                <a:spcPct val="100000"/>
              </a:lnSpc>
              <a:spcBef>
                <a:spcPts val="400"/>
              </a:spcBef>
              <a:buFont typeface="Arial MT"/>
              <a:buChar char="•"/>
              <a:tabLst>
                <a:tab pos="354965" algn="l"/>
                <a:tab pos="355600" algn="l"/>
              </a:tabLst>
            </a:pPr>
            <a:r>
              <a:rPr spc="-5" dirty="0"/>
              <a:t>Bit</a:t>
            </a:r>
            <a:r>
              <a:rPr spc="-30" dirty="0"/>
              <a:t> </a:t>
            </a:r>
            <a:r>
              <a:rPr spc="5" dirty="0"/>
              <a:t>left</a:t>
            </a:r>
            <a:r>
              <a:rPr spc="-15" dirty="0"/>
              <a:t> </a:t>
            </a:r>
            <a:r>
              <a:rPr dirty="0"/>
              <a:t>shift</a:t>
            </a:r>
          </a:p>
          <a:p>
            <a:pPr marL="355600" indent="-342900">
              <a:lnSpc>
                <a:spcPct val="100000"/>
              </a:lnSpc>
              <a:spcBef>
                <a:spcPts val="395"/>
              </a:spcBef>
              <a:buFont typeface="Arial MT"/>
              <a:buChar char="•"/>
              <a:tabLst>
                <a:tab pos="354965" algn="l"/>
                <a:tab pos="355600" algn="l"/>
              </a:tabLst>
            </a:pPr>
            <a:r>
              <a:rPr spc="-5" dirty="0"/>
              <a:t>Bit</a:t>
            </a:r>
            <a:r>
              <a:rPr spc="-25" dirty="0"/>
              <a:t> </a:t>
            </a:r>
            <a:r>
              <a:rPr spc="-5" dirty="0"/>
              <a:t>right</a:t>
            </a:r>
            <a:r>
              <a:rPr spc="-20" dirty="0"/>
              <a:t> </a:t>
            </a:r>
            <a:r>
              <a:rPr dirty="0"/>
              <a:t>shift</a:t>
            </a:r>
          </a:p>
        </p:txBody>
      </p:sp>
      <p:sp>
        <p:nvSpPr>
          <p:cNvPr id="4" name="object 4"/>
          <p:cNvSpPr txBox="1"/>
          <p:nvPr/>
        </p:nvSpPr>
        <p:spPr>
          <a:xfrm>
            <a:off x="5955791" y="3544341"/>
            <a:ext cx="327025" cy="1568450"/>
          </a:xfrm>
          <a:prstGeom prst="rect">
            <a:avLst/>
          </a:prstGeom>
        </p:spPr>
        <p:txBody>
          <a:bodyPr vert="horz" wrap="square" lIns="0" tIns="62865" rIns="0" bIns="0" rtlCol="0">
            <a:spAutoFit/>
          </a:bodyPr>
          <a:lstStyle/>
          <a:p>
            <a:pPr>
              <a:lnSpc>
                <a:spcPct val="100000"/>
              </a:lnSpc>
              <a:spcBef>
                <a:spcPts val="495"/>
              </a:spcBef>
            </a:pPr>
            <a:r>
              <a:rPr sz="2200" spc="-5" dirty="0">
                <a:latin typeface="Franklin Gothic Medium"/>
                <a:cs typeface="Franklin Gothic Medium"/>
              </a:rPr>
              <a:t>&amp;</a:t>
            </a:r>
            <a:endParaRPr sz="2200">
              <a:latin typeface="Franklin Gothic Medium"/>
              <a:cs typeface="Franklin Gothic Medium"/>
            </a:endParaRPr>
          </a:p>
          <a:p>
            <a:pPr>
              <a:lnSpc>
                <a:spcPct val="100000"/>
              </a:lnSpc>
              <a:spcBef>
                <a:spcPts val="395"/>
              </a:spcBef>
            </a:pPr>
            <a:r>
              <a:rPr sz="2200" spc="-5" dirty="0">
                <a:latin typeface="Franklin Gothic Medium"/>
                <a:cs typeface="Franklin Gothic Medium"/>
              </a:rPr>
              <a:t>|</a:t>
            </a:r>
            <a:endParaRPr sz="2200">
              <a:latin typeface="Franklin Gothic Medium"/>
              <a:cs typeface="Franklin Gothic Medium"/>
            </a:endParaRPr>
          </a:p>
          <a:p>
            <a:pPr>
              <a:lnSpc>
                <a:spcPct val="100000"/>
              </a:lnSpc>
              <a:spcBef>
                <a:spcPts val="400"/>
              </a:spcBef>
            </a:pPr>
            <a:r>
              <a:rPr sz="2200" spc="-10" dirty="0">
                <a:latin typeface="Franklin Gothic Medium"/>
                <a:cs typeface="Franklin Gothic Medium"/>
              </a:rPr>
              <a:t>&lt;&lt;</a:t>
            </a:r>
            <a:endParaRPr sz="2200">
              <a:latin typeface="Franklin Gothic Medium"/>
              <a:cs typeface="Franklin Gothic Medium"/>
            </a:endParaRPr>
          </a:p>
          <a:p>
            <a:pPr>
              <a:lnSpc>
                <a:spcPct val="100000"/>
              </a:lnSpc>
              <a:spcBef>
                <a:spcPts val="395"/>
              </a:spcBef>
            </a:pPr>
            <a:r>
              <a:rPr sz="2200" spc="-10" dirty="0">
                <a:latin typeface="Franklin Gothic Medium"/>
                <a:cs typeface="Franklin Gothic Medium"/>
              </a:rPr>
              <a:t>&gt;&gt;</a:t>
            </a:r>
            <a:endParaRPr sz="2200">
              <a:latin typeface="Franklin Gothic Medium"/>
              <a:cs typeface="Franklin Gothic Medium"/>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81945"/>
            <a:ext cx="5258435" cy="3181350"/>
          </a:xfrm>
          <a:prstGeom prst="rect">
            <a:avLst/>
          </a:prstGeom>
        </p:spPr>
        <p:txBody>
          <a:bodyPr vert="horz" wrap="square" lIns="0" tIns="58419" rIns="0" bIns="0" rtlCol="0">
            <a:spAutoFit/>
          </a:bodyPr>
          <a:lstStyle/>
          <a:p>
            <a:pPr marL="12700">
              <a:lnSpc>
                <a:spcPct val="100000"/>
              </a:lnSpc>
              <a:spcBef>
                <a:spcPts val="459"/>
              </a:spcBef>
            </a:pPr>
            <a:r>
              <a:rPr sz="2000" dirty="0">
                <a:solidFill>
                  <a:srgbClr val="000099"/>
                </a:solidFill>
                <a:latin typeface="Franklin Gothic Medium"/>
                <a:cs typeface="Franklin Gothic Medium"/>
              </a:rPr>
              <a:t>Bitwise</a:t>
            </a:r>
            <a:r>
              <a:rPr sz="2000" spc="-4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negate</a:t>
            </a:r>
            <a:r>
              <a:rPr sz="2000" spc="-35" dirty="0">
                <a:solidFill>
                  <a:srgbClr val="000099"/>
                </a:solidFill>
                <a:latin typeface="Franklin Gothic Medium"/>
                <a:cs typeface="Franklin Gothic Medium"/>
              </a:rPr>
              <a:t> </a:t>
            </a:r>
            <a:r>
              <a:rPr sz="2000" spc="5" dirty="0">
                <a:solidFill>
                  <a:srgbClr val="000099"/>
                </a:solidFill>
                <a:latin typeface="Franklin Gothic Medium"/>
                <a:cs typeface="Franklin Gothic Medium"/>
              </a:rPr>
              <a:t>(one’s</a:t>
            </a:r>
            <a:r>
              <a:rPr sz="2000" spc="-4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compliment)</a:t>
            </a:r>
            <a:r>
              <a:rPr sz="2000" spc="-55" dirty="0">
                <a:solidFill>
                  <a:srgbClr val="000099"/>
                </a:solidFill>
                <a:latin typeface="Franklin Gothic Medium"/>
                <a:cs typeface="Franklin Gothic Medium"/>
              </a:rPr>
              <a:t> </a:t>
            </a:r>
            <a:r>
              <a:rPr sz="2000" dirty="0">
                <a:solidFill>
                  <a:srgbClr val="000099"/>
                </a:solidFill>
                <a:latin typeface="Franklin Gothic Medium"/>
                <a:cs typeface="Franklin Gothic Medium"/>
              </a:rPr>
              <a:t>~</a:t>
            </a:r>
            <a:endParaRPr sz="2000">
              <a:latin typeface="Franklin Gothic Medium"/>
              <a:cs typeface="Franklin Gothic Medium"/>
            </a:endParaRPr>
          </a:p>
          <a:p>
            <a:pPr marL="12700">
              <a:lnSpc>
                <a:spcPct val="100000"/>
              </a:lnSpc>
              <a:spcBef>
                <a:spcPts val="365"/>
              </a:spcBef>
            </a:pPr>
            <a:r>
              <a:rPr sz="2000" spc="-5" dirty="0">
                <a:latin typeface="Franklin Gothic Medium"/>
                <a:cs typeface="Franklin Gothic Medium"/>
              </a:rPr>
              <a:t>Interchanges 0s</a:t>
            </a:r>
            <a:r>
              <a:rPr sz="2000" dirty="0">
                <a:latin typeface="Franklin Gothic Medium"/>
                <a:cs typeface="Franklin Gothic Medium"/>
              </a:rPr>
              <a:t> </a:t>
            </a:r>
            <a:r>
              <a:rPr sz="2000" spc="-5" dirty="0">
                <a:latin typeface="Franklin Gothic Medium"/>
                <a:cs typeface="Franklin Gothic Medium"/>
              </a:rPr>
              <a:t>and</a:t>
            </a:r>
            <a:r>
              <a:rPr sz="2000" spc="10" dirty="0">
                <a:latin typeface="Franklin Gothic Medium"/>
                <a:cs typeface="Franklin Gothic Medium"/>
              </a:rPr>
              <a:t> </a:t>
            </a:r>
            <a:r>
              <a:rPr sz="2000" spc="-5" dirty="0">
                <a:latin typeface="Franklin Gothic Medium"/>
                <a:cs typeface="Franklin Gothic Medium"/>
              </a:rPr>
              <a:t>1s</a:t>
            </a:r>
            <a:r>
              <a:rPr sz="2000" dirty="0">
                <a:latin typeface="Franklin Gothic Medium"/>
                <a:cs typeface="Franklin Gothic Medium"/>
              </a:rPr>
              <a:t> in</a:t>
            </a:r>
            <a:r>
              <a:rPr sz="2000" spc="5" dirty="0">
                <a:latin typeface="Franklin Gothic Medium"/>
                <a:cs typeface="Franklin Gothic Medium"/>
              </a:rPr>
              <a:t> </a:t>
            </a:r>
            <a:r>
              <a:rPr sz="2000" dirty="0">
                <a:latin typeface="Franklin Gothic Medium"/>
                <a:cs typeface="Franklin Gothic Medium"/>
              </a:rPr>
              <a:t>the</a:t>
            </a:r>
            <a:r>
              <a:rPr sz="2000" spc="5" dirty="0">
                <a:latin typeface="Franklin Gothic Medium"/>
                <a:cs typeface="Franklin Gothic Medium"/>
              </a:rPr>
              <a:t> </a:t>
            </a:r>
            <a:r>
              <a:rPr sz="2000" spc="-5" dirty="0">
                <a:latin typeface="Franklin Gothic Medium"/>
                <a:cs typeface="Franklin Gothic Medium"/>
              </a:rPr>
              <a:t>specified</a:t>
            </a:r>
            <a:r>
              <a:rPr sz="2000" spc="-15" dirty="0">
                <a:latin typeface="Franklin Gothic Medium"/>
                <a:cs typeface="Franklin Gothic Medium"/>
              </a:rPr>
              <a:t> </a:t>
            </a:r>
            <a:r>
              <a:rPr sz="2000" spc="-5" dirty="0">
                <a:latin typeface="Franklin Gothic Medium"/>
                <a:cs typeface="Franklin Gothic Medium"/>
              </a:rPr>
              <a:t>operand</a:t>
            </a:r>
            <a:endParaRPr sz="2000">
              <a:latin typeface="Franklin Gothic Medium"/>
              <a:cs typeface="Franklin Gothic Medium"/>
            </a:endParaRPr>
          </a:p>
          <a:p>
            <a:pPr>
              <a:lnSpc>
                <a:spcPct val="100000"/>
              </a:lnSpc>
            </a:pPr>
            <a:endParaRPr sz="2750">
              <a:latin typeface="Franklin Gothic Medium"/>
              <a:cs typeface="Franklin Gothic Medium"/>
            </a:endParaRPr>
          </a:p>
          <a:p>
            <a:pPr marL="12700">
              <a:lnSpc>
                <a:spcPct val="100000"/>
              </a:lnSpc>
            </a:pPr>
            <a:r>
              <a:rPr sz="2000" dirty="0">
                <a:solidFill>
                  <a:srgbClr val="C00000"/>
                </a:solidFill>
                <a:latin typeface="Franklin Gothic Medium"/>
                <a:cs typeface="Franklin Gothic Medium"/>
              </a:rPr>
              <a:t>Examples</a:t>
            </a:r>
            <a:endParaRPr sz="2000">
              <a:latin typeface="Franklin Gothic Medium"/>
              <a:cs typeface="Franklin Gothic Medium"/>
            </a:endParaRPr>
          </a:p>
          <a:p>
            <a:pPr>
              <a:lnSpc>
                <a:spcPct val="100000"/>
              </a:lnSpc>
            </a:pPr>
            <a:endParaRPr sz="2750">
              <a:latin typeface="Franklin Gothic Medium"/>
              <a:cs typeface="Franklin Gothic Medium"/>
            </a:endParaRPr>
          </a:p>
          <a:p>
            <a:pPr marL="12700">
              <a:lnSpc>
                <a:spcPct val="100000"/>
              </a:lnSpc>
              <a:spcBef>
                <a:spcPts val="5"/>
              </a:spcBef>
            </a:pPr>
            <a:r>
              <a:rPr sz="2000" dirty="0">
                <a:latin typeface="Franklin Gothic Medium"/>
                <a:cs typeface="Franklin Gothic Medium"/>
              </a:rPr>
              <a:t>a=12;</a:t>
            </a:r>
            <a:endParaRPr sz="2000">
              <a:latin typeface="Franklin Gothic Medium"/>
              <a:cs typeface="Franklin Gothic Medium"/>
            </a:endParaRPr>
          </a:p>
          <a:p>
            <a:pPr marL="12700">
              <a:lnSpc>
                <a:spcPct val="100000"/>
              </a:lnSpc>
              <a:spcBef>
                <a:spcPts val="360"/>
              </a:spcBef>
            </a:pPr>
            <a:r>
              <a:rPr sz="2000" dirty="0">
                <a:latin typeface="Franklin Gothic Medium"/>
                <a:cs typeface="Franklin Gothic Medium"/>
              </a:rPr>
              <a:t>b=~a;</a:t>
            </a:r>
            <a:endParaRPr sz="2000">
              <a:latin typeface="Franklin Gothic Medium"/>
              <a:cs typeface="Franklin Gothic Medium"/>
            </a:endParaRPr>
          </a:p>
          <a:p>
            <a:pPr>
              <a:lnSpc>
                <a:spcPct val="100000"/>
              </a:lnSpc>
            </a:pPr>
            <a:endParaRPr sz="2750">
              <a:latin typeface="Franklin Gothic Medium"/>
              <a:cs typeface="Franklin Gothic Medium"/>
            </a:endParaRPr>
          </a:p>
          <a:p>
            <a:pPr marL="12700">
              <a:lnSpc>
                <a:spcPct val="100000"/>
              </a:lnSpc>
              <a:spcBef>
                <a:spcPts val="5"/>
              </a:spcBef>
            </a:pPr>
            <a:r>
              <a:rPr sz="2000" spc="-10" dirty="0">
                <a:solidFill>
                  <a:srgbClr val="000099"/>
                </a:solidFill>
                <a:latin typeface="Franklin Gothic Medium"/>
                <a:cs typeface="Franklin Gothic Medium"/>
              </a:rPr>
              <a:t>Working</a:t>
            </a:r>
            <a:endParaRPr sz="20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sp>
        <p:nvSpPr>
          <p:cNvPr id="4" name="object 4"/>
          <p:cNvSpPr txBox="1"/>
          <p:nvPr/>
        </p:nvSpPr>
        <p:spPr>
          <a:xfrm>
            <a:off x="10053573" y="4121632"/>
            <a:ext cx="767080" cy="1077595"/>
          </a:xfrm>
          <a:prstGeom prst="rect">
            <a:avLst/>
          </a:prstGeom>
        </p:spPr>
        <p:txBody>
          <a:bodyPr vert="horz" wrap="square" lIns="0" tIns="12700" rIns="0" bIns="0" rtlCol="0">
            <a:spAutoFit/>
          </a:bodyPr>
          <a:lstStyle/>
          <a:p>
            <a:pPr marL="12700" marR="5080">
              <a:lnSpc>
                <a:spcPct val="114999"/>
              </a:lnSpc>
              <a:spcBef>
                <a:spcPts val="100"/>
              </a:spcBef>
            </a:pPr>
            <a:r>
              <a:rPr sz="2000" dirty="0">
                <a:solidFill>
                  <a:srgbClr val="C00000"/>
                </a:solidFill>
                <a:latin typeface="Franklin Gothic Medium"/>
                <a:cs typeface="Franklin Gothic Medium"/>
              </a:rPr>
              <a:t>O</a:t>
            </a:r>
            <a:r>
              <a:rPr sz="2000" spc="10" dirty="0">
                <a:solidFill>
                  <a:srgbClr val="C00000"/>
                </a:solidFill>
                <a:latin typeface="Franklin Gothic Medium"/>
                <a:cs typeface="Franklin Gothic Medium"/>
              </a:rPr>
              <a:t>ut</a:t>
            </a:r>
            <a:r>
              <a:rPr sz="2000" dirty="0">
                <a:solidFill>
                  <a:srgbClr val="C00000"/>
                </a:solidFill>
                <a:latin typeface="Franklin Gothic Medium"/>
                <a:cs typeface="Franklin Gothic Medium"/>
              </a:rPr>
              <a:t>p</a:t>
            </a:r>
            <a:r>
              <a:rPr sz="2000" spc="-15" dirty="0">
                <a:solidFill>
                  <a:srgbClr val="C00000"/>
                </a:solidFill>
                <a:latin typeface="Franklin Gothic Medium"/>
                <a:cs typeface="Franklin Gothic Medium"/>
              </a:rPr>
              <a:t>u</a:t>
            </a:r>
            <a:r>
              <a:rPr sz="2000" dirty="0">
                <a:solidFill>
                  <a:srgbClr val="C00000"/>
                </a:solidFill>
                <a:latin typeface="Franklin Gothic Medium"/>
                <a:cs typeface="Franklin Gothic Medium"/>
              </a:rPr>
              <a:t>t  </a:t>
            </a:r>
            <a:r>
              <a:rPr sz="2000" spc="5" dirty="0">
                <a:latin typeface="Franklin Gothic Medium"/>
                <a:cs typeface="Franklin Gothic Medium"/>
              </a:rPr>
              <a:t>a=12 </a:t>
            </a:r>
            <a:r>
              <a:rPr sz="2000" spc="10" dirty="0">
                <a:latin typeface="Franklin Gothic Medium"/>
                <a:cs typeface="Franklin Gothic Medium"/>
              </a:rPr>
              <a:t> </a:t>
            </a:r>
            <a:r>
              <a:rPr sz="2000" dirty="0">
                <a:latin typeface="Franklin Gothic Medium"/>
                <a:cs typeface="Franklin Gothic Medium"/>
              </a:rPr>
              <a:t>b=</a:t>
            </a:r>
            <a:r>
              <a:rPr sz="2000" spc="-70" dirty="0">
                <a:latin typeface="Franklin Gothic Medium"/>
                <a:cs typeface="Franklin Gothic Medium"/>
              </a:rPr>
              <a:t> </a:t>
            </a:r>
            <a:r>
              <a:rPr sz="2000" spc="5" dirty="0">
                <a:latin typeface="Franklin Gothic Medium"/>
                <a:cs typeface="Franklin Gothic Medium"/>
              </a:rPr>
              <a:t>-13</a:t>
            </a:r>
            <a:endParaRPr sz="2000">
              <a:latin typeface="Franklin Gothic Medium"/>
              <a:cs typeface="Franklin Gothic Medium"/>
            </a:endParaRPr>
          </a:p>
        </p:txBody>
      </p:sp>
      <p:graphicFrame>
        <p:nvGraphicFramePr>
          <p:cNvPr id="5" name="object 5"/>
          <p:cNvGraphicFramePr>
            <a:graphicFrameLocks noGrp="1"/>
          </p:cNvGraphicFramePr>
          <p:nvPr/>
        </p:nvGraphicFramePr>
        <p:xfrm>
          <a:off x="449198" y="4252976"/>
          <a:ext cx="8787121" cy="853439"/>
        </p:xfrm>
        <a:graphic>
          <a:graphicData uri="http://schemas.openxmlformats.org/drawingml/2006/table">
            <a:tbl>
              <a:tblPr firstRow="1" bandRow="1">
                <a:tableStyleId>{2D5ABB26-0587-4C30-8999-92F81FD0307C}</a:tableStyleId>
              </a:tblPr>
              <a:tblGrid>
                <a:gridCol w="516890">
                  <a:extLst>
                    <a:ext uri="{9D8B030D-6E8A-4147-A177-3AD203B41FA5}">
                      <a16:colId xmlns:a16="http://schemas.microsoft.com/office/drawing/2014/main" val="20000"/>
                    </a:ext>
                  </a:extLst>
                </a:gridCol>
                <a:gridCol w="516890">
                  <a:extLst>
                    <a:ext uri="{9D8B030D-6E8A-4147-A177-3AD203B41FA5}">
                      <a16:colId xmlns:a16="http://schemas.microsoft.com/office/drawing/2014/main" val="20001"/>
                    </a:ext>
                  </a:extLst>
                </a:gridCol>
                <a:gridCol w="516890">
                  <a:extLst>
                    <a:ext uri="{9D8B030D-6E8A-4147-A177-3AD203B41FA5}">
                      <a16:colId xmlns:a16="http://schemas.microsoft.com/office/drawing/2014/main" val="20002"/>
                    </a:ext>
                  </a:extLst>
                </a:gridCol>
                <a:gridCol w="516890">
                  <a:extLst>
                    <a:ext uri="{9D8B030D-6E8A-4147-A177-3AD203B41FA5}">
                      <a16:colId xmlns:a16="http://schemas.microsoft.com/office/drawing/2014/main" val="20003"/>
                    </a:ext>
                  </a:extLst>
                </a:gridCol>
                <a:gridCol w="516889">
                  <a:extLst>
                    <a:ext uri="{9D8B030D-6E8A-4147-A177-3AD203B41FA5}">
                      <a16:colId xmlns:a16="http://schemas.microsoft.com/office/drawing/2014/main" val="20004"/>
                    </a:ext>
                  </a:extLst>
                </a:gridCol>
                <a:gridCol w="516889">
                  <a:extLst>
                    <a:ext uri="{9D8B030D-6E8A-4147-A177-3AD203B41FA5}">
                      <a16:colId xmlns:a16="http://schemas.microsoft.com/office/drawing/2014/main" val="20005"/>
                    </a:ext>
                  </a:extLst>
                </a:gridCol>
                <a:gridCol w="516889">
                  <a:extLst>
                    <a:ext uri="{9D8B030D-6E8A-4147-A177-3AD203B41FA5}">
                      <a16:colId xmlns:a16="http://schemas.microsoft.com/office/drawing/2014/main" val="20006"/>
                    </a:ext>
                  </a:extLst>
                </a:gridCol>
                <a:gridCol w="516889">
                  <a:extLst>
                    <a:ext uri="{9D8B030D-6E8A-4147-A177-3AD203B41FA5}">
                      <a16:colId xmlns:a16="http://schemas.microsoft.com/office/drawing/2014/main" val="20007"/>
                    </a:ext>
                  </a:extLst>
                </a:gridCol>
                <a:gridCol w="516889">
                  <a:extLst>
                    <a:ext uri="{9D8B030D-6E8A-4147-A177-3AD203B41FA5}">
                      <a16:colId xmlns:a16="http://schemas.microsoft.com/office/drawing/2014/main" val="20008"/>
                    </a:ext>
                  </a:extLst>
                </a:gridCol>
                <a:gridCol w="516889">
                  <a:extLst>
                    <a:ext uri="{9D8B030D-6E8A-4147-A177-3AD203B41FA5}">
                      <a16:colId xmlns:a16="http://schemas.microsoft.com/office/drawing/2014/main" val="20009"/>
                    </a:ext>
                  </a:extLst>
                </a:gridCol>
                <a:gridCol w="516889">
                  <a:extLst>
                    <a:ext uri="{9D8B030D-6E8A-4147-A177-3AD203B41FA5}">
                      <a16:colId xmlns:a16="http://schemas.microsoft.com/office/drawing/2014/main" val="20010"/>
                    </a:ext>
                  </a:extLst>
                </a:gridCol>
                <a:gridCol w="516889">
                  <a:extLst>
                    <a:ext uri="{9D8B030D-6E8A-4147-A177-3AD203B41FA5}">
                      <a16:colId xmlns:a16="http://schemas.microsoft.com/office/drawing/2014/main" val="20011"/>
                    </a:ext>
                  </a:extLst>
                </a:gridCol>
                <a:gridCol w="516889">
                  <a:extLst>
                    <a:ext uri="{9D8B030D-6E8A-4147-A177-3AD203B41FA5}">
                      <a16:colId xmlns:a16="http://schemas.microsoft.com/office/drawing/2014/main" val="20012"/>
                    </a:ext>
                  </a:extLst>
                </a:gridCol>
                <a:gridCol w="516890">
                  <a:extLst>
                    <a:ext uri="{9D8B030D-6E8A-4147-A177-3AD203B41FA5}">
                      <a16:colId xmlns:a16="http://schemas.microsoft.com/office/drawing/2014/main" val="20013"/>
                    </a:ext>
                  </a:extLst>
                </a:gridCol>
                <a:gridCol w="516890">
                  <a:extLst>
                    <a:ext uri="{9D8B030D-6E8A-4147-A177-3AD203B41FA5}">
                      <a16:colId xmlns:a16="http://schemas.microsoft.com/office/drawing/2014/main" val="20014"/>
                    </a:ext>
                  </a:extLst>
                </a:gridCol>
                <a:gridCol w="516890">
                  <a:extLst>
                    <a:ext uri="{9D8B030D-6E8A-4147-A177-3AD203B41FA5}">
                      <a16:colId xmlns:a16="http://schemas.microsoft.com/office/drawing/2014/main" val="20015"/>
                    </a:ext>
                  </a:extLst>
                </a:gridCol>
                <a:gridCol w="516890">
                  <a:extLst>
                    <a:ext uri="{9D8B030D-6E8A-4147-A177-3AD203B41FA5}">
                      <a16:colId xmlns:a16="http://schemas.microsoft.com/office/drawing/2014/main" val="20016"/>
                    </a:ext>
                  </a:extLst>
                </a:gridCol>
              </a:tblGrid>
              <a:tr h="426719">
                <a:tc>
                  <a:txBody>
                    <a:bodyPr/>
                    <a:lstStyle/>
                    <a:p>
                      <a:pPr algn="ctr">
                        <a:lnSpc>
                          <a:spcPct val="100000"/>
                        </a:lnSpc>
                        <a:spcBef>
                          <a:spcPts val="30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R="169545" algn="r">
                        <a:lnSpc>
                          <a:spcPct val="100000"/>
                        </a:lnSpc>
                        <a:spcBef>
                          <a:spcPts val="300"/>
                        </a:spcBef>
                      </a:pPr>
                      <a:r>
                        <a:rPr sz="2200" dirty="0">
                          <a:solidFill>
                            <a:srgbClr val="FFFFFF"/>
                          </a:solidFill>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AFEF"/>
                    </a:solidFill>
                  </a:tcPr>
                </a:tc>
                <a:tc>
                  <a:txBody>
                    <a:bodyPr/>
                    <a:lstStyle/>
                    <a:p>
                      <a:pPr marR="167640" algn="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165">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640" algn="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640" algn="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005" algn="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26720">
                <a:tc>
                  <a:txBody>
                    <a:bodyPr/>
                    <a:lstStyle/>
                    <a:p>
                      <a:pPr algn="ctr">
                        <a:lnSpc>
                          <a:spcPct val="100000"/>
                        </a:lnSpc>
                        <a:spcBef>
                          <a:spcPts val="30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R="168910" algn="r">
                        <a:lnSpc>
                          <a:spcPct val="100000"/>
                        </a:lnSpc>
                        <a:spcBef>
                          <a:spcPts val="300"/>
                        </a:spcBef>
                      </a:pPr>
                      <a:r>
                        <a:rPr sz="2200" dirty="0">
                          <a:solidFill>
                            <a:srgbClr val="FFFFFF"/>
                          </a:solidFill>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AFEF"/>
                    </a:solidFill>
                  </a:tcPr>
                </a:tc>
                <a:tc>
                  <a:txBody>
                    <a:bodyPr/>
                    <a:lstStyle/>
                    <a:p>
                      <a:pPr marR="167640" algn="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165">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005" algn="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005" algn="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67005" algn="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7800">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6" name="object 6"/>
          <p:cNvSpPr/>
          <p:nvPr/>
        </p:nvSpPr>
        <p:spPr>
          <a:xfrm>
            <a:off x="626363" y="5136515"/>
            <a:ext cx="2037714" cy="1086485"/>
          </a:xfrm>
          <a:custGeom>
            <a:avLst/>
            <a:gdLst/>
            <a:ahLst/>
            <a:cxnLst/>
            <a:rect l="l" t="t" r="r" b="b"/>
            <a:pathLst>
              <a:path w="2037714" h="1086485">
                <a:moveTo>
                  <a:pt x="0" y="1085977"/>
                </a:moveTo>
                <a:lnTo>
                  <a:pt x="339598" y="1085977"/>
                </a:lnTo>
                <a:lnTo>
                  <a:pt x="848994" y="1085977"/>
                </a:lnTo>
                <a:lnTo>
                  <a:pt x="2037588" y="1085977"/>
                </a:lnTo>
                <a:lnTo>
                  <a:pt x="2037588" y="709041"/>
                </a:lnTo>
                <a:lnTo>
                  <a:pt x="2037588" y="547497"/>
                </a:lnTo>
                <a:lnTo>
                  <a:pt x="2037588" y="439801"/>
                </a:lnTo>
                <a:lnTo>
                  <a:pt x="848994" y="439801"/>
                </a:lnTo>
                <a:lnTo>
                  <a:pt x="647573" y="0"/>
                </a:lnTo>
                <a:lnTo>
                  <a:pt x="339598" y="439801"/>
                </a:lnTo>
                <a:lnTo>
                  <a:pt x="0" y="439801"/>
                </a:lnTo>
                <a:lnTo>
                  <a:pt x="0" y="547497"/>
                </a:lnTo>
                <a:lnTo>
                  <a:pt x="0" y="709041"/>
                </a:lnTo>
                <a:lnTo>
                  <a:pt x="0" y="1085977"/>
                </a:lnTo>
                <a:close/>
              </a:path>
            </a:pathLst>
          </a:custGeom>
          <a:ln w="15875">
            <a:solidFill>
              <a:srgbClr val="8B0000"/>
            </a:solidFill>
          </a:ln>
        </p:spPr>
        <p:txBody>
          <a:bodyPr wrap="square" lIns="0" tIns="0" rIns="0" bIns="0" rtlCol="0"/>
          <a:lstStyle/>
          <a:p>
            <a:endParaRPr/>
          </a:p>
        </p:txBody>
      </p:sp>
      <p:sp>
        <p:nvSpPr>
          <p:cNvPr id="7" name="object 7"/>
          <p:cNvSpPr txBox="1"/>
          <p:nvPr/>
        </p:nvSpPr>
        <p:spPr>
          <a:xfrm>
            <a:off x="1037640" y="5604459"/>
            <a:ext cx="1212850" cy="574040"/>
          </a:xfrm>
          <a:prstGeom prst="rect">
            <a:avLst/>
          </a:prstGeom>
        </p:spPr>
        <p:txBody>
          <a:bodyPr vert="horz" wrap="square" lIns="0" tIns="12700" rIns="0" bIns="0" rtlCol="0">
            <a:spAutoFit/>
          </a:bodyPr>
          <a:lstStyle/>
          <a:p>
            <a:pPr marL="635" algn="ctr">
              <a:lnSpc>
                <a:spcPct val="100000"/>
              </a:lnSpc>
              <a:spcBef>
                <a:spcPts val="100"/>
              </a:spcBef>
            </a:pPr>
            <a:r>
              <a:rPr sz="1800" spc="5" dirty="0">
                <a:solidFill>
                  <a:srgbClr val="C00000"/>
                </a:solidFill>
                <a:latin typeface="Franklin Gothic Medium"/>
                <a:cs typeface="Franklin Gothic Medium"/>
              </a:rPr>
              <a:t>Sign</a:t>
            </a:r>
            <a:r>
              <a:rPr sz="1800" spc="-7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bit</a:t>
            </a:r>
            <a:endParaRPr sz="1800">
              <a:latin typeface="Franklin Gothic Medium"/>
              <a:cs typeface="Franklin Gothic Medium"/>
            </a:endParaRPr>
          </a:p>
          <a:p>
            <a:pPr algn="ctr">
              <a:lnSpc>
                <a:spcPct val="100000"/>
              </a:lnSpc>
            </a:pPr>
            <a:r>
              <a:rPr sz="1800" dirty="0">
                <a:solidFill>
                  <a:srgbClr val="C00000"/>
                </a:solidFill>
                <a:latin typeface="Franklin Gothic Medium"/>
                <a:cs typeface="Franklin Gothic Medium"/>
              </a:rPr>
              <a:t>0</a:t>
            </a:r>
            <a:r>
              <a:rPr sz="1800" spc="-25" dirty="0">
                <a:solidFill>
                  <a:srgbClr val="C00000"/>
                </a:solidFill>
                <a:latin typeface="Franklin Gothic Medium"/>
                <a:cs typeface="Franklin Gothic Medium"/>
              </a:rPr>
              <a:t> </a:t>
            </a:r>
            <a:r>
              <a:rPr sz="1800" spc="5" dirty="0">
                <a:solidFill>
                  <a:srgbClr val="C00000"/>
                </a:solidFill>
                <a:latin typeface="Franklin Gothic Medium"/>
                <a:cs typeface="Franklin Gothic Medium"/>
              </a:rPr>
              <a:t>+ve,</a:t>
            </a:r>
            <a:r>
              <a:rPr sz="1800" spc="-50" dirty="0">
                <a:solidFill>
                  <a:srgbClr val="C00000"/>
                </a:solidFill>
                <a:latin typeface="Franklin Gothic Medium"/>
                <a:cs typeface="Franklin Gothic Medium"/>
              </a:rPr>
              <a:t> </a:t>
            </a:r>
            <a:r>
              <a:rPr sz="1800" dirty="0">
                <a:solidFill>
                  <a:srgbClr val="C00000"/>
                </a:solidFill>
                <a:latin typeface="Franklin Gothic Medium"/>
                <a:cs typeface="Franklin Gothic Medium"/>
              </a:rPr>
              <a:t>1</a:t>
            </a:r>
            <a:r>
              <a:rPr sz="1800" spc="434" dirty="0">
                <a:solidFill>
                  <a:srgbClr val="C00000"/>
                </a:solidFill>
                <a:latin typeface="Franklin Gothic Medium"/>
                <a:cs typeface="Franklin Gothic Medium"/>
              </a:rPr>
              <a:t> </a:t>
            </a:r>
            <a:r>
              <a:rPr sz="1800" spc="-5" dirty="0">
                <a:solidFill>
                  <a:srgbClr val="C00000"/>
                </a:solidFill>
                <a:latin typeface="Franklin Gothic Medium"/>
                <a:cs typeface="Franklin Gothic Medium"/>
              </a:rPr>
              <a:t>-ve</a:t>
            </a:r>
            <a:endParaRPr sz="1800">
              <a:latin typeface="Franklin Gothic Medium"/>
              <a:cs typeface="Franklin Gothic Medium"/>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496550" cy="2726055"/>
          </a:xfrm>
          <a:prstGeom prst="rect">
            <a:avLst/>
          </a:prstGeom>
        </p:spPr>
        <p:txBody>
          <a:bodyPr vert="horz" wrap="square" lIns="0" tIns="63500" rIns="0" bIns="0" rtlCol="0">
            <a:spAutoFit/>
          </a:bodyPr>
          <a:lstStyle/>
          <a:p>
            <a:pPr marL="12700">
              <a:lnSpc>
                <a:spcPct val="100000"/>
              </a:lnSpc>
              <a:spcBef>
                <a:spcPts val="500"/>
              </a:spcBef>
            </a:pPr>
            <a:r>
              <a:rPr sz="2200" dirty="0">
                <a:solidFill>
                  <a:srgbClr val="000099"/>
                </a:solidFill>
                <a:latin typeface="Franklin Gothic Medium"/>
                <a:cs typeface="Franklin Gothic Medium"/>
              </a:rPr>
              <a:t>Bitwise</a:t>
            </a:r>
            <a:r>
              <a:rPr sz="2200" spc="-5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AND</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&amp;</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If</a:t>
            </a:r>
            <a:r>
              <a:rPr sz="2200" spc="1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corresponding</a:t>
            </a:r>
            <a:r>
              <a:rPr sz="2200" spc="10" dirty="0">
                <a:latin typeface="Franklin Gothic Medium"/>
                <a:cs typeface="Franklin Gothic Medium"/>
              </a:rPr>
              <a:t> </a:t>
            </a:r>
            <a:r>
              <a:rPr sz="2200" spc="-5" dirty="0">
                <a:latin typeface="Franklin Gothic Medium"/>
                <a:cs typeface="Franklin Gothic Medium"/>
              </a:rPr>
              <a:t>bit</a:t>
            </a:r>
            <a:r>
              <a:rPr sz="2200" spc="10" dirty="0">
                <a:latin typeface="Franklin Gothic Medium"/>
                <a:cs typeface="Franklin Gothic Medium"/>
              </a:rPr>
              <a:t> </a:t>
            </a:r>
            <a:r>
              <a:rPr sz="2200" spc="-5" dirty="0">
                <a:latin typeface="Franklin Gothic Medium"/>
                <a:cs typeface="Franklin Gothic Medium"/>
              </a:rPr>
              <a:t>positions</a:t>
            </a:r>
            <a:r>
              <a:rPr sz="2200" spc="10" dirty="0">
                <a:latin typeface="Franklin Gothic Medium"/>
                <a:cs typeface="Franklin Gothic Medium"/>
              </a:rPr>
              <a:t> </a:t>
            </a:r>
            <a:r>
              <a:rPr sz="2200" spc="-5" dirty="0">
                <a:latin typeface="Franklin Gothic Medium"/>
                <a:cs typeface="Franklin Gothic Medium"/>
              </a:rPr>
              <a:t>in</a:t>
            </a:r>
            <a:r>
              <a:rPr sz="2200" dirty="0">
                <a:latin typeface="Franklin Gothic Medium"/>
                <a:cs typeface="Franklin Gothic Medium"/>
              </a:rPr>
              <a:t> </a:t>
            </a:r>
            <a:r>
              <a:rPr sz="2200" spc="-5" dirty="0">
                <a:latin typeface="Franklin Gothic Medium"/>
                <a:cs typeface="Franklin Gothic Medium"/>
              </a:rPr>
              <a:t>both</a:t>
            </a:r>
            <a:r>
              <a:rPr sz="220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operands</a:t>
            </a:r>
            <a:r>
              <a:rPr sz="2200" dirty="0">
                <a:latin typeface="Franklin Gothic Medium"/>
                <a:cs typeface="Franklin Gothic Medium"/>
              </a:rPr>
              <a:t> </a:t>
            </a:r>
            <a:r>
              <a:rPr sz="2200" spc="-5" dirty="0">
                <a:latin typeface="Franklin Gothic Medium"/>
                <a:cs typeface="Franklin Gothic Medium"/>
              </a:rPr>
              <a:t>are</a:t>
            </a:r>
            <a:r>
              <a:rPr sz="2200" spc="15" dirty="0">
                <a:latin typeface="Franklin Gothic Medium"/>
                <a:cs typeface="Franklin Gothic Medium"/>
              </a:rPr>
              <a:t> 1,</a:t>
            </a:r>
            <a:r>
              <a:rPr sz="2200" spc="10" dirty="0">
                <a:latin typeface="Franklin Gothic Medium"/>
                <a:cs typeface="Franklin Gothic Medium"/>
              </a:rPr>
              <a:t> </a:t>
            </a:r>
            <a:r>
              <a:rPr sz="2200" spc="-5" dirty="0">
                <a:latin typeface="Franklin Gothic Medium"/>
                <a:cs typeface="Franklin Gothic Medium"/>
              </a:rPr>
              <a:t>result</a:t>
            </a:r>
            <a:r>
              <a:rPr sz="2200" spc="10" dirty="0">
                <a:latin typeface="Franklin Gothic Medium"/>
                <a:cs typeface="Franklin Gothic Medium"/>
              </a:rPr>
              <a:t> </a:t>
            </a:r>
            <a:r>
              <a:rPr sz="2200" spc="-5" dirty="0">
                <a:latin typeface="Franklin Gothic Medium"/>
                <a:cs typeface="Franklin Gothic Medium"/>
              </a:rPr>
              <a:t>is</a:t>
            </a:r>
            <a:r>
              <a:rPr sz="2200" spc="10" dirty="0">
                <a:latin typeface="Franklin Gothic Medium"/>
                <a:cs typeface="Franklin Gothic Medium"/>
              </a:rPr>
              <a:t> </a:t>
            </a:r>
            <a:r>
              <a:rPr sz="2200" spc="-5" dirty="0">
                <a:latin typeface="Franklin Gothic Medium"/>
                <a:cs typeface="Franklin Gothic Medium"/>
              </a:rPr>
              <a:t>1</a:t>
            </a:r>
            <a:r>
              <a:rPr sz="2200" spc="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10" dirty="0">
                <a:latin typeface="Franklin Gothic Medium"/>
                <a:cs typeface="Franklin Gothic Medium"/>
              </a:rPr>
              <a:t>else</a:t>
            </a:r>
            <a:r>
              <a:rPr sz="2200" dirty="0">
                <a:latin typeface="Franklin Gothic Medium"/>
                <a:cs typeface="Franklin Gothic Medium"/>
              </a:rPr>
              <a:t> </a:t>
            </a:r>
            <a:r>
              <a:rPr sz="2200" spc="-5" dirty="0">
                <a:latin typeface="Franklin Gothic Medium"/>
                <a:cs typeface="Franklin Gothic Medium"/>
              </a:rPr>
              <a:t>result</a:t>
            </a:r>
            <a:r>
              <a:rPr sz="2200" spc="10" dirty="0">
                <a:latin typeface="Franklin Gothic Medium"/>
                <a:cs typeface="Franklin Gothic Medium"/>
              </a:rPr>
              <a:t> </a:t>
            </a:r>
            <a:r>
              <a:rPr sz="2200" dirty="0">
                <a:latin typeface="Franklin Gothic Medium"/>
                <a:cs typeface="Franklin Gothic Medium"/>
              </a:rPr>
              <a:t>is</a:t>
            </a:r>
            <a:r>
              <a:rPr sz="2200" spc="5" dirty="0">
                <a:latin typeface="Franklin Gothic Medium"/>
                <a:cs typeface="Franklin Gothic Medium"/>
              </a:rPr>
              <a:t> </a:t>
            </a:r>
            <a:r>
              <a:rPr sz="2200" spc="-10" dirty="0">
                <a:latin typeface="Franklin Gothic Medium"/>
                <a:cs typeface="Franklin Gothic Medium"/>
              </a:rPr>
              <a:t>0.</a:t>
            </a:r>
            <a:endParaRPr sz="2200">
              <a:latin typeface="Franklin Gothic Medium"/>
              <a:cs typeface="Franklin Gothic Medium"/>
            </a:endParaRPr>
          </a:p>
          <a:p>
            <a:pPr marL="12700">
              <a:lnSpc>
                <a:spcPct val="100000"/>
              </a:lnSpc>
              <a:spcBef>
                <a:spcPts val="395"/>
              </a:spcBef>
            </a:pPr>
            <a:r>
              <a:rPr sz="2200" dirty="0">
                <a:solidFill>
                  <a:srgbClr val="C00000"/>
                </a:solidFill>
                <a:latin typeface="Franklin Gothic Medium"/>
                <a:cs typeface="Franklin Gothic Medium"/>
              </a:rPr>
              <a:t>Example</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int</a:t>
            </a:r>
            <a:r>
              <a:rPr sz="2200" spc="-15" dirty="0">
                <a:latin typeface="Franklin Gothic Medium"/>
                <a:cs typeface="Franklin Gothic Medium"/>
              </a:rPr>
              <a:t> </a:t>
            </a:r>
            <a:r>
              <a:rPr sz="2200" spc="-10" dirty="0">
                <a:latin typeface="Franklin Gothic Medium"/>
                <a:cs typeface="Franklin Gothic Medium"/>
              </a:rPr>
              <a:t>a=10,</a:t>
            </a:r>
            <a:r>
              <a:rPr sz="2200" spc="-15" dirty="0">
                <a:latin typeface="Franklin Gothic Medium"/>
                <a:cs typeface="Franklin Gothic Medium"/>
              </a:rPr>
              <a:t> </a:t>
            </a:r>
            <a:r>
              <a:rPr sz="2200" spc="-5" dirty="0">
                <a:latin typeface="Franklin Gothic Medium"/>
                <a:cs typeface="Franklin Gothic Medium"/>
              </a:rPr>
              <a:t>b=6,</a:t>
            </a:r>
            <a:r>
              <a:rPr sz="2200" spc="-15"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c</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&amp;</a:t>
            </a:r>
            <a:r>
              <a:rPr sz="2200" spc="-25" dirty="0">
                <a:latin typeface="Franklin Gothic Medium"/>
                <a:cs typeface="Franklin Gothic Medium"/>
              </a:rPr>
              <a:t> </a:t>
            </a:r>
            <a:r>
              <a:rPr sz="2200" spc="-5" dirty="0">
                <a:latin typeface="Franklin Gothic Medium"/>
                <a:cs typeface="Franklin Gothic Medium"/>
              </a:rPr>
              <a:t>b;</a:t>
            </a:r>
            <a:endParaRPr sz="2200">
              <a:latin typeface="Franklin Gothic Medium"/>
              <a:cs typeface="Franklin Gothic Medium"/>
            </a:endParaRPr>
          </a:p>
          <a:p>
            <a:pPr marL="12700" marR="8828405">
              <a:lnSpc>
                <a:spcPct val="114999"/>
              </a:lnSpc>
              <a:spcBef>
                <a:spcPts val="5"/>
              </a:spcBef>
            </a:pPr>
            <a:r>
              <a:rPr sz="2200" spc="-5" dirty="0">
                <a:latin typeface="Franklin Gothic Medium"/>
                <a:cs typeface="Franklin Gothic Medium"/>
              </a:rPr>
              <a:t>p</a:t>
            </a:r>
            <a:r>
              <a:rPr sz="2200" dirty="0">
                <a:latin typeface="Franklin Gothic Medium"/>
                <a:cs typeface="Franklin Gothic Medium"/>
              </a:rPr>
              <a:t>r</a:t>
            </a:r>
            <a:r>
              <a:rPr sz="2200" spc="-5" dirty="0">
                <a:latin typeface="Franklin Gothic Medium"/>
                <a:cs typeface="Franklin Gothic Medium"/>
              </a:rPr>
              <a:t>int</a:t>
            </a:r>
            <a:r>
              <a:rPr sz="2200" dirty="0">
                <a:latin typeface="Franklin Gothic Medium"/>
                <a:cs typeface="Franklin Gothic Medium"/>
              </a:rPr>
              <a:t>f</a:t>
            </a:r>
            <a:r>
              <a:rPr sz="2200" spc="-5" dirty="0">
                <a:latin typeface="Franklin Gothic Medium"/>
                <a:cs typeface="Franklin Gothic Medium"/>
              </a:rPr>
              <a:t>(“</a:t>
            </a:r>
            <a:r>
              <a:rPr sz="2200" spc="-10" dirty="0">
                <a:latin typeface="Franklin Gothic Medium"/>
                <a:cs typeface="Franklin Gothic Medium"/>
              </a:rPr>
              <a:t>%</a:t>
            </a:r>
            <a:r>
              <a:rPr sz="2200" spc="-5" dirty="0">
                <a:latin typeface="Franklin Gothic Medium"/>
                <a:cs typeface="Franklin Gothic Medium"/>
              </a:rPr>
              <a:t>d</a:t>
            </a:r>
            <a:r>
              <a:rPr sz="2200" dirty="0">
                <a:latin typeface="Franklin Gothic Medium"/>
                <a:cs typeface="Franklin Gothic Medium"/>
              </a:rPr>
              <a:t>”</a:t>
            </a:r>
            <a:r>
              <a:rPr sz="2200" spc="-5" dirty="0">
                <a:latin typeface="Franklin Gothic Medium"/>
                <a:cs typeface="Franklin Gothic Medium"/>
              </a:rPr>
              <a:t>,</a:t>
            </a:r>
            <a:r>
              <a:rPr sz="2200" spc="-10" dirty="0">
                <a:latin typeface="Franklin Gothic Medium"/>
                <a:cs typeface="Franklin Gothic Medium"/>
              </a:rPr>
              <a:t>c</a:t>
            </a:r>
            <a:r>
              <a:rPr sz="2200" spc="-5" dirty="0">
                <a:latin typeface="Franklin Gothic Medium"/>
                <a:cs typeface="Franklin Gothic Medium"/>
              </a:rPr>
              <a:t>);  </a:t>
            </a:r>
            <a:r>
              <a:rPr sz="2200" dirty="0">
                <a:solidFill>
                  <a:srgbClr val="C00000"/>
                </a:solidFill>
                <a:latin typeface="Franklin Gothic Medium"/>
                <a:cs typeface="Franklin Gothic Medium"/>
              </a:rPr>
              <a:t>Output</a:t>
            </a:r>
            <a:r>
              <a:rPr sz="2200" spc="-4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1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2</a:t>
            </a:r>
            <a:endParaRPr sz="22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graphicFrame>
        <p:nvGraphicFramePr>
          <p:cNvPr id="4" name="object 4"/>
          <p:cNvGraphicFramePr>
            <a:graphicFrameLocks noGrp="1"/>
          </p:cNvGraphicFramePr>
          <p:nvPr/>
        </p:nvGraphicFramePr>
        <p:xfrm>
          <a:off x="459130" y="4085082"/>
          <a:ext cx="11065508" cy="1280158"/>
        </p:xfrm>
        <a:graphic>
          <a:graphicData uri="http://schemas.openxmlformats.org/drawingml/2006/table">
            <a:tbl>
              <a:tblPr firstRow="1" bandRow="1">
                <a:tableStyleId>{2D5ABB26-0587-4C30-8999-92F81FD0307C}</a:tableStyleId>
              </a:tblPr>
              <a:tblGrid>
                <a:gridCol w="856615">
                  <a:extLst>
                    <a:ext uri="{9D8B030D-6E8A-4147-A177-3AD203B41FA5}">
                      <a16:colId xmlns:a16="http://schemas.microsoft.com/office/drawing/2014/main" val="20000"/>
                    </a:ext>
                  </a:extLst>
                </a:gridCol>
                <a:gridCol w="467359">
                  <a:extLst>
                    <a:ext uri="{9D8B030D-6E8A-4147-A177-3AD203B41FA5}">
                      <a16:colId xmlns:a16="http://schemas.microsoft.com/office/drawing/2014/main" val="20001"/>
                    </a:ext>
                  </a:extLst>
                </a:gridCol>
                <a:gridCol w="629285">
                  <a:extLst>
                    <a:ext uri="{9D8B030D-6E8A-4147-A177-3AD203B41FA5}">
                      <a16:colId xmlns:a16="http://schemas.microsoft.com/office/drawing/2014/main" val="20002"/>
                    </a:ext>
                  </a:extLst>
                </a:gridCol>
                <a:gridCol w="650875">
                  <a:extLst>
                    <a:ext uri="{9D8B030D-6E8A-4147-A177-3AD203B41FA5}">
                      <a16:colId xmlns:a16="http://schemas.microsoft.com/office/drawing/2014/main" val="20003"/>
                    </a:ext>
                  </a:extLst>
                </a:gridCol>
                <a:gridCol w="650875">
                  <a:extLst>
                    <a:ext uri="{9D8B030D-6E8A-4147-A177-3AD203B41FA5}">
                      <a16:colId xmlns:a16="http://schemas.microsoft.com/office/drawing/2014/main" val="20004"/>
                    </a:ext>
                  </a:extLst>
                </a:gridCol>
                <a:gridCol w="650875">
                  <a:extLst>
                    <a:ext uri="{9D8B030D-6E8A-4147-A177-3AD203B41FA5}">
                      <a16:colId xmlns:a16="http://schemas.microsoft.com/office/drawing/2014/main" val="20005"/>
                    </a:ext>
                  </a:extLst>
                </a:gridCol>
                <a:gridCol w="650875">
                  <a:extLst>
                    <a:ext uri="{9D8B030D-6E8A-4147-A177-3AD203B41FA5}">
                      <a16:colId xmlns:a16="http://schemas.microsoft.com/office/drawing/2014/main" val="20006"/>
                    </a:ext>
                  </a:extLst>
                </a:gridCol>
                <a:gridCol w="650875">
                  <a:extLst>
                    <a:ext uri="{9D8B030D-6E8A-4147-A177-3AD203B41FA5}">
                      <a16:colId xmlns:a16="http://schemas.microsoft.com/office/drawing/2014/main" val="20007"/>
                    </a:ext>
                  </a:extLst>
                </a:gridCol>
                <a:gridCol w="650875">
                  <a:extLst>
                    <a:ext uri="{9D8B030D-6E8A-4147-A177-3AD203B41FA5}">
                      <a16:colId xmlns:a16="http://schemas.microsoft.com/office/drawing/2014/main" val="20008"/>
                    </a:ext>
                  </a:extLst>
                </a:gridCol>
                <a:gridCol w="650874">
                  <a:extLst>
                    <a:ext uri="{9D8B030D-6E8A-4147-A177-3AD203B41FA5}">
                      <a16:colId xmlns:a16="http://schemas.microsoft.com/office/drawing/2014/main" val="20009"/>
                    </a:ext>
                  </a:extLst>
                </a:gridCol>
                <a:gridCol w="650875">
                  <a:extLst>
                    <a:ext uri="{9D8B030D-6E8A-4147-A177-3AD203B41FA5}">
                      <a16:colId xmlns:a16="http://schemas.microsoft.com/office/drawing/2014/main" val="20010"/>
                    </a:ext>
                  </a:extLst>
                </a:gridCol>
                <a:gridCol w="650875">
                  <a:extLst>
                    <a:ext uri="{9D8B030D-6E8A-4147-A177-3AD203B41FA5}">
                      <a16:colId xmlns:a16="http://schemas.microsoft.com/office/drawing/2014/main" val="20011"/>
                    </a:ext>
                  </a:extLst>
                </a:gridCol>
                <a:gridCol w="650875">
                  <a:extLst>
                    <a:ext uri="{9D8B030D-6E8A-4147-A177-3AD203B41FA5}">
                      <a16:colId xmlns:a16="http://schemas.microsoft.com/office/drawing/2014/main" val="20012"/>
                    </a:ext>
                  </a:extLst>
                </a:gridCol>
                <a:gridCol w="650875">
                  <a:extLst>
                    <a:ext uri="{9D8B030D-6E8A-4147-A177-3AD203B41FA5}">
                      <a16:colId xmlns:a16="http://schemas.microsoft.com/office/drawing/2014/main" val="20013"/>
                    </a:ext>
                  </a:extLst>
                </a:gridCol>
                <a:gridCol w="650875">
                  <a:extLst>
                    <a:ext uri="{9D8B030D-6E8A-4147-A177-3AD203B41FA5}">
                      <a16:colId xmlns:a16="http://schemas.microsoft.com/office/drawing/2014/main" val="20014"/>
                    </a:ext>
                  </a:extLst>
                </a:gridCol>
                <a:gridCol w="650875">
                  <a:extLst>
                    <a:ext uri="{9D8B030D-6E8A-4147-A177-3AD203B41FA5}">
                      <a16:colId xmlns:a16="http://schemas.microsoft.com/office/drawing/2014/main" val="20015"/>
                    </a:ext>
                  </a:extLst>
                </a:gridCol>
                <a:gridCol w="650875">
                  <a:extLst>
                    <a:ext uri="{9D8B030D-6E8A-4147-A177-3AD203B41FA5}">
                      <a16:colId xmlns:a16="http://schemas.microsoft.com/office/drawing/2014/main" val="20016"/>
                    </a:ext>
                  </a:extLst>
                </a:gridCol>
              </a:tblGrid>
              <a:tr h="426719">
                <a:tc>
                  <a:txBody>
                    <a:bodyPr/>
                    <a:lstStyle/>
                    <a:p>
                      <a:pPr algn="ctr">
                        <a:lnSpc>
                          <a:spcPct val="100000"/>
                        </a:lnSpc>
                        <a:spcBef>
                          <a:spcPts val="30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26720">
                <a:tc>
                  <a:txBody>
                    <a:bodyPr/>
                    <a:lstStyle/>
                    <a:p>
                      <a:pPr algn="ctr">
                        <a:lnSpc>
                          <a:spcPct val="100000"/>
                        </a:lnSpc>
                        <a:spcBef>
                          <a:spcPts val="300"/>
                        </a:spcBef>
                      </a:pPr>
                      <a:r>
                        <a:rPr sz="2200" dirty="0">
                          <a:solidFill>
                            <a:srgbClr val="C00000"/>
                          </a:solidFill>
                          <a:latin typeface="Franklin Gothic Medium"/>
                          <a:cs typeface="Franklin Gothic Medium"/>
                        </a:rPr>
                        <a:t>b</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26719">
                <a:tc>
                  <a:txBody>
                    <a:bodyPr/>
                    <a:lstStyle/>
                    <a:p>
                      <a:pPr algn="ctr">
                        <a:lnSpc>
                          <a:spcPct val="100000"/>
                        </a:lnSpc>
                        <a:spcBef>
                          <a:spcPts val="305"/>
                        </a:spcBef>
                      </a:pPr>
                      <a:r>
                        <a:rPr sz="2200" spc="-5" dirty="0">
                          <a:solidFill>
                            <a:srgbClr val="C00000"/>
                          </a:solidFill>
                          <a:latin typeface="Franklin Gothic Medium"/>
                          <a:cs typeface="Franklin Gothic Medium"/>
                        </a:rPr>
                        <a:t>a</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&amp;</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495280" cy="2726055"/>
          </a:xfrm>
          <a:prstGeom prst="rect">
            <a:avLst/>
          </a:prstGeom>
        </p:spPr>
        <p:txBody>
          <a:bodyPr vert="horz" wrap="square" lIns="0" tIns="63500" rIns="0" bIns="0" rtlCol="0">
            <a:spAutoFit/>
          </a:bodyPr>
          <a:lstStyle/>
          <a:p>
            <a:pPr marL="12700">
              <a:lnSpc>
                <a:spcPct val="100000"/>
              </a:lnSpc>
              <a:spcBef>
                <a:spcPts val="500"/>
              </a:spcBef>
            </a:pPr>
            <a:r>
              <a:rPr sz="2200" dirty="0">
                <a:solidFill>
                  <a:srgbClr val="000099"/>
                </a:solidFill>
                <a:latin typeface="Franklin Gothic Medium"/>
                <a:cs typeface="Franklin Gothic Medium"/>
              </a:rPr>
              <a:t>Bitwise</a:t>
            </a:r>
            <a:r>
              <a:rPr sz="2200" spc="-5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OR</a:t>
            </a:r>
            <a:r>
              <a:rPr sz="2200" spc="-3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If</a:t>
            </a:r>
            <a:r>
              <a:rPr sz="2200" spc="1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corresponding</a:t>
            </a:r>
            <a:r>
              <a:rPr sz="2200" spc="10" dirty="0">
                <a:latin typeface="Franklin Gothic Medium"/>
                <a:cs typeface="Franklin Gothic Medium"/>
              </a:rPr>
              <a:t> </a:t>
            </a:r>
            <a:r>
              <a:rPr sz="2200" spc="-5" dirty="0">
                <a:latin typeface="Franklin Gothic Medium"/>
                <a:cs typeface="Franklin Gothic Medium"/>
              </a:rPr>
              <a:t>bit</a:t>
            </a:r>
            <a:r>
              <a:rPr sz="2200" spc="10" dirty="0">
                <a:latin typeface="Franklin Gothic Medium"/>
                <a:cs typeface="Franklin Gothic Medium"/>
              </a:rPr>
              <a:t> </a:t>
            </a:r>
            <a:r>
              <a:rPr sz="2200" spc="-5" dirty="0">
                <a:latin typeface="Franklin Gothic Medium"/>
                <a:cs typeface="Franklin Gothic Medium"/>
              </a:rPr>
              <a:t>positions</a:t>
            </a:r>
            <a:r>
              <a:rPr sz="2200" spc="10" dirty="0">
                <a:latin typeface="Franklin Gothic Medium"/>
                <a:cs typeface="Franklin Gothic Medium"/>
              </a:rPr>
              <a:t> </a:t>
            </a:r>
            <a:r>
              <a:rPr sz="2200" spc="-5" dirty="0">
                <a:latin typeface="Franklin Gothic Medium"/>
                <a:cs typeface="Franklin Gothic Medium"/>
              </a:rPr>
              <a:t>in both</a:t>
            </a:r>
            <a:r>
              <a:rPr sz="220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operands</a:t>
            </a:r>
            <a:r>
              <a:rPr sz="2200" dirty="0">
                <a:latin typeface="Franklin Gothic Medium"/>
                <a:cs typeface="Franklin Gothic Medium"/>
              </a:rPr>
              <a:t> </a:t>
            </a:r>
            <a:r>
              <a:rPr sz="2200" spc="-5" dirty="0">
                <a:latin typeface="Franklin Gothic Medium"/>
                <a:cs typeface="Franklin Gothic Medium"/>
              </a:rPr>
              <a:t>are</a:t>
            </a:r>
            <a:r>
              <a:rPr sz="2200" spc="15" dirty="0">
                <a:latin typeface="Franklin Gothic Medium"/>
                <a:cs typeface="Franklin Gothic Medium"/>
              </a:rPr>
              <a:t> </a:t>
            </a:r>
            <a:r>
              <a:rPr sz="2200" spc="-5" dirty="0">
                <a:latin typeface="Franklin Gothic Medium"/>
                <a:cs typeface="Franklin Gothic Medium"/>
              </a:rPr>
              <a:t>0,</a:t>
            </a:r>
            <a:r>
              <a:rPr sz="2200" spc="-15" dirty="0">
                <a:latin typeface="Franklin Gothic Medium"/>
                <a:cs typeface="Franklin Gothic Medium"/>
              </a:rPr>
              <a:t> </a:t>
            </a:r>
            <a:r>
              <a:rPr sz="2200" spc="-5" dirty="0">
                <a:latin typeface="Franklin Gothic Medium"/>
                <a:cs typeface="Franklin Gothic Medium"/>
              </a:rPr>
              <a:t>result</a:t>
            </a:r>
            <a:r>
              <a:rPr sz="2200" spc="5" dirty="0">
                <a:latin typeface="Franklin Gothic Medium"/>
                <a:cs typeface="Franklin Gothic Medium"/>
              </a:rPr>
              <a:t> </a:t>
            </a:r>
            <a:r>
              <a:rPr sz="2200" spc="-5" dirty="0">
                <a:latin typeface="Franklin Gothic Medium"/>
                <a:cs typeface="Franklin Gothic Medium"/>
              </a:rPr>
              <a:t>is</a:t>
            </a:r>
            <a:r>
              <a:rPr sz="2200" spc="15" dirty="0">
                <a:latin typeface="Franklin Gothic Medium"/>
                <a:cs typeface="Franklin Gothic Medium"/>
              </a:rPr>
              <a:t> </a:t>
            </a:r>
            <a:r>
              <a:rPr sz="2200" spc="-5" dirty="0">
                <a:latin typeface="Franklin Gothic Medium"/>
                <a:cs typeface="Franklin Gothic Medium"/>
              </a:rPr>
              <a:t>0</a:t>
            </a:r>
            <a:r>
              <a:rPr sz="2200" spc="5" dirty="0">
                <a:latin typeface="Franklin Gothic Medium"/>
                <a:cs typeface="Franklin Gothic Medium"/>
              </a:rPr>
              <a:t> </a:t>
            </a:r>
            <a:r>
              <a:rPr sz="2200" spc="-5" dirty="0">
                <a:latin typeface="Franklin Gothic Medium"/>
                <a:cs typeface="Franklin Gothic Medium"/>
              </a:rPr>
              <a:t>,</a:t>
            </a:r>
            <a:r>
              <a:rPr sz="2200" spc="10" dirty="0">
                <a:latin typeface="Franklin Gothic Medium"/>
                <a:cs typeface="Franklin Gothic Medium"/>
              </a:rPr>
              <a:t> </a:t>
            </a:r>
            <a:r>
              <a:rPr sz="2200" spc="-10" dirty="0">
                <a:latin typeface="Franklin Gothic Medium"/>
                <a:cs typeface="Franklin Gothic Medium"/>
              </a:rPr>
              <a:t>else</a:t>
            </a:r>
            <a:r>
              <a:rPr sz="2200" spc="5" dirty="0">
                <a:latin typeface="Franklin Gothic Medium"/>
                <a:cs typeface="Franklin Gothic Medium"/>
              </a:rPr>
              <a:t> </a:t>
            </a:r>
            <a:r>
              <a:rPr sz="2200" spc="-5" dirty="0">
                <a:latin typeface="Franklin Gothic Medium"/>
                <a:cs typeface="Franklin Gothic Medium"/>
              </a:rPr>
              <a:t>result</a:t>
            </a:r>
            <a:r>
              <a:rPr sz="2200" spc="10" dirty="0">
                <a:latin typeface="Franklin Gothic Medium"/>
                <a:cs typeface="Franklin Gothic Medium"/>
              </a:rPr>
              <a:t> </a:t>
            </a:r>
            <a:r>
              <a:rPr sz="2200" spc="-5" dirty="0">
                <a:latin typeface="Franklin Gothic Medium"/>
                <a:cs typeface="Franklin Gothic Medium"/>
              </a:rPr>
              <a:t>is</a:t>
            </a:r>
            <a:r>
              <a:rPr sz="2200" spc="10" dirty="0">
                <a:latin typeface="Franklin Gothic Medium"/>
                <a:cs typeface="Franklin Gothic Medium"/>
              </a:rPr>
              <a:t> </a:t>
            </a:r>
            <a:r>
              <a:rPr sz="2200" spc="20" dirty="0">
                <a:latin typeface="Franklin Gothic Medium"/>
                <a:cs typeface="Franklin Gothic Medium"/>
              </a:rPr>
              <a:t>1.</a:t>
            </a:r>
            <a:endParaRPr sz="2200">
              <a:latin typeface="Franklin Gothic Medium"/>
              <a:cs typeface="Franklin Gothic Medium"/>
            </a:endParaRPr>
          </a:p>
          <a:p>
            <a:pPr marL="12700">
              <a:lnSpc>
                <a:spcPct val="100000"/>
              </a:lnSpc>
              <a:spcBef>
                <a:spcPts val="395"/>
              </a:spcBef>
            </a:pPr>
            <a:r>
              <a:rPr sz="2200" dirty="0">
                <a:solidFill>
                  <a:srgbClr val="C00000"/>
                </a:solidFill>
                <a:latin typeface="Franklin Gothic Medium"/>
                <a:cs typeface="Franklin Gothic Medium"/>
              </a:rPr>
              <a:t>Example</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int</a:t>
            </a:r>
            <a:r>
              <a:rPr sz="2200" spc="-15" dirty="0">
                <a:latin typeface="Franklin Gothic Medium"/>
                <a:cs typeface="Franklin Gothic Medium"/>
              </a:rPr>
              <a:t> </a:t>
            </a:r>
            <a:r>
              <a:rPr sz="2200" spc="-10" dirty="0">
                <a:latin typeface="Franklin Gothic Medium"/>
                <a:cs typeface="Franklin Gothic Medium"/>
              </a:rPr>
              <a:t>a=10,</a:t>
            </a:r>
            <a:r>
              <a:rPr sz="2200" spc="-15" dirty="0">
                <a:latin typeface="Franklin Gothic Medium"/>
                <a:cs typeface="Franklin Gothic Medium"/>
              </a:rPr>
              <a:t> </a:t>
            </a:r>
            <a:r>
              <a:rPr sz="2200" spc="-5" dirty="0">
                <a:latin typeface="Franklin Gothic Medium"/>
                <a:cs typeface="Franklin Gothic Medium"/>
              </a:rPr>
              <a:t>b=6,</a:t>
            </a:r>
            <a:r>
              <a:rPr sz="2200" spc="-15"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c</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spc="-5" dirty="0">
                <a:latin typeface="Franklin Gothic Medium"/>
                <a:cs typeface="Franklin Gothic Medium"/>
              </a:rPr>
              <a:t>a</a:t>
            </a:r>
            <a:r>
              <a:rPr sz="2200" spc="-15" dirty="0">
                <a:latin typeface="Franklin Gothic Medium"/>
                <a:cs typeface="Franklin Gothic Medium"/>
              </a:rPr>
              <a:t> </a:t>
            </a:r>
            <a:r>
              <a:rPr sz="2200" spc="-5" dirty="0">
                <a:latin typeface="Franklin Gothic Medium"/>
                <a:cs typeface="Franklin Gothic Medium"/>
              </a:rPr>
              <a:t>|</a:t>
            </a:r>
            <a:r>
              <a:rPr sz="2200" spc="-20" dirty="0">
                <a:latin typeface="Franklin Gothic Medium"/>
                <a:cs typeface="Franklin Gothic Medium"/>
              </a:rPr>
              <a:t> </a:t>
            </a:r>
            <a:r>
              <a:rPr sz="2200" dirty="0">
                <a:latin typeface="Franklin Gothic Medium"/>
                <a:cs typeface="Franklin Gothic Medium"/>
              </a:rPr>
              <a:t>b;</a:t>
            </a:r>
            <a:endParaRPr sz="2200">
              <a:latin typeface="Franklin Gothic Medium"/>
              <a:cs typeface="Franklin Gothic Medium"/>
            </a:endParaRPr>
          </a:p>
          <a:p>
            <a:pPr marL="12700" marR="8827770">
              <a:lnSpc>
                <a:spcPct val="114999"/>
              </a:lnSpc>
              <a:spcBef>
                <a:spcPts val="5"/>
              </a:spcBef>
            </a:pPr>
            <a:r>
              <a:rPr sz="2200" spc="-5" dirty="0">
                <a:latin typeface="Franklin Gothic Medium"/>
                <a:cs typeface="Franklin Gothic Medium"/>
              </a:rPr>
              <a:t>p</a:t>
            </a:r>
            <a:r>
              <a:rPr sz="2200" dirty="0">
                <a:latin typeface="Franklin Gothic Medium"/>
                <a:cs typeface="Franklin Gothic Medium"/>
              </a:rPr>
              <a:t>r</a:t>
            </a:r>
            <a:r>
              <a:rPr sz="2200" spc="-5" dirty="0">
                <a:latin typeface="Franklin Gothic Medium"/>
                <a:cs typeface="Franklin Gothic Medium"/>
              </a:rPr>
              <a:t>int</a:t>
            </a:r>
            <a:r>
              <a:rPr sz="2200" dirty="0">
                <a:latin typeface="Franklin Gothic Medium"/>
                <a:cs typeface="Franklin Gothic Medium"/>
              </a:rPr>
              <a:t>f</a:t>
            </a:r>
            <a:r>
              <a:rPr sz="2200" spc="-5" dirty="0">
                <a:latin typeface="Franklin Gothic Medium"/>
                <a:cs typeface="Franklin Gothic Medium"/>
              </a:rPr>
              <a:t>(“</a:t>
            </a:r>
            <a:r>
              <a:rPr sz="2200" spc="-10" dirty="0">
                <a:latin typeface="Franklin Gothic Medium"/>
                <a:cs typeface="Franklin Gothic Medium"/>
              </a:rPr>
              <a:t>%</a:t>
            </a:r>
            <a:r>
              <a:rPr sz="2200" spc="-5" dirty="0">
                <a:latin typeface="Franklin Gothic Medium"/>
                <a:cs typeface="Franklin Gothic Medium"/>
              </a:rPr>
              <a:t>d</a:t>
            </a:r>
            <a:r>
              <a:rPr sz="2200" dirty="0">
                <a:latin typeface="Franklin Gothic Medium"/>
                <a:cs typeface="Franklin Gothic Medium"/>
              </a:rPr>
              <a:t>”</a:t>
            </a:r>
            <a:r>
              <a:rPr sz="2200" spc="-5" dirty="0">
                <a:latin typeface="Franklin Gothic Medium"/>
                <a:cs typeface="Franklin Gothic Medium"/>
              </a:rPr>
              <a:t>,</a:t>
            </a:r>
            <a:r>
              <a:rPr sz="2200" spc="-10" dirty="0">
                <a:latin typeface="Franklin Gothic Medium"/>
                <a:cs typeface="Franklin Gothic Medium"/>
              </a:rPr>
              <a:t>c</a:t>
            </a:r>
            <a:r>
              <a:rPr sz="2200" spc="-5" dirty="0">
                <a:latin typeface="Franklin Gothic Medium"/>
                <a:cs typeface="Franklin Gothic Medium"/>
              </a:rPr>
              <a:t>);  </a:t>
            </a:r>
            <a:r>
              <a:rPr sz="2200" dirty="0">
                <a:solidFill>
                  <a:srgbClr val="C00000"/>
                </a:solidFill>
                <a:latin typeface="Franklin Gothic Medium"/>
                <a:cs typeface="Franklin Gothic Medium"/>
              </a:rPr>
              <a:t>Output</a:t>
            </a:r>
            <a:r>
              <a:rPr sz="2200" spc="-4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15" dirty="0">
                <a:solidFill>
                  <a:srgbClr val="C00000"/>
                </a:solidFill>
                <a:latin typeface="Franklin Gothic Medium"/>
                <a:cs typeface="Franklin Gothic Medium"/>
              </a:rPr>
              <a:t> </a:t>
            </a:r>
            <a:r>
              <a:rPr sz="2200" spc="-10" dirty="0">
                <a:solidFill>
                  <a:srgbClr val="C00000"/>
                </a:solidFill>
                <a:latin typeface="Franklin Gothic Medium"/>
                <a:cs typeface="Franklin Gothic Medium"/>
              </a:rPr>
              <a:t>14</a:t>
            </a:r>
            <a:endParaRPr sz="22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graphicFrame>
        <p:nvGraphicFramePr>
          <p:cNvPr id="4" name="object 4"/>
          <p:cNvGraphicFramePr>
            <a:graphicFrameLocks noGrp="1"/>
          </p:cNvGraphicFramePr>
          <p:nvPr/>
        </p:nvGraphicFramePr>
        <p:xfrm>
          <a:off x="508000" y="4055236"/>
          <a:ext cx="11055342" cy="1280158"/>
        </p:xfrm>
        <a:graphic>
          <a:graphicData uri="http://schemas.openxmlformats.org/drawingml/2006/table">
            <a:tbl>
              <a:tblPr firstRow="1" bandRow="1">
                <a:tableStyleId>{2D5ABB26-0587-4C30-8999-92F81FD0307C}</a:tableStyleId>
              </a:tblPr>
              <a:tblGrid>
                <a:gridCol w="787400">
                  <a:extLst>
                    <a:ext uri="{9D8B030D-6E8A-4147-A177-3AD203B41FA5}">
                      <a16:colId xmlns:a16="http://schemas.microsoft.com/office/drawing/2014/main" val="20000"/>
                    </a:ext>
                  </a:extLst>
                </a:gridCol>
                <a:gridCol w="535940">
                  <a:extLst>
                    <a:ext uri="{9D8B030D-6E8A-4147-A177-3AD203B41FA5}">
                      <a16:colId xmlns:a16="http://schemas.microsoft.com/office/drawing/2014/main" val="20001"/>
                    </a:ext>
                  </a:extLst>
                </a:gridCol>
                <a:gridCol w="628649">
                  <a:extLst>
                    <a:ext uri="{9D8B030D-6E8A-4147-A177-3AD203B41FA5}">
                      <a16:colId xmlns:a16="http://schemas.microsoft.com/office/drawing/2014/main" val="20002"/>
                    </a:ext>
                  </a:extLst>
                </a:gridCol>
                <a:gridCol w="650239">
                  <a:extLst>
                    <a:ext uri="{9D8B030D-6E8A-4147-A177-3AD203B41FA5}">
                      <a16:colId xmlns:a16="http://schemas.microsoft.com/office/drawing/2014/main" val="20003"/>
                    </a:ext>
                  </a:extLst>
                </a:gridCol>
                <a:gridCol w="650239">
                  <a:extLst>
                    <a:ext uri="{9D8B030D-6E8A-4147-A177-3AD203B41FA5}">
                      <a16:colId xmlns:a16="http://schemas.microsoft.com/office/drawing/2014/main" val="20004"/>
                    </a:ext>
                  </a:extLst>
                </a:gridCol>
                <a:gridCol w="650239">
                  <a:extLst>
                    <a:ext uri="{9D8B030D-6E8A-4147-A177-3AD203B41FA5}">
                      <a16:colId xmlns:a16="http://schemas.microsoft.com/office/drawing/2014/main" val="20005"/>
                    </a:ext>
                  </a:extLst>
                </a:gridCol>
                <a:gridCol w="650239">
                  <a:extLst>
                    <a:ext uri="{9D8B030D-6E8A-4147-A177-3AD203B41FA5}">
                      <a16:colId xmlns:a16="http://schemas.microsoft.com/office/drawing/2014/main" val="20006"/>
                    </a:ext>
                  </a:extLst>
                </a:gridCol>
                <a:gridCol w="650239">
                  <a:extLst>
                    <a:ext uri="{9D8B030D-6E8A-4147-A177-3AD203B41FA5}">
                      <a16:colId xmlns:a16="http://schemas.microsoft.com/office/drawing/2014/main" val="20007"/>
                    </a:ext>
                  </a:extLst>
                </a:gridCol>
                <a:gridCol w="650239">
                  <a:extLst>
                    <a:ext uri="{9D8B030D-6E8A-4147-A177-3AD203B41FA5}">
                      <a16:colId xmlns:a16="http://schemas.microsoft.com/office/drawing/2014/main" val="20008"/>
                    </a:ext>
                  </a:extLst>
                </a:gridCol>
                <a:gridCol w="650239">
                  <a:extLst>
                    <a:ext uri="{9D8B030D-6E8A-4147-A177-3AD203B41FA5}">
                      <a16:colId xmlns:a16="http://schemas.microsoft.com/office/drawing/2014/main" val="20009"/>
                    </a:ext>
                  </a:extLst>
                </a:gridCol>
                <a:gridCol w="650240">
                  <a:extLst>
                    <a:ext uri="{9D8B030D-6E8A-4147-A177-3AD203B41FA5}">
                      <a16:colId xmlns:a16="http://schemas.microsoft.com/office/drawing/2014/main" val="20010"/>
                    </a:ext>
                  </a:extLst>
                </a:gridCol>
                <a:gridCol w="650240">
                  <a:extLst>
                    <a:ext uri="{9D8B030D-6E8A-4147-A177-3AD203B41FA5}">
                      <a16:colId xmlns:a16="http://schemas.microsoft.com/office/drawing/2014/main" val="20011"/>
                    </a:ext>
                  </a:extLst>
                </a:gridCol>
                <a:gridCol w="650240">
                  <a:extLst>
                    <a:ext uri="{9D8B030D-6E8A-4147-A177-3AD203B41FA5}">
                      <a16:colId xmlns:a16="http://schemas.microsoft.com/office/drawing/2014/main" val="20012"/>
                    </a:ext>
                  </a:extLst>
                </a:gridCol>
                <a:gridCol w="650240">
                  <a:extLst>
                    <a:ext uri="{9D8B030D-6E8A-4147-A177-3AD203B41FA5}">
                      <a16:colId xmlns:a16="http://schemas.microsoft.com/office/drawing/2014/main" val="20013"/>
                    </a:ext>
                  </a:extLst>
                </a:gridCol>
                <a:gridCol w="650240">
                  <a:extLst>
                    <a:ext uri="{9D8B030D-6E8A-4147-A177-3AD203B41FA5}">
                      <a16:colId xmlns:a16="http://schemas.microsoft.com/office/drawing/2014/main" val="20014"/>
                    </a:ext>
                  </a:extLst>
                </a:gridCol>
                <a:gridCol w="650240">
                  <a:extLst>
                    <a:ext uri="{9D8B030D-6E8A-4147-A177-3AD203B41FA5}">
                      <a16:colId xmlns:a16="http://schemas.microsoft.com/office/drawing/2014/main" val="20015"/>
                    </a:ext>
                  </a:extLst>
                </a:gridCol>
                <a:gridCol w="650240">
                  <a:extLst>
                    <a:ext uri="{9D8B030D-6E8A-4147-A177-3AD203B41FA5}">
                      <a16:colId xmlns:a16="http://schemas.microsoft.com/office/drawing/2014/main" val="20016"/>
                    </a:ext>
                  </a:extLst>
                </a:gridCol>
              </a:tblGrid>
              <a:tr h="426719">
                <a:tc>
                  <a:txBody>
                    <a:bodyPr/>
                    <a:lstStyle/>
                    <a:p>
                      <a:pPr algn="ctr">
                        <a:lnSpc>
                          <a:spcPct val="100000"/>
                        </a:lnSpc>
                        <a:spcBef>
                          <a:spcPts val="30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34950" algn="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26719">
                <a:tc>
                  <a:txBody>
                    <a:bodyPr/>
                    <a:lstStyle/>
                    <a:p>
                      <a:pPr algn="ctr">
                        <a:lnSpc>
                          <a:spcPct val="100000"/>
                        </a:lnSpc>
                        <a:spcBef>
                          <a:spcPts val="305"/>
                        </a:spcBef>
                      </a:pPr>
                      <a:r>
                        <a:rPr sz="2200" dirty="0">
                          <a:solidFill>
                            <a:srgbClr val="C00000"/>
                          </a:solidFill>
                          <a:latin typeface="Franklin Gothic Medium"/>
                          <a:cs typeface="Franklin Gothic Medium"/>
                        </a:rPr>
                        <a:t>b</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34950" algn="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26720">
                <a:tc>
                  <a:txBody>
                    <a:bodyPr/>
                    <a:lstStyle/>
                    <a:p>
                      <a:pPr algn="ctr">
                        <a:lnSpc>
                          <a:spcPct val="100000"/>
                        </a:lnSpc>
                        <a:spcBef>
                          <a:spcPts val="305"/>
                        </a:spcBef>
                      </a:pPr>
                      <a:r>
                        <a:rPr sz="2200" spc="-5" dirty="0">
                          <a:solidFill>
                            <a:srgbClr val="C00000"/>
                          </a:solidFill>
                          <a:latin typeface="Franklin Gothic Medium"/>
                          <a:cs typeface="Franklin Gothic Medium"/>
                        </a:rPr>
                        <a:t>a</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R="234950" algn="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1</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5"/>
                        </a:spcBef>
                      </a:pPr>
                      <a:r>
                        <a:rPr sz="2200" dirty="0">
                          <a:latin typeface="Franklin Gothic Medium"/>
                          <a:cs typeface="Franklin Gothic Medium"/>
                        </a:rPr>
                        <a:t>0</a:t>
                      </a:r>
                      <a:endParaRPr sz="2200">
                        <a:latin typeface="Franklin Gothic Medium"/>
                        <a:cs typeface="Franklin Gothic Medium"/>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10820400" cy="3111500"/>
          </a:xfrm>
          <a:prstGeom prst="rect">
            <a:avLst/>
          </a:prstGeom>
        </p:spPr>
        <p:txBody>
          <a:bodyPr vert="horz" wrap="square" lIns="0" tIns="63500" rIns="0" bIns="0" rtlCol="0">
            <a:spAutoFit/>
          </a:bodyPr>
          <a:lstStyle/>
          <a:p>
            <a:pPr marL="12700">
              <a:lnSpc>
                <a:spcPct val="100000"/>
              </a:lnSpc>
              <a:spcBef>
                <a:spcPts val="500"/>
              </a:spcBef>
            </a:pPr>
            <a:r>
              <a:rPr sz="2200" dirty="0">
                <a:solidFill>
                  <a:srgbClr val="000099"/>
                </a:solidFill>
                <a:latin typeface="Franklin Gothic Medium"/>
                <a:cs typeface="Franklin Gothic Medium"/>
              </a:rPr>
              <a:t>Bitwise</a:t>
            </a:r>
            <a:r>
              <a:rPr sz="2200" spc="-5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XOR</a:t>
            </a:r>
            <a:r>
              <a:rPr sz="2200" spc="-5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If</a:t>
            </a:r>
            <a:r>
              <a:rPr sz="2200" spc="1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corresponding</a:t>
            </a:r>
            <a:r>
              <a:rPr sz="2200" spc="10" dirty="0">
                <a:latin typeface="Franklin Gothic Medium"/>
                <a:cs typeface="Franklin Gothic Medium"/>
              </a:rPr>
              <a:t> </a:t>
            </a:r>
            <a:r>
              <a:rPr sz="2200" spc="-5" dirty="0">
                <a:latin typeface="Franklin Gothic Medium"/>
                <a:cs typeface="Franklin Gothic Medium"/>
              </a:rPr>
              <a:t>bit</a:t>
            </a:r>
            <a:r>
              <a:rPr sz="2200" spc="10" dirty="0">
                <a:latin typeface="Franklin Gothic Medium"/>
                <a:cs typeface="Franklin Gothic Medium"/>
              </a:rPr>
              <a:t> </a:t>
            </a:r>
            <a:r>
              <a:rPr sz="2200" spc="-5" dirty="0">
                <a:latin typeface="Franklin Gothic Medium"/>
                <a:cs typeface="Franklin Gothic Medium"/>
              </a:rPr>
              <a:t>positions</a:t>
            </a:r>
            <a:r>
              <a:rPr sz="2200" spc="10" dirty="0">
                <a:latin typeface="Franklin Gothic Medium"/>
                <a:cs typeface="Franklin Gothic Medium"/>
              </a:rPr>
              <a:t> </a:t>
            </a:r>
            <a:r>
              <a:rPr sz="2200" spc="-5" dirty="0">
                <a:latin typeface="Franklin Gothic Medium"/>
                <a:cs typeface="Franklin Gothic Medium"/>
              </a:rPr>
              <a:t>in</a:t>
            </a:r>
            <a:r>
              <a:rPr sz="2200" dirty="0">
                <a:latin typeface="Franklin Gothic Medium"/>
                <a:cs typeface="Franklin Gothic Medium"/>
              </a:rPr>
              <a:t> </a:t>
            </a:r>
            <a:r>
              <a:rPr sz="2200" spc="-5" dirty="0">
                <a:latin typeface="Franklin Gothic Medium"/>
                <a:cs typeface="Franklin Gothic Medium"/>
              </a:rPr>
              <a:t>both</a:t>
            </a:r>
            <a:r>
              <a:rPr sz="220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operands</a:t>
            </a:r>
            <a:r>
              <a:rPr sz="2200" dirty="0">
                <a:latin typeface="Franklin Gothic Medium"/>
                <a:cs typeface="Franklin Gothic Medium"/>
              </a:rPr>
              <a:t> </a:t>
            </a:r>
            <a:r>
              <a:rPr sz="2200" spc="-20" dirty="0">
                <a:latin typeface="Franklin Gothic Medium"/>
                <a:cs typeface="Franklin Gothic Medium"/>
              </a:rPr>
              <a:t>have</a:t>
            </a:r>
            <a:r>
              <a:rPr sz="2200" spc="5" dirty="0">
                <a:latin typeface="Franklin Gothic Medium"/>
                <a:cs typeface="Franklin Gothic Medium"/>
              </a:rPr>
              <a:t> </a:t>
            </a:r>
            <a:r>
              <a:rPr sz="2200" spc="-5" dirty="0">
                <a:latin typeface="Franklin Gothic Medium"/>
                <a:cs typeface="Franklin Gothic Medium"/>
              </a:rPr>
              <a:t>odd</a:t>
            </a:r>
            <a:r>
              <a:rPr sz="2200" spc="15" dirty="0">
                <a:latin typeface="Franklin Gothic Medium"/>
                <a:cs typeface="Franklin Gothic Medium"/>
              </a:rPr>
              <a:t> </a:t>
            </a:r>
            <a:r>
              <a:rPr sz="2200" spc="-5" dirty="0">
                <a:latin typeface="Franklin Gothic Medium"/>
                <a:cs typeface="Franklin Gothic Medium"/>
              </a:rPr>
              <a:t>number</a:t>
            </a:r>
            <a:r>
              <a:rPr sz="2200" dirty="0">
                <a:latin typeface="Franklin Gothic Medium"/>
                <a:cs typeface="Franklin Gothic Medium"/>
              </a:rPr>
              <a:t> </a:t>
            </a:r>
            <a:r>
              <a:rPr sz="2200" spc="-5" dirty="0">
                <a:latin typeface="Franklin Gothic Medium"/>
                <a:cs typeface="Franklin Gothic Medium"/>
              </a:rPr>
              <a:t>of</a:t>
            </a:r>
            <a:r>
              <a:rPr sz="2200" spc="10" dirty="0">
                <a:latin typeface="Franklin Gothic Medium"/>
                <a:cs typeface="Franklin Gothic Medium"/>
              </a:rPr>
              <a:t> </a:t>
            </a:r>
            <a:r>
              <a:rPr sz="2200" spc="-10" dirty="0">
                <a:latin typeface="Franklin Gothic Medium"/>
                <a:cs typeface="Franklin Gothic Medium"/>
              </a:rPr>
              <a:t>1’s,</a:t>
            </a:r>
            <a:r>
              <a:rPr sz="2200" spc="5" dirty="0">
                <a:latin typeface="Franklin Gothic Medium"/>
                <a:cs typeface="Franklin Gothic Medium"/>
              </a:rPr>
              <a:t> </a:t>
            </a:r>
            <a:r>
              <a:rPr sz="2200" spc="-5" dirty="0">
                <a:latin typeface="Franklin Gothic Medium"/>
                <a:cs typeface="Franklin Gothic Medium"/>
              </a:rPr>
              <a:t>result</a:t>
            </a:r>
            <a:r>
              <a:rPr sz="2200" spc="15" dirty="0">
                <a:latin typeface="Franklin Gothic Medium"/>
                <a:cs typeface="Franklin Gothic Medium"/>
              </a:rPr>
              <a:t> </a:t>
            </a:r>
            <a:r>
              <a:rPr sz="2200" spc="-5" dirty="0">
                <a:latin typeface="Franklin Gothic Medium"/>
                <a:cs typeface="Franklin Gothic Medium"/>
              </a:rPr>
              <a:t>is</a:t>
            </a:r>
            <a:r>
              <a:rPr sz="2200" spc="10" dirty="0">
                <a:latin typeface="Franklin Gothic Medium"/>
                <a:cs typeface="Franklin Gothic Medium"/>
              </a:rPr>
              <a:t> </a:t>
            </a:r>
            <a:r>
              <a:rPr sz="2200" spc="-5" dirty="0">
                <a:latin typeface="Franklin Gothic Medium"/>
                <a:cs typeface="Franklin Gothic Medium"/>
              </a:rPr>
              <a:t>1</a:t>
            </a:r>
            <a:r>
              <a:rPr sz="2200" spc="5" dirty="0">
                <a:latin typeface="Franklin Gothic Medium"/>
                <a:cs typeface="Franklin Gothic Medium"/>
              </a:rPr>
              <a:t> </a:t>
            </a:r>
            <a:r>
              <a:rPr sz="2200" spc="-5" dirty="0">
                <a:latin typeface="Franklin Gothic Medium"/>
                <a:cs typeface="Franklin Gothic Medium"/>
              </a:rPr>
              <a:t>,</a:t>
            </a:r>
            <a:endParaRPr sz="2200">
              <a:latin typeface="Franklin Gothic Medium"/>
              <a:cs typeface="Franklin Gothic Medium"/>
            </a:endParaRPr>
          </a:p>
          <a:p>
            <a:pPr marL="12700">
              <a:lnSpc>
                <a:spcPct val="100000"/>
              </a:lnSpc>
              <a:spcBef>
                <a:spcPts val="395"/>
              </a:spcBef>
            </a:pPr>
            <a:r>
              <a:rPr sz="2200" spc="-10" dirty="0">
                <a:latin typeface="Franklin Gothic Medium"/>
                <a:cs typeface="Franklin Gothic Medium"/>
              </a:rPr>
              <a:t>else</a:t>
            </a:r>
            <a:r>
              <a:rPr sz="2200" spc="-20" dirty="0">
                <a:latin typeface="Franklin Gothic Medium"/>
                <a:cs typeface="Franklin Gothic Medium"/>
              </a:rPr>
              <a:t> </a:t>
            </a:r>
            <a:r>
              <a:rPr sz="2200" spc="-5" dirty="0">
                <a:latin typeface="Franklin Gothic Medium"/>
                <a:cs typeface="Franklin Gothic Medium"/>
              </a:rPr>
              <a:t>result</a:t>
            </a:r>
            <a:r>
              <a:rPr sz="2200" spc="-20" dirty="0">
                <a:latin typeface="Franklin Gothic Medium"/>
                <a:cs typeface="Franklin Gothic Medium"/>
              </a:rPr>
              <a:t> </a:t>
            </a:r>
            <a:r>
              <a:rPr sz="2200" spc="-5" dirty="0">
                <a:latin typeface="Franklin Gothic Medium"/>
                <a:cs typeface="Franklin Gothic Medium"/>
              </a:rPr>
              <a:t>is</a:t>
            </a:r>
            <a:r>
              <a:rPr sz="2200" spc="-15" dirty="0">
                <a:latin typeface="Franklin Gothic Medium"/>
                <a:cs typeface="Franklin Gothic Medium"/>
              </a:rPr>
              <a:t> </a:t>
            </a:r>
            <a:r>
              <a:rPr sz="2200" spc="-10" dirty="0">
                <a:latin typeface="Franklin Gothic Medium"/>
                <a:cs typeface="Franklin Gothic Medium"/>
              </a:rPr>
              <a:t>0.</a:t>
            </a:r>
            <a:endParaRPr sz="2200">
              <a:latin typeface="Franklin Gothic Medium"/>
              <a:cs typeface="Franklin Gothic Medium"/>
            </a:endParaRPr>
          </a:p>
          <a:p>
            <a:pPr marL="12700">
              <a:lnSpc>
                <a:spcPct val="100000"/>
              </a:lnSpc>
              <a:spcBef>
                <a:spcPts val="395"/>
              </a:spcBef>
            </a:pPr>
            <a:r>
              <a:rPr sz="2200" dirty="0">
                <a:solidFill>
                  <a:srgbClr val="C00000"/>
                </a:solidFill>
                <a:latin typeface="Franklin Gothic Medium"/>
                <a:cs typeface="Franklin Gothic Medium"/>
              </a:rPr>
              <a:t>Example</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int</a:t>
            </a:r>
            <a:r>
              <a:rPr sz="2200" spc="-15" dirty="0">
                <a:latin typeface="Franklin Gothic Medium"/>
                <a:cs typeface="Franklin Gothic Medium"/>
              </a:rPr>
              <a:t> </a:t>
            </a:r>
            <a:r>
              <a:rPr sz="2200" spc="-10" dirty="0">
                <a:latin typeface="Franklin Gothic Medium"/>
                <a:cs typeface="Franklin Gothic Medium"/>
              </a:rPr>
              <a:t>a=10,</a:t>
            </a:r>
            <a:r>
              <a:rPr sz="2200" spc="-15" dirty="0">
                <a:latin typeface="Franklin Gothic Medium"/>
                <a:cs typeface="Franklin Gothic Medium"/>
              </a:rPr>
              <a:t> </a:t>
            </a:r>
            <a:r>
              <a:rPr sz="2200" spc="-5" dirty="0">
                <a:latin typeface="Franklin Gothic Medium"/>
                <a:cs typeface="Franklin Gothic Medium"/>
              </a:rPr>
              <a:t>b=6,</a:t>
            </a:r>
            <a:r>
              <a:rPr sz="2200" spc="-20" dirty="0">
                <a:latin typeface="Franklin Gothic Medium"/>
                <a:cs typeface="Franklin Gothic Medium"/>
              </a:rPr>
              <a:t> </a:t>
            </a:r>
            <a:r>
              <a:rPr sz="2200" spc="-5" dirty="0">
                <a:latin typeface="Franklin Gothic Medium"/>
                <a:cs typeface="Franklin Gothic Medium"/>
              </a:rPr>
              <a:t>c;</a:t>
            </a:r>
            <a:endParaRPr sz="2200">
              <a:latin typeface="Franklin Gothic Medium"/>
              <a:cs typeface="Franklin Gothic Medium"/>
            </a:endParaRPr>
          </a:p>
          <a:p>
            <a:pPr marL="12700" marR="9152890">
              <a:lnSpc>
                <a:spcPct val="114999"/>
              </a:lnSpc>
              <a:spcBef>
                <a:spcPts val="5"/>
              </a:spcBef>
            </a:pPr>
            <a:r>
              <a:rPr sz="2200" spc="-5" dirty="0">
                <a:latin typeface="Franklin Gothic Medium"/>
                <a:cs typeface="Franklin Gothic Medium"/>
              </a:rPr>
              <a:t>c = a ^ </a:t>
            </a:r>
            <a:r>
              <a:rPr sz="2200" dirty="0">
                <a:latin typeface="Franklin Gothic Medium"/>
                <a:cs typeface="Franklin Gothic Medium"/>
              </a:rPr>
              <a:t>b; </a:t>
            </a:r>
            <a:r>
              <a:rPr sz="2200" spc="5" dirty="0">
                <a:latin typeface="Franklin Gothic Medium"/>
                <a:cs typeface="Franklin Gothic Medium"/>
              </a:rPr>
              <a:t> </a:t>
            </a:r>
            <a:r>
              <a:rPr sz="2200" spc="-5" dirty="0">
                <a:latin typeface="Franklin Gothic Medium"/>
                <a:cs typeface="Franklin Gothic Medium"/>
              </a:rPr>
              <a:t>p</a:t>
            </a:r>
            <a:r>
              <a:rPr sz="2200" dirty="0">
                <a:latin typeface="Franklin Gothic Medium"/>
                <a:cs typeface="Franklin Gothic Medium"/>
              </a:rPr>
              <a:t>r</a:t>
            </a:r>
            <a:r>
              <a:rPr sz="2200" spc="-5" dirty="0">
                <a:latin typeface="Franklin Gothic Medium"/>
                <a:cs typeface="Franklin Gothic Medium"/>
              </a:rPr>
              <a:t>int</a:t>
            </a:r>
            <a:r>
              <a:rPr sz="2200" dirty="0">
                <a:latin typeface="Franklin Gothic Medium"/>
                <a:cs typeface="Franklin Gothic Medium"/>
              </a:rPr>
              <a:t>f</a:t>
            </a:r>
            <a:r>
              <a:rPr sz="2200" spc="-5" dirty="0">
                <a:latin typeface="Franklin Gothic Medium"/>
                <a:cs typeface="Franklin Gothic Medium"/>
              </a:rPr>
              <a:t>(“</a:t>
            </a:r>
            <a:r>
              <a:rPr sz="2200" spc="-10" dirty="0">
                <a:latin typeface="Franklin Gothic Medium"/>
                <a:cs typeface="Franklin Gothic Medium"/>
              </a:rPr>
              <a:t>%</a:t>
            </a:r>
            <a:r>
              <a:rPr sz="2200" spc="-5" dirty="0">
                <a:latin typeface="Franklin Gothic Medium"/>
                <a:cs typeface="Franklin Gothic Medium"/>
              </a:rPr>
              <a:t>d</a:t>
            </a:r>
            <a:r>
              <a:rPr sz="2200" dirty="0">
                <a:latin typeface="Franklin Gothic Medium"/>
                <a:cs typeface="Franklin Gothic Medium"/>
              </a:rPr>
              <a:t>”</a:t>
            </a:r>
            <a:r>
              <a:rPr sz="2200" spc="-5" dirty="0">
                <a:latin typeface="Franklin Gothic Medium"/>
                <a:cs typeface="Franklin Gothic Medium"/>
              </a:rPr>
              <a:t>,</a:t>
            </a:r>
            <a:r>
              <a:rPr sz="2200" spc="-10" dirty="0">
                <a:latin typeface="Franklin Gothic Medium"/>
                <a:cs typeface="Franklin Gothic Medium"/>
              </a:rPr>
              <a:t>c</a:t>
            </a:r>
            <a:r>
              <a:rPr sz="2200" spc="-5" dirty="0">
                <a:latin typeface="Franklin Gothic Medium"/>
                <a:cs typeface="Franklin Gothic Medium"/>
              </a:rPr>
              <a:t>);  </a:t>
            </a:r>
            <a:r>
              <a:rPr sz="2200" dirty="0">
                <a:solidFill>
                  <a:srgbClr val="C00000"/>
                </a:solidFill>
                <a:latin typeface="Franklin Gothic Medium"/>
                <a:cs typeface="Franklin Gothic Medium"/>
              </a:rPr>
              <a:t>Output</a:t>
            </a:r>
            <a:r>
              <a:rPr sz="2200" spc="-4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15" dirty="0">
                <a:solidFill>
                  <a:srgbClr val="C00000"/>
                </a:solidFill>
                <a:latin typeface="Franklin Gothic Medium"/>
                <a:cs typeface="Franklin Gothic Medium"/>
              </a:rPr>
              <a:t> </a:t>
            </a:r>
            <a:r>
              <a:rPr sz="2200" spc="10" dirty="0">
                <a:solidFill>
                  <a:srgbClr val="C00000"/>
                </a:solidFill>
                <a:latin typeface="Franklin Gothic Medium"/>
                <a:cs typeface="Franklin Gothic Medium"/>
              </a:rPr>
              <a:t>12</a:t>
            </a:r>
            <a:endParaRPr sz="22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graphicFrame>
        <p:nvGraphicFramePr>
          <p:cNvPr id="4" name="object 4"/>
          <p:cNvGraphicFramePr>
            <a:graphicFrameLocks noGrp="1"/>
          </p:cNvGraphicFramePr>
          <p:nvPr/>
        </p:nvGraphicFramePr>
        <p:xfrm>
          <a:off x="557695" y="4333875"/>
          <a:ext cx="11064239" cy="1280132"/>
        </p:xfrm>
        <a:graphic>
          <a:graphicData uri="http://schemas.openxmlformats.org/drawingml/2006/table">
            <a:tbl>
              <a:tblPr firstRow="1" bandRow="1">
                <a:tableStyleId>{2D5ABB26-0587-4C30-8999-92F81FD0307C}</a:tableStyleId>
              </a:tblPr>
              <a:tblGrid>
                <a:gridCol w="787400">
                  <a:extLst>
                    <a:ext uri="{9D8B030D-6E8A-4147-A177-3AD203B41FA5}">
                      <a16:colId xmlns:a16="http://schemas.microsoft.com/office/drawing/2014/main" val="20000"/>
                    </a:ext>
                  </a:extLst>
                </a:gridCol>
                <a:gridCol w="535940">
                  <a:extLst>
                    <a:ext uri="{9D8B030D-6E8A-4147-A177-3AD203B41FA5}">
                      <a16:colId xmlns:a16="http://schemas.microsoft.com/office/drawing/2014/main" val="20001"/>
                    </a:ext>
                  </a:extLst>
                </a:gridCol>
                <a:gridCol w="628649">
                  <a:extLst>
                    <a:ext uri="{9D8B030D-6E8A-4147-A177-3AD203B41FA5}">
                      <a16:colId xmlns:a16="http://schemas.microsoft.com/office/drawing/2014/main" val="20002"/>
                    </a:ext>
                  </a:extLst>
                </a:gridCol>
                <a:gridCol w="650875">
                  <a:extLst>
                    <a:ext uri="{9D8B030D-6E8A-4147-A177-3AD203B41FA5}">
                      <a16:colId xmlns:a16="http://schemas.microsoft.com/office/drawing/2014/main" val="20003"/>
                    </a:ext>
                  </a:extLst>
                </a:gridCol>
                <a:gridCol w="650875">
                  <a:extLst>
                    <a:ext uri="{9D8B030D-6E8A-4147-A177-3AD203B41FA5}">
                      <a16:colId xmlns:a16="http://schemas.microsoft.com/office/drawing/2014/main" val="20004"/>
                    </a:ext>
                  </a:extLst>
                </a:gridCol>
                <a:gridCol w="650875">
                  <a:extLst>
                    <a:ext uri="{9D8B030D-6E8A-4147-A177-3AD203B41FA5}">
                      <a16:colId xmlns:a16="http://schemas.microsoft.com/office/drawing/2014/main" val="20005"/>
                    </a:ext>
                  </a:extLst>
                </a:gridCol>
                <a:gridCol w="650875">
                  <a:extLst>
                    <a:ext uri="{9D8B030D-6E8A-4147-A177-3AD203B41FA5}">
                      <a16:colId xmlns:a16="http://schemas.microsoft.com/office/drawing/2014/main" val="20006"/>
                    </a:ext>
                  </a:extLst>
                </a:gridCol>
                <a:gridCol w="650875">
                  <a:extLst>
                    <a:ext uri="{9D8B030D-6E8A-4147-A177-3AD203B41FA5}">
                      <a16:colId xmlns:a16="http://schemas.microsoft.com/office/drawing/2014/main" val="20007"/>
                    </a:ext>
                  </a:extLst>
                </a:gridCol>
                <a:gridCol w="650875">
                  <a:extLst>
                    <a:ext uri="{9D8B030D-6E8A-4147-A177-3AD203B41FA5}">
                      <a16:colId xmlns:a16="http://schemas.microsoft.com/office/drawing/2014/main" val="20008"/>
                    </a:ext>
                  </a:extLst>
                </a:gridCol>
                <a:gridCol w="650875">
                  <a:extLst>
                    <a:ext uri="{9D8B030D-6E8A-4147-A177-3AD203B41FA5}">
                      <a16:colId xmlns:a16="http://schemas.microsoft.com/office/drawing/2014/main" val="20009"/>
                    </a:ext>
                  </a:extLst>
                </a:gridCol>
                <a:gridCol w="650875">
                  <a:extLst>
                    <a:ext uri="{9D8B030D-6E8A-4147-A177-3AD203B41FA5}">
                      <a16:colId xmlns:a16="http://schemas.microsoft.com/office/drawing/2014/main" val="20010"/>
                    </a:ext>
                  </a:extLst>
                </a:gridCol>
                <a:gridCol w="650875">
                  <a:extLst>
                    <a:ext uri="{9D8B030D-6E8A-4147-A177-3AD203B41FA5}">
                      <a16:colId xmlns:a16="http://schemas.microsoft.com/office/drawing/2014/main" val="20011"/>
                    </a:ext>
                  </a:extLst>
                </a:gridCol>
                <a:gridCol w="650875">
                  <a:extLst>
                    <a:ext uri="{9D8B030D-6E8A-4147-A177-3AD203B41FA5}">
                      <a16:colId xmlns:a16="http://schemas.microsoft.com/office/drawing/2014/main" val="20012"/>
                    </a:ext>
                  </a:extLst>
                </a:gridCol>
                <a:gridCol w="650875">
                  <a:extLst>
                    <a:ext uri="{9D8B030D-6E8A-4147-A177-3AD203B41FA5}">
                      <a16:colId xmlns:a16="http://schemas.microsoft.com/office/drawing/2014/main" val="20013"/>
                    </a:ext>
                  </a:extLst>
                </a:gridCol>
                <a:gridCol w="650875">
                  <a:extLst>
                    <a:ext uri="{9D8B030D-6E8A-4147-A177-3AD203B41FA5}">
                      <a16:colId xmlns:a16="http://schemas.microsoft.com/office/drawing/2014/main" val="20014"/>
                    </a:ext>
                  </a:extLst>
                </a:gridCol>
                <a:gridCol w="650875">
                  <a:extLst>
                    <a:ext uri="{9D8B030D-6E8A-4147-A177-3AD203B41FA5}">
                      <a16:colId xmlns:a16="http://schemas.microsoft.com/office/drawing/2014/main" val="20015"/>
                    </a:ext>
                  </a:extLst>
                </a:gridCol>
                <a:gridCol w="650875">
                  <a:extLst>
                    <a:ext uri="{9D8B030D-6E8A-4147-A177-3AD203B41FA5}">
                      <a16:colId xmlns:a16="http://schemas.microsoft.com/office/drawing/2014/main" val="20016"/>
                    </a:ext>
                  </a:extLst>
                </a:gridCol>
              </a:tblGrid>
              <a:tr h="426719">
                <a:tc>
                  <a:txBody>
                    <a:bodyPr/>
                    <a:lstStyle/>
                    <a:p>
                      <a:pPr algn="ctr">
                        <a:lnSpc>
                          <a:spcPct val="100000"/>
                        </a:lnSpc>
                        <a:spcBef>
                          <a:spcPts val="300"/>
                        </a:spcBef>
                      </a:pPr>
                      <a:r>
                        <a:rPr sz="2200" dirty="0">
                          <a:solidFill>
                            <a:srgbClr val="C00000"/>
                          </a:solidFill>
                          <a:latin typeface="Franklin Gothic Medium"/>
                          <a:cs typeface="Franklin Gothic Medium"/>
                        </a:rPr>
                        <a:t>a</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26719">
                <a:tc>
                  <a:txBody>
                    <a:bodyPr/>
                    <a:lstStyle/>
                    <a:p>
                      <a:pPr algn="ctr">
                        <a:lnSpc>
                          <a:spcPct val="100000"/>
                        </a:lnSpc>
                        <a:spcBef>
                          <a:spcPts val="300"/>
                        </a:spcBef>
                      </a:pPr>
                      <a:r>
                        <a:rPr sz="2200" dirty="0">
                          <a:solidFill>
                            <a:srgbClr val="C00000"/>
                          </a:solidFill>
                          <a:latin typeface="Franklin Gothic Medium"/>
                          <a:cs typeface="Franklin Gothic Medium"/>
                        </a:rPr>
                        <a:t>b</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26694">
                <a:tc>
                  <a:txBody>
                    <a:bodyPr/>
                    <a:lstStyle/>
                    <a:p>
                      <a:pPr algn="ctr">
                        <a:lnSpc>
                          <a:spcPct val="100000"/>
                        </a:lnSpc>
                        <a:spcBef>
                          <a:spcPts val="300"/>
                        </a:spcBef>
                      </a:pPr>
                      <a:r>
                        <a:rPr sz="2200" spc="-5" dirty="0">
                          <a:solidFill>
                            <a:srgbClr val="C00000"/>
                          </a:solidFill>
                          <a:latin typeface="Franklin Gothic Medium"/>
                          <a:cs typeface="Franklin Gothic Medium"/>
                        </a:rPr>
                        <a:t>a</a:t>
                      </a:r>
                      <a:r>
                        <a:rPr sz="2200" spc="-3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r>
                        <a:rPr sz="2200" spc="-3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b</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00"/>
                    </a:solidFill>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635"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1C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77676"/>
            <a:ext cx="8679815" cy="1954530"/>
          </a:xfrm>
          <a:prstGeom prst="rect">
            <a:avLst/>
          </a:prstGeom>
        </p:spPr>
        <p:txBody>
          <a:bodyPr vert="horz" wrap="square" lIns="0" tIns="63500" rIns="0" bIns="0" rtlCol="0">
            <a:spAutoFit/>
          </a:bodyPr>
          <a:lstStyle/>
          <a:p>
            <a:pPr marL="12700">
              <a:lnSpc>
                <a:spcPct val="100000"/>
              </a:lnSpc>
              <a:spcBef>
                <a:spcPts val="500"/>
              </a:spcBef>
            </a:pPr>
            <a:r>
              <a:rPr sz="2200" dirty="0">
                <a:solidFill>
                  <a:srgbClr val="000099"/>
                </a:solidFill>
                <a:latin typeface="Franklin Gothic Medium"/>
                <a:cs typeface="Franklin Gothic Medium"/>
              </a:rPr>
              <a:t>Bit</a:t>
            </a:r>
            <a:r>
              <a:rPr sz="2200" spc="-4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Left</a:t>
            </a:r>
            <a:r>
              <a:rPr sz="2200" spc="-3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Shift</a:t>
            </a:r>
            <a:r>
              <a:rPr sz="2200" spc="-45" dirty="0">
                <a:solidFill>
                  <a:srgbClr val="000099"/>
                </a:solidFill>
                <a:latin typeface="Franklin Gothic Medium"/>
                <a:cs typeface="Franklin Gothic Medium"/>
              </a:rPr>
              <a:t> </a:t>
            </a:r>
            <a:r>
              <a:rPr sz="2200" dirty="0">
                <a:solidFill>
                  <a:srgbClr val="000099"/>
                </a:solidFill>
                <a:latin typeface="Franklin Gothic Medium"/>
                <a:cs typeface="Franklin Gothic Medium"/>
              </a:rPr>
              <a:t>&lt;&lt;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Used</a:t>
            </a:r>
            <a:r>
              <a:rPr sz="2200" spc="10"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t>
            </a:r>
            <a:r>
              <a:rPr sz="2200" dirty="0">
                <a:latin typeface="Franklin Gothic Medium"/>
                <a:cs typeface="Franklin Gothic Medium"/>
              </a:rPr>
              <a:t>shift</a:t>
            </a:r>
            <a:r>
              <a:rPr sz="2200" spc="20" dirty="0">
                <a:latin typeface="Franklin Gothic Medium"/>
                <a:cs typeface="Franklin Gothic Medium"/>
              </a:rPr>
              <a:t> </a:t>
            </a:r>
            <a:r>
              <a:rPr sz="2200" spc="-10"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data</a:t>
            </a:r>
            <a:r>
              <a:rPr sz="2200" spc="10" dirty="0">
                <a:latin typeface="Franklin Gothic Medium"/>
                <a:cs typeface="Franklin Gothic Medium"/>
              </a:rPr>
              <a:t> </a:t>
            </a:r>
            <a:r>
              <a:rPr sz="2200" spc="-10" dirty="0">
                <a:latin typeface="Franklin Gothic Medium"/>
                <a:cs typeface="Franklin Gothic Medium"/>
              </a:rPr>
              <a:t>by</a:t>
            </a:r>
            <a:r>
              <a:rPr sz="2200" spc="5" dirty="0">
                <a:latin typeface="Franklin Gothic Medium"/>
                <a:cs typeface="Franklin Gothic Medium"/>
              </a:rPr>
              <a:t> </a:t>
            </a:r>
            <a:r>
              <a:rPr sz="2200" spc="-5" dirty="0">
                <a:latin typeface="Franklin Gothic Medium"/>
                <a:cs typeface="Franklin Gothic Medium"/>
              </a:rPr>
              <a:t>a</a:t>
            </a:r>
            <a:r>
              <a:rPr sz="2200" spc="10" dirty="0">
                <a:latin typeface="Franklin Gothic Medium"/>
                <a:cs typeface="Franklin Gothic Medium"/>
              </a:rPr>
              <a:t> </a:t>
            </a:r>
            <a:r>
              <a:rPr sz="2200" spc="-10" dirty="0">
                <a:latin typeface="Franklin Gothic Medium"/>
                <a:cs typeface="Franklin Gothic Medium"/>
              </a:rPr>
              <a:t>specified</a:t>
            </a:r>
            <a:r>
              <a:rPr sz="2200" spc="10" dirty="0">
                <a:latin typeface="Franklin Gothic Medium"/>
                <a:cs typeface="Franklin Gothic Medium"/>
              </a:rPr>
              <a:t> </a:t>
            </a:r>
            <a:r>
              <a:rPr sz="2200" spc="-5" dirty="0">
                <a:latin typeface="Franklin Gothic Medium"/>
                <a:cs typeface="Franklin Gothic Medium"/>
              </a:rPr>
              <a:t>number</a:t>
            </a:r>
            <a:r>
              <a:rPr sz="2200" spc="5" dirty="0">
                <a:latin typeface="Franklin Gothic Medium"/>
                <a:cs typeface="Franklin Gothic Medium"/>
              </a:rPr>
              <a:t> </a:t>
            </a:r>
            <a:r>
              <a:rPr sz="2200" spc="-5" dirty="0">
                <a:latin typeface="Franklin Gothic Medium"/>
                <a:cs typeface="Franklin Gothic Medium"/>
              </a:rPr>
              <a:t>of</a:t>
            </a:r>
            <a:r>
              <a:rPr sz="2200" spc="5" dirty="0">
                <a:latin typeface="Franklin Gothic Medium"/>
                <a:cs typeface="Franklin Gothic Medium"/>
              </a:rPr>
              <a:t> </a:t>
            </a:r>
            <a:r>
              <a:rPr sz="2200" spc="-5" dirty="0">
                <a:latin typeface="Franklin Gothic Medium"/>
                <a:cs typeface="Franklin Gothic Medium"/>
              </a:rPr>
              <a:t>bit</a:t>
            </a:r>
            <a:r>
              <a:rPr sz="2200" spc="10" dirty="0">
                <a:latin typeface="Franklin Gothic Medium"/>
                <a:cs typeface="Franklin Gothic Medium"/>
              </a:rPr>
              <a:t> </a:t>
            </a:r>
            <a:r>
              <a:rPr sz="2200" spc="-5" dirty="0">
                <a:latin typeface="Franklin Gothic Medium"/>
                <a:cs typeface="Franklin Gothic Medium"/>
              </a:rPr>
              <a:t>positions</a:t>
            </a:r>
            <a:r>
              <a:rPr sz="2200" spc="10" dirty="0">
                <a:latin typeface="Franklin Gothic Medium"/>
                <a:cs typeface="Franklin Gothic Medium"/>
              </a:rPr>
              <a:t> </a:t>
            </a:r>
            <a:r>
              <a:rPr sz="2200" spc="-15" dirty="0">
                <a:latin typeface="Franklin Gothic Medium"/>
                <a:cs typeface="Franklin Gothic Medium"/>
              </a:rPr>
              <a:t>towards</a:t>
            </a:r>
            <a:r>
              <a:rPr sz="2200" spc="15" dirty="0">
                <a:latin typeface="Franklin Gothic Medium"/>
                <a:cs typeface="Franklin Gothic Medium"/>
              </a:rPr>
              <a:t> </a:t>
            </a:r>
            <a:r>
              <a:rPr sz="2200" dirty="0">
                <a:latin typeface="Franklin Gothic Medium"/>
                <a:cs typeface="Franklin Gothic Medium"/>
              </a:rPr>
              <a:t>left.</a:t>
            </a:r>
            <a:endParaRPr sz="2200">
              <a:latin typeface="Franklin Gothic Medium"/>
              <a:cs typeface="Franklin Gothic Medium"/>
            </a:endParaRPr>
          </a:p>
          <a:p>
            <a:pPr>
              <a:lnSpc>
                <a:spcPct val="100000"/>
              </a:lnSpc>
              <a:spcBef>
                <a:spcPts val="25"/>
              </a:spcBef>
            </a:pPr>
            <a:endParaRPr sz="3000">
              <a:latin typeface="Franklin Gothic Medium"/>
              <a:cs typeface="Franklin Gothic Medium"/>
            </a:endParaRPr>
          </a:p>
          <a:p>
            <a:pPr marL="12700">
              <a:lnSpc>
                <a:spcPct val="100000"/>
              </a:lnSpc>
              <a:spcBef>
                <a:spcPts val="5"/>
              </a:spcBef>
            </a:pPr>
            <a:r>
              <a:rPr sz="2200" dirty="0">
                <a:solidFill>
                  <a:srgbClr val="C00000"/>
                </a:solidFill>
                <a:latin typeface="Franklin Gothic Medium"/>
                <a:cs typeface="Franklin Gothic Medium"/>
              </a:rPr>
              <a:t>Example</a:t>
            </a:r>
            <a:r>
              <a:rPr sz="2200" spc="-7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5 &lt;&lt;</a:t>
            </a:r>
            <a:r>
              <a:rPr sz="2200" dirty="0">
                <a:latin typeface="Franklin Gothic Medium"/>
                <a:cs typeface="Franklin Gothic Medium"/>
              </a:rPr>
              <a:t> </a:t>
            </a:r>
            <a:r>
              <a:rPr sz="2200" spc="-5" dirty="0">
                <a:latin typeface="Franklin Gothic Medium"/>
                <a:cs typeface="Franklin Gothic Medium"/>
              </a:rPr>
              <a:t>1</a:t>
            </a:r>
            <a:r>
              <a:rPr sz="2200" dirty="0">
                <a:latin typeface="Franklin Gothic Medium"/>
                <a:cs typeface="Franklin Gothic Medium"/>
              </a:rPr>
              <a:t> </a:t>
            </a:r>
            <a:r>
              <a:rPr sz="2200" spc="-5" dirty="0">
                <a:latin typeface="Franklin Gothic Medium"/>
                <a:cs typeface="Franklin Gothic Medium"/>
              </a:rPr>
              <a:t>means</a:t>
            </a:r>
            <a:r>
              <a:rPr sz="2200" dirty="0">
                <a:latin typeface="Franklin Gothic Medium"/>
                <a:cs typeface="Franklin Gothic Medium"/>
              </a:rPr>
              <a:t> </a:t>
            </a:r>
            <a:r>
              <a:rPr sz="2200" spc="-5" dirty="0">
                <a:latin typeface="Franklin Gothic Medium"/>
                <a:cs typeface="Franklin Gothic Medium"/>
              </a:rPr>
              <a:t>5</a:t>
            </a:r>
            <a:r>
              <a:rPr sz="2200" spc="-10" dirty="0">
                <a:latin typeface="Franklin Gothic Medium"/>
                <a:cs typeface="Franklin Gothic Medium"/>
              </a:rPr>
              <a:t> </a:t>
            </a:r>
            <a:r>
              <a:rPr sz="2200" spc="-5" dirty="0">
                <a:latin typeface="Franklin Gothic Medium"/>
                <a:cs typeface="Franklin Gothic Medium"/>
              </a:rPr>
              <a:t>is</a:t>
            </a:r>
            <a:r>
              <a:rPr sz="2200" spc="5" dirty="0">
                <a:latin typeface="Franklin Gothic Medium"/>
                <a:cs typeface="Franklin Gothic Medium"/>
              </a:rPr>
              <a:t> </a:t>
            </a:r>
            <a:r>
              <a:rPr sz="2200" spc="-5" dirty="0">
                <a:latin typeface="Franklin Gothic Medium"/>
                <a:cs typeface="Franklin Gothic Medium"/>
              </a:rPr>
              <a:t>shifted</a:t>
            </a:r>
            <a:r>
              <a:rPr sz="2200" spc="10" dirty="0">
                <a:latin typeface="Franklin Gothic Medium"/>
                <a:cs typeface="Franklin Gothic Medium"/>
              </a:rPr>
              <a:t> </a:t>
            </a:r>
            <a:r>
              <a:rPr sz="2200" spc="-15" dirty="0">
                <a:latin typeface="Franklin Gothic Medium"/>
                <a:cs typeface="Franklin Gothic Medium"/>
              </a:rPr>
              <a:t>towards</a:t>
            </a:r>
            <a:r>
              <a:rPr sz="2200" spc="15" dirty="0">
                <a:latin typeface="Franklin Gothic Medium"/>
                <a:cs typeface="Franklin Gothic Medium"/>
              </a:rPr>
              <a:t> </a:t>
            </a:r>
            <a:r>
              <a:rPr sz="2200" spc="5" dirty="0">
                <a:latin typeface="Franklin Gothic Medium"/>
                <a:cs typeface="Franklin Gothic Medium"/>
              </a:rPr>
              <a:t>left</a:t>
            </a:r>
            <a:r>
              <a:rPr sz="2200" spc="-5" dirty="0">
                <a:latin typeface="Franklin Gothic Medium"/>
                <a:cs typeface="Franklin Gothic Medium"/>
              </a:rPr>
              <a:t> </a:t>
            </a:r>
            <a:r>
              <a:rPr sz="2200" spc="-15" dirty="0">
                <a:latin typeface="Franklin Gothic Medium"/>
                <a:cs typeface="Franklin Gothic Medium"/>
              </a:rPr>
              <a:t>by</a:t>
            </a:r>
            <a:r>
              <a:rPr sz="2200" dirty="0">
                <a:latin typeface="Franklin Gothic Medium"/>
                <a:cs typeface="Franklin Gothic Medium"/>
              </a:rPr>
              <a:t> </a:t>
            </a:r>
            <a:r>
              <a:rPr sz="2200" spc="-5" dirty="0">
                <a:latin typeface="Franklin Gothic Medium"/>
                <a:cs typeface="Franklin Gothic Medium"/>
              </a:rPr>
              <a:t>1</a:t>
            </a:r>
            <a:r>
              <a:rPr sz="2200" dirty="0">
                <a:latin typeface="Franklin Gothic Medium"/>
                <a:cs typeface="Franklin Gothic Medium"/>
              </a:rPr>
              <a:t> </a:t>
            </a:r>
            <a:r>
              <a:rPr sz="2200" spc="-5" dirty="0">
                <a:latin typeface="Franklin Gothic Medium"/>
                <a:cs typeface="Franklin Gothic Medium"/>
              </a:rPr>
              <a:t>bit</a:t>
            </a:r>
            <a:r>
              <a:rPr sz="2200" spc="5" dirty="0">
                <a:latin typeface="Franklin Gothic Medium"/>
                <a:cs typeface="Franklin Gothic Medium"/>
              </a:rPr>
              <a:t> </a:t>
            </a:r>
            <a:r>
              <a:rPr sz="2200" spc="-5" dirty="0">
                <a:latin typeface="Franklin Gothic Medium"/>
                <a:cs typeface="Franklin Gothic Medium"/>
              </a:rPr>
              <a:t>position</a:t>
            </a:r>
            <a:r>
              <a:rPr sz="2200" spc="5" dirty="0">
                <a:latin typeface="Franklin Gothic Medium"/>
                <a:cs typeface="Franklin Gothic Medium"/>
              </a:rPr>
              <a:t> </a:t>
            </a:r>
            <a:r>
              <a:rPr sz="2200" spc="-5" dirty="0">
                <a:latin typeface="Franklin Gothic Medium"/>
                <a:cs typeface="Franklin Gothic Medium"/>
              </a:rPr>
              <a:t>= </a:t>
            </a:r>
            <a:r>
              <a:rPr sz="2200" spc="-20" dirty="0">
                <a:latin typeface="Franklin Gothic Medium"/>
                <a:cs typeface="Franklin Gothic Medium"/>
              </a:rPr>
              <a:t>10</a:t>
            </a:r>
            <a:endParaRPr sz="22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graphicFrame>
        <p:nvGraphicFramePr>
          <p:cNvPr id="4" name="object 4"/>
          <p:cNvGraphicFramePr>
            <a:graphicFrameLocks noGrp="1"/>
          </p:cNvGraphicFramePr>
          <p:nvPr/>
        </p:nvGraphicFramePr>
        <p:xfrm>
          <a:off x="459130" y="3094101"/>
          <a:ext cx="11065508" cy="1060068"/>
        </p:xfrm>
        <a:graphic>
          <a:graphicData uri="http://schemas.openxmlformats.org/drawingml/2006/table">
            <a:tbl>
              <a:tblPr firstRow="1" bandRow="1">
                <a:tableStyleId>{2D5ABB26-0587-4C30-8999-92F81FD0307C}</a:tableStyleId>
              </a:tblPr>
              <a:tblGrid>
                <a:gridCol w="897255">
                  <a:extLst>
                    <a:ext uri="{9D8B030D-6E8A-4147-A177-3AD203B41FA5}">
                      <a16:colId xmlns:a16="http://schemas.microsoft.com/office/drawing/2014/main" val="20000"/>
                    </a:ext>
                  </a:extLst>
                </a:gridCol>
                <a:gridCol w="426719">
                  <a:extLst>
                    <a:ext uri="{9D8B030D-6E8A-4147-A177-3AD203B41FA5}">
                      <a16:colId xmlns:a16="http://schemas.microsoft.com/office/drawing/2014/main" val="20001"/>
                    </a:ext>
                  </a:extLst>
                </a:gridCol>
                <a:gridCol w="629285">
                  <a:extLst>
                    <a:ext uri="{9D8B030D-6E8A-4147-A177-3AD203B41FA5}">
                      <a16:colId xmlns:a16="http://schemas.microsoft.com/office/drawing/2014/main" val="20002"/>
                    </a:ext>
                  </a:extLst>
                </a:gridCol>
                <a:gridCol w="650875">
                  <a:extLst>
                    <a:ext uri="{9D8B030D-6E8A-4147-A177-3AD203B41FA5}">
                      <a16:colId xmlns:a16="http://schemas.microsoft.com/office/drawing/2014/main" val="20003"/>
                    </a:ext>
                  </a:extLst>
                </a:gridCol>
                <a:gridCol w="650875">
                  <a:extLst>
                    <a:ext uri="{9D8B030D-6E8A-4147-A177-3AD203B41FA5}">
                      <a16:colId xmlns:a16="http://schemas.microsoft.com/office/drawing/2014/main" val="20004"/>
                    </a:ext>
                  </a:extLst>
                </a:gridCol>
                <a:gridCol w="650875">
                  <a:extLst>
                    <a:ext uri="{9D8B030D-6E8A-4147-A177-3AD203B41FA5}">
                      <a16:colId xmlns:a16="http://schemas.microsoft.com/office/drawing/2014/main" val="20005"/>
                    </a:ext>
                  </a:extLst>
                </a:gridCol>
                <a:gridCol w="650875">
                  <a:extLst>
                    <a:ext uri="{9D8B030D-6E8A-4147-A177-3AD203B41FA5}">
                      <a16:colId xmlns:a16="http://schemas.microsoft.com/office/drawing/2014/main" val="20006"/>
                    </a:ext>
                  </a:extLst>
                </a:gridCol>
                <a:gridCol w="650875">
                  <a:extLst>
                    <a:ext uri="{9D8B030D-6E8A-4147-A177-3AD203B41FA5}">
                      <a16:colId xmlns:a16="http://schemas.microsoft.com/office/drawing/2014/main" val="20007"/>
                    </a:ext>
                  </a:extLst>
                </a:gridCol>
                <a:gridCol w="650875">
                  <a:extLst>
                    <a:ext uri="{9D8B030D-6E8A-4147-A177-3AD203B41FA5}">
                      <a16:colId xmlns:a16="http://schemas.microsoft.com/office/drawing/2014/main" val="20008"/>
                    </a:ext>
                  </a:extLst>
                </a:gridCol>
                <a:gridCol w="650874">
                  <a:extLst>
                    <a:ext uri="{9D8B030D-6E8A-4147-A177-3AD203B41FA5}">
                      <a16:colId xmlns:a16="http://schemas.microsoft.com/office/drawing/2014/main" val="20009"/>
                    </a:ext>
                  </a:extLst>
                </a:gridCol>
                <a:gridCol w="650875">
                  <a:extLst>
                    <a:ext uri="{9D8B030D-6E8A-4147-A177-3AD203B41FA5}">
                      <a16:colId xmlns:a16="http://schemas.microsoft.com/office/drawing/2014/main" val="20010"/>
                    </a:ext>
                  </a:extLst>
                </a:gridCol>
                <a:gridCol w="650875">
                  <a:extLst>
                    <a:ext uri="{9D8B030D-6E8A-4147-A177-3AD203B41FA5}">
                      <a16:colId xmlns:a16="http://schemas.microsoft.com/office/drawing/2014/main" val="20011"/>
                    </a:ext>
                  </a:extLst>
                </a:gridCol>
                <a:gridCol w="650875">
                  <a:extLst>
                    <a:ext uri="{9D8B030D-6E8A-4147-A177-3AD203B41FA5}">
                      <a16:colId xmlns:a16="http://schemas.microsoft.com/office/drawing/2014/main" val="20012"/>
                    </a:ext>
                  </a:extLst>
                </a:gridCol>
                <a:gridCol w="650875">
                  <a:extLst>
                    <a:ext uri="{9D8B030D-6E8A-4147-A177-3AD203B41FA5}">
                      <a16:colId xmlns:a16="http://schemas.microsoft.com/office/drawing/2014/main" val="20013"/>
                    </a:ext>
                  </a:extLst>
                </a:gridCol>
                <a:gridCol w="650875">
                  <a:extLst>
                    <a:ext uri="{9D8B030D-6E8A-4147-A177-3AD203B41FA5}">
                      <a16:colId xmlns:a16="http://schemas.microsoft.com/office/drawing/2014/main" val="20014"/>
                    </a:ext>
                  </a:extLst>
                </a:gridCol>
                <a:gridCol w="650875">
                  <a:extLst>
                    <a:ext uri="{9D8B030D-6E8A-4147-A177-3AD203B41FA5}">
                      <a16:colId xmlns:a16="http://schemas.microsoft.com/office/drawing/2014/main" val="20015"/>
                    </a:ext>
                  </a:extLst>
                </a:gridCol>
                <a:gridCol w="650875">
                  <a:extLst>
                    <a:ext uri="{9D8B030D-6E8A-4147-A177-3AD203B41FA5}">
                      <a16:colId xmlns:a16="http://schemas.microsoft.com/office/drawing/2014/main" val="20016"/>
                    </a:ext>
                  </a:extLst>
                </a:gridCol>
              </a:tblGrid>
              <a:tr h="532993">
                <a:tc>
                  <a:txBody>
                    <a:bodyPr/>
                    <a:lstStyle/>
                    <a:p>
                      <a:pPr algn="ctr">
                        <a:lnSpc>
                          <a:spcPct val="100000"/>
                        </a:lnSpc>
                        <a:spcBef>
                          <a:spcPts val="300"/>
                        </a:spcBef>
                      </a:pPr>
                      <a:r>
                        <a:rPr sz="2200" dirty="0">
                          <a:solidFill>
                            <a:srgbClr val="C00000"/>
                          </a:solidFill>
                          <a:latin typeface="Franklin Gothic Medium"/>
                          <a:cs typeface="Franklin Gothic Medium"/>
                        </a:rPr>
                        <a:t>5</a:t>
                      </a:r>
                      <a:endParaRPr sz="2200">
                        <a:latin typeface="Franklin Gothic Medium"/>
                        <a:cs typeface="Franklin Gothic Medium"/>
                      </a:endParaRPr>
                    </a:p>
                  </a:txBody>
                  <a:tcPr marL="0" marR="0" marT="38100"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FFFF00"/>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9525">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527075">
                <a:tc>
                  <a:txBody>
                    <a:bodyPr/>
                    <a:lstStyle/>
                    <a:p>
                      <a:pPr marL="635" algn="ctr">
                        <a:lnSpc>
                          <a:spcPct val="100000"/>
                        </a:lnSpc>
                        <a:spcBef>
                          <a:spcPts val="295"/>
                        </a:spcBef>
                      </a:pPr>
                      <a:r>
                        <a:rPr sz="2200" dirty="0">
                          <a:solidFill>
                            <a:srgbClr val="C00000"/>
                          </a:solidFill>
                          <a:latin typeface="Franklin Gothic Medium"/>
                          <a:cs typeface="Franklin Gothic Medium"/>
                        </a:rPr>
                        <a:t>5&lt;&lt;1</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FFF00"/>
                    </a:solidFill>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635"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635"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635"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635"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635" algn="ctr">
                        <a:lnSpc>
                          <a:spcPct val="100000"/>
                        </a:lnSpc>
                        <a:spcBef>
                          <a:spcPts val="295"/>
                        </a:spcBef>
                      </a:pPr>
                      <a:r>
                        <a:rPr sz="2200" dirty="0">
                          <a:latin typeface="Franklin Gothic Medium"/>
                          <a:cs typeface="Franklin Gothic Medium"/>
                        </a:rPr>
                        <a:t>1</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270" algn="ctr">
                        <a:lnSpc>
                          <a:spcPct val="100000"/>
                        </a:lnSpc>
                        <a:spcBef>
                          <a:spcPts val="295"/>
                        </a:spcBef>
                      </a:pPr>
                      <a:r>
                        <a:rPr sz="2200" dirty="0">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270" algn="ctr">
                        <a:lnSpc>
                          <a:spcPct val="100000"/>
                        </a:lnSpc>
                        <a:spcBef>
                          <a:spcPts val="295"/>
                        </a:spcBef>
                      </a:pPr>
                      <a:r>
                        <a:rPr sz="2200" dirty="0">
                          <a:latin typeface="Franklin Gothic Medium"/>
                          <a:cs typeface="Franklin Gothic Medium"/>
                        </a:rPr>
                        <a:t>1</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270" algn="ctr">
                        <a:lnSpc>
                          <a:spcPct val="100000"/>
                        </a:lnSpc>
                        <a:spcBef>
                          <a:spcPts val="295"/>
                        </a:spcBef>
                      </a:pPr>
                      <a:r>
                        <a:rPr sz="2200" dirty="0">
                          <a:solidFill>
                            <a:srgbClr val="FF0000"/>
                          </a:solidFill>
                          <a:latin typeface="Franklin Gothic Medium"/>
                          <a:cs typeface="Franklin Gothic Medium"/>
                        </a:rPr>
                        <a:t>0</a:t>
                      </a:r>
                      <a:endParaRPr sz="2200">
                        <a:latin typeface="Franklin Gothic Medium"/>
                        <a:cs typeface="Franklin Gothic Medium"/>
                      </a:endParaRPr>
                    </a:p>
                  </a:txBody>
                  <a:tcPr marL="0" marR="0" marT="3746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bl>
          </a:graphicData>
        </a:graphic>
      </p:graphicFrame>
      <p:sp>
        <p:nvSpPr>
          <p:cNvPr id="5" name="object 5"/>
          <p:cNvSpPr/>
          <p:nvPr/>
        </p:nvSpPr>
        <p:spPr>
          <a:xfrm>
            <a:off x="10645140" y="3502659"/>
            <a:ext cx="500380" cy="264160"/>
          </a:xfrm>
          <a:custGeom>
            <a:avLst/>
            <a:gdLst/>
            <a:ahLst/>
            <a:cxnLst/>
            <a:rect l="l" t="t" r="r" b="b"/>
            <a:pathLst>
              <a:path w="500379" h="264160">
                <a:moveTo>
                  <a:pt x="50037" y="195071"/>
                </a:moveTo>
                <a:lnTo>
                  <a:pt x="0" y="264032"/>
                </a:lnTo>
                <a:lnTo>
                  <a:pt x="85216" y="262635"/>
                </a:lnTo>
                <a:lnTo>
                  <a:pt x="73578" y="240283"/>
                </a:lnTo>
                <a:lnTo>
                  <a:pt x="59308" y="240283"/>
                </a:lnTo>
                <a:lnTo>
                  <a:pt x="53466" y="229107"/>
                </a:lnTo>
                <a:lnTo>
                  <a:pt x="64714" y="223259"/>
                </a:lnTo>
                <a:lnTo>
                  <a:pt x="50037" y="195071"/>
                </a:lnTo>
                <a:close/>
              </a:path>
              <a:path w="500379" h="264160">
                <a:moveTo>
                  <a:pt x="64714" y="223259"/>
                </a:moveTo>
                <a:lnTo>
                  <a:pt x="53466"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1" y="11175"/>
                </a:lnTo>
                <a:lnTo>
                  <a:pt x="494029" y="0"/>
                </a:lnTo>
                <a:close/>
              </a:path>
            </a:pathLst>
          </a:custGeom>
          <a:solidFill>
            <a:srgbClr val="C00000"/>
          </a:solidFill>
        </p:spPr>
        <p:txBody>
          <a:bodyPr wrap="square" lIns="0" tIns="0" rIns="0" bIns="0" rtlCol="0"/>
          <a:lstStyle/>
          <a:p>
            <a:endParaRPr/>
          </a:p>
        </p:txBody>
      </p:sp>
      <p:sp>
        <p:nvSpPr>
          <p:cNvPr id="6" name="object 6"/>
          <p:cNvSpPr/>
          <p:nvPr/>
        </p:nvSpPr>
        <p:spPr>
          <a:xfrm>
            <a:off x="10008107" y="3490467"/>
            <a:ext cx="500380" cy="264160"/>
          </a:xfrm>
          <a:custGeom>
            <a:avLst/>
            <a:gdLst/>
            <a:ahLst/>
            <a:cxnLst/>
            <a:rect l="l" t="t" r="r" b="b"/>
            <a:pathLst>
              <a:path w="500379" h="264160">
                <a:moveTo>
                  <a:pt x="50038" y="195072"/>
                </a:moveTo>
                <a:lnTo>
                  <a:pt x="0" y="264033"/>
                </a:lnTo>
                <a:lnTo>
                  <a:pt x="85217" y="262636"/>
                </a:lnTo>
                <a:lnTo>
                  <a:pt x="73578" y="240284"/>
                </a:lnTo>
                <a:lnTo>
                  <a:pt x="59309" y="240284"/>
                </a:lnTo>
                <a:lnTo>
                  <a:pt x="53467" y="229108"/>
                </a:lnTo>
                <a:lnTo>
                  <a:pt x="64714" y="223259"/>
                </a:lnTo>
                <a:lnTo>
                  <a:pt x="50038" y="195072"/>
                </a:lnTo>
                <a:close/>
              </a:path>
              <a:path w="500379" h="264160">
                <a:moveTo>
                  <a:pt x="64714" y="223259"/>
                </a:moveTo>
                <a:lnTo>
                  <a:pt x="53467" y="229108"/>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30" y="0"/>
                </a:moveTo>
                <a:lnTo>
                  <a:pt x="64714" y="223259"/>
                </a:lnTo>
                <a:lnTo>
                  <a:pt x="70538" y="234444"/>
                </a:lnTo>
                <a:lnTo>
                  <a:pt x="499872" y="11176"/>
                </a:lnTo>
                <a:lnTo>
                  <a:pt x="494030" y="0"/>
                </a:lnTo>
                <a:close/>
              </a:path>
            </a:pathLst>
          </a:custGeom>
          <a:solidFill>
            <a:srgbClr val="C00000"/>
          </a:solidFill>
        </p:spPr>
        <p:txBody>
          <a:bodyPr wrap="square" lIns="0" tIns="0" rIns="0" bIns="0" rtlCol="0"/>
          <a:lstStyle/>
          <a:p>
            <a:endParaRPr/>
          </a:p>
        </p:txBody>
      </p:sp>
      <p:sp>
        <p:nvSpPr>
          <p:cNvPr id="7" name="object 7"/>
          <p:cNvSpPr/>
          <p:nvPr/>
        </p:nvSpPr>
        <p:spPr>
          <a:xfrm>
            <a:off x="8737092" y="3502659"/>
            <a:ext cx="500380" cy="264160"/>
          </a:xfrm>
          <a:custGeom>
            <a:avLst/>
            <a:gdLst/>
            <a:ahLst/>
            <a:cxnLst/>
            <a:rect l="l" t="t" r="r" b="b"/>
            <a:pathLst>
              <a:path w="500379" h="264160">
                <a:moveTo>
                  <a:pt x="50037" y="195071"/>
                </a:moveTo>
                <a:lnTo>
                  <a:pt x="0" y="264032"/>
                </a:lnTo>
                <a:lnTo>
                  <a:pt x="85216" y="262635"/>
                </a:lnTo>
                <a:lnTo>
                  <a:pt x="73578" y="240283"/>
                </a:lnTo>
                <a:lnTo>
                  <a:pt x="59308" y="240283"/>
                </a:lnTo>
                <a:lnTo>
                  <a:pt x="53466" y="229107"/>
                </a:lnTo>
                <a:lnTo>
                  <a:pt x="64714" y="223259"/>
                </a:lnTo>
                <a:lnTo>
                  <a:pt x="50037" y="195071"/>
                </a:lnTo>
                <a:close/>
              </a:path>
              <a:path w="500379" h="264160">
                <a:moveTo>
                  <a:pt x="64714" y="223259"/>
                </a:moveTo>
                <a:lnTo>
                  <a:pt x="53466"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8" name="object 8"/>
          <p:cNvSpPr/>
          <p:nvPr/>
        </p:nvSpPr>
        <p:spPr>
          <a:xfrm>
            <a:off x="9372600" y="3502659"/>
            <a:ext cx="500380" cy="264160"/>
          </a:xfrm>
          <a:custGeom>
            <a:avLst/>
            <a:gdLst/>
            <a:ahLst/>
            <a:cxnLst/>
            <a:rect l="l" t="t" r="r" b="b"/>
            <a:pathLst>
              <a:path w="500379" h="264160">
                <a:moveTo>
                  <a:pt x="50038" y="195071"/>
                </a:moveTo>
                <a:lnTo>
                  <a:pt x="0" y="264032"/>
                </a:lnTo>
                <a:lnTo>
                  <a:pt x="85217" y="262635"/>
                </a:lnTo>
                <a:lnTo>
                  <a:pt x="73578" y="240283"/>
                </a:lnTo>
                <a:lnTo>
                  <a:pt x="59308" y="240283"/>
                </a:lnTo>
                <a:lnTo>
                  <a:pt x="53467" y="229107"/>
                </a:lnTo>
                <a:lnTo>
                  <a:pt x="64714" y="223259"/>
                </a:lnTo>
                <a:lnTo>
                  <a:pt x="50038" y="195071"/>
                </a:lnTo>
                <a:close/>
              </a:path>
              <a:path w="500379" h="264160">
                <a:moveTo>
                  <a:pt x="64714" y="223259"/>
                </a:moveTo>
                <a:lnTo>
                  <a:pt x="53467"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9" name="object 9"/>
          <p:cNvSpPr/>
          <p:nvPr/>
        </p:nvSpPr>
        <p:spPr>
          <a:xfrm>
            <a:off x="8075676" y="3502659"/>
            <a:ext cx="500380" cy="264160"/>
          </a:xfrm>
          <a:custGeom>
            <a:avLst/>
            <a:gdLst/>
            <a:ahLst/>
            <a:cxnLst/>
            <a:rect l="l" t="t" r="r" b="b"/>
            <a:pathLst>
              <a:path w="500379" h="264160">
                <a:moveTo>
                  <a:pt x="50038" y="195071"/>
                </a:moveTo>
                <a:lnTo>
                  <a:pt x="0" y="264032"/>
                </a:lnTo>
                <a:lnTo>
                  <a:pt x="85217" y="262635"/>
                </a:lnTo>
                <a:lnTo>
                  <a:pt x="73578" y="240283"/>
                </a:lnTo>
                <a:lnTo>
                  <a:pt x="59308" y="240283"/>
                </a:lnTo>
                <a:lnTo>
                  <a:pt x="53467" y="229107"/>
                </a:lnTo>
                <a:lnTo>
                  <a:pt x="64714" y="223259"/>
                </a:lnTo>
                <a:lnTo>
                  <a:pt x="50038" y="195071"/>
                </a:lnTo>
                <a:close/>
              </a:path>
              <a:path w="500379" h="264160">
                <a:moveTo>
                  <a:pt x="64714" y="223259"/>
                </a:moveTo>
                <a:lnTo>
                  <a:pt x="53467"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10" name="object 10"/>
          <p:cNvSpPr/>
          <p:nvPr/>
        </p:nvSpPr>
        <p:spPr>
          <a:xfrm>
            <a:off x="7414259" y="3496564"/>
            <a:ext cx="500380" cy="264160"/>
          </a:xfrm>
          <a:custGeom>
            <a:avLst/>
            <a:gdLst/>
            <a:ahLst/>
            <a:cxnLst/>
            <a:rect l="l" t="t" r="r" b="b"/>
            <a:pathLst>
              <a:path w="500379" h="264160">
                <a:moveTo>
                  <a:pt x="50038" y="195072"/>
                </a:moveTo>
                <a:lnTo>
                  <a:pt x="0" y="264033"/>
                </a:lnTo>
                <a:lnTo>
                  <a:pt x="85217" y="262636"/>
                </a:lnTo>
                <a:lnTo>
                  <a:pt x="73578" y="240284"/>
                </a:lnTo>
                <a:lnTo>
                  <a:pt x="59309" y="240284"/>
                </a:lnTo>
                <a:lnTo>
                  <a:pt x="53467" y="229108"/>
                </a:lnTo>
                <a:lnTo>
                  <a:pt x="64714" y="223259"/>
                </a:lnTo>
                <a:lnTo>
                  <a:pt x="50038" y="195072"/>
                </a:lnTo>
                <a:close/>
              </a:path>
              <a:path w="500379" h="264160">
                <a:moveTo>
                  <a:pt x="64714" y="223259"/>
                </a:moveTo>
                <a:lnTo>
                  <a:pt x="53467" y="229108"/>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30" y="0"/>
                </a:moveTo>
                <a:lnTo>
                  <a:pt x="64714" y="223259"/>
                </a:lnTo>
                <a:lnTo>
                  <a:pt x="70538" y="234444"/>
                </a:lnTo>
                <a:lnTo>
                  <a:pt x="499872" y="11175"/>
                </a:lnTo>
                <a:lnTo>
                  <a:pt x="494030" y="0"/>
                </a:lnTo>
                <a:close/>
              </a:path>
            </a:pathLst>
          </a:custGeom>
          <a:solidFill>
            <a:srgbClr val="C00000"/>
          </a:solidFill>
        </p:spPr>
        <p:txBody>
          <a:bodyPr wrap="square" lIns="0" tIns="0" rIns="0" bIns="0" rtlCol="0"/>
          <a:lstStyle/>
          <a:p>
            <a:endParaRPr/>
          </a:p>
        </p:txBody>
      </p:sp>
      <p:sp>
        <p:nvSpPr>
          <p:cNvPr id="11" name="object 11"/>
          <p:cNvSpPr/>
          <p:nvPr/>
        </p:nvSpPr>
        <p:spPr>
          <a:xfrm>
            <a:off x="6754368" y="3502659"/>
            <a:ext cx="500380" cy="264160"/>
          </a:xfrm>
          <a:custGeom>
            <a:avLst/>
            <a:gdLst/>
            <a:ahLst/>
            <a:cxnLst/>
            <a:rect l="l" t="t" r="r" b="b"/>
            <a:pathLst>
              <a:path w="500379" h="264160">
                <a:moveTo>
                  <a:pt x="50037" y="195071"/>
                </a:moveTo>
                <a:lnTo>
                  <a:pt x="0" y="264032"/>
                </a:lnTo>
                <a:lnTo>
                  <a:pt x="85216" y="262635"/>
                </a:lnTo>
                <a:lnTo>
                  <a:pt x="73578" y="240283"/>
                </a:lnTo>
                <a:lnTo>
                  <a:pt x="59308" y="240283"/>
                </a:lnTo>
                <a:lnTo>
                  <a:pt x="53466" y="229107"/>
                </a:lnTo>
                <a:lnTo>
                  <a:pt x="64714" y="223259"/>
                </a:lnTo>
                <a:lnTo>
                  <a:pt x="50037" y="195071"/>
                </a:lnTo>
                <a:close/>
              </a:path>
              <a:path w="500379" h="264160">
                <a:moveTo>
                  <a:pt x="64714" y="223259"/>
                </a:moveTo>
                <a:lnTo>
                  <a:pt x="53466"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12" name="object 12"/>
          <p:cNvSpPr/>
          <p:nvPr/>
        </p:nvSpPr>
        <p:spPr>
          <a:xfrm>
            <a:off x="6117335" y="3490467"/>
            <a:ext cx="500380" cy="264160"/>
          </a:xfrm>
          <a:custGeom>
            <a:avLst/>
            <a:gdLst/>
            <a:ahLst/>
            <a:cxnLst/>
            <a:rect l="l" t="t" r="r" b="b"/>
            <a:pathLst>
              <a:path w="500379" h="264160">
                <a:moveTo>
                  <a:pt x="50037" y="195072"/>
                </a:moveTo>
                <a:lnTo>
                  <a:pt x="0" y="264033"/>
                </a:lnTo>
                <a:lnTo>
                  <a:pt x="85216" y="262636"/>
                </a:lnTo>
                <a:lnTo>
                  <a:pt x="73578" y="240284"/>
                </a:lnTo>
                <a:lnTo>
                  <a:pt x="59309" y="240284"/>
                </a:lnTo>
                <a:lnTo>
                  <a:pt x="53466" y="229108"/>
                </a:lnTo>
                <a:lnTo>
                  <a:pt x="64714" y="223259"/>
                </a:lnTo>
                <a:lnTo>
                  <a:pt x="50037" y="195072"/>
                </a:lnTo>
                <a:close/>
              </a:path>
              <a:path w="500379" h="264160">
                <a:moveTo>
                  <a:pt x="64714" y="223259"/>
                </a:moveTo>
                <a:lnTo>
                  <a:pt x="53466" y="229108"/>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30" y="0"/>
                </a:moveTo>
                <a:lnTo>
                  <a:pt x="64714" y="223259"/>
                </a:lnTo>
                <a:lnTo>
                  <a:pt x="70538" y="234444"/>
                </a:lnTo>
                <a:lnTo>
                  <a:pt x="499871" y="11176"/>
                </a:lnTo>
                <a:lnTo>
                  <a:pt x="494030" y="0"/>
                </a:lnTo>
                <a:close/>
              </a:path>
            </a:pathLst>
          </a:custGeom>
          <a:solidFill>
            <a:srgbClr val="C00000"/>
          </a:solidFill>
        </p:spPr>
        <p:txBody>
          <a:bodyPr wrap="square" lIns="0" tIns="0" rIns="0" bIns="0" rtlCol="0"/>
          <a:lstStyle/>
          <a:p>
            <a:endParaRPr/>
          </a:p>
        </p:txBody>
      </p:sp>
      <p:sp>
        <p:nvSpPr>
          <p:cNvPr id="13" name="object 13"/>
          <p:cNvSpPr/>
          <p:nvPr/>
        </p:nvSpPr>
        <p:spPr>
          <a:xfrm>
            <a:off x="5431535" y="3478276"/>
            <a:ext cx="500380" cy="264160"/>
          </a:xfrm>
          <a:custGeom>
            <a:avLst/>
            <a:gdLst/>
            <a:ahLst/>
            <a:cxnLst/>
            <a:rect l="l" t="t" r="r" b="b"/>
            <a:pathLst>
              <a:path w="500379" h="264160">
                <a:moveTo>
                  <a:pt x="50037" y="195072"/>
                </a:moveTo>
                <a:lnTo>
                  <a:pt x="0" y="264032"/>
                </a:lnTo>
                <a:lnTo>
                  <a:pt x="85216" y="262636"/>
                </a:lnTo>
                <a:lnTo>
                  <a:pt x="73578" y="240284"/>
                </a:lnTo>
                <a:lnTo>
                  <a:pt x="59309" y="240284"/>
                </a:lnTo>
                <a:lnTo>
                  <a:pt x="53466" y="229107"/>
                </a:lnTo>
                <a:lnTo>
                  <a:pt x="64714" y="223259"/>
                </a:lnTo>
                <a:lnTo>
                  <a:pt x="50037" y="195072"/>
                </a:lnTo>
                <a:close/>
              </a:path>
              <a:path w="500379" h="264160">
                <a:moveTo>
                  <a:pt x="64714" y="223259"/>
                </a:moveTo>
                <a:lnTo>
                  <a:pt x="53466" y="229107"/>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14" name="object 14"/>
          <p:cNvSpPr/>
          <p:nvPr/>
        </p:nvSpPr>
        <p:spPr>
          <a:xfrm>
            <a:off x="4808220" y="3502659"/>
            <a:ext cx="500380" cy="264160"/>
          </a:xfrm>
          <a:custGeom>
            <a:avLst/>
            <a:gdLst/>
            <a:ahLst/>
            <a:cxnLst/>
            <a:rect l="l" t="t" r="r" b="b"/>
            <a:pathLst>
              <a:path w="500379" h="264160">
                <a:moveTo>
                  <a:pt x="50037" y="195071"/>
                </a:moveTo>
                <a:lnTo>
                  <a:pt x="0" y="264032"/>
                </a:lnTo>
                <a:lnTo>
                  <a:pt x="85216" y="262635"/>
                </a:lnTo>
                <a:lnTo>
                  <a:pt x="73578" y="240283"/>
                </a:lnTo>
                <a:lnTo>
                  <a:pt x="59308" y="240283"/>
                </a:lnTo>
                <a:lnTo>
                  <a:pt x="53466" y="229107"/>
                </a:lnTo>
                <a:lnTo>
                  <a:pt x="64714" y="223259"/>
                </a:lnTo>
                <a:lnTo>
                  <a:pt x="50037" y="195071"/>
                </a:lnTo>
                <a:close/>
              </a:path>
              <a:path w="500379" h="264160">
                <a:moveTo>
                  <a:pt x="64714" y="223259"/>
                </a:moveTo>
                <a:lnTo>
                  <a:pt x="53466" y="229107"/>
                </a:lnTo>
                <a:lnTo>
                  <a:pt x="59308" y="240283"/>
                </a:lnTo>
                <a:lnTo>
                  <a:pt x="70538" y="234444"/>
                </a:lnTo>
                <a:lnTo>
                  <a:pt x="64714" y="223259"/>
                </a:lnTo>
                <a:close/>
              </a:path>
              <a:path w="500379" h="264160">
                <a:moveTo>
                  <a:pt x="70538" y="234444"/>
                </a:moveTo>
                <a:lnTo>
                  <a:pt x="59308" y="240283"/>
                </a:lnTo>
                <a:lnTo>
                  <a:pt x="73578" y="240283"/>
                </a:lnTo>
                <a:lnTo>
                  <a:pt x="70538" y="234444"/>
                </a:lnTo>
                <a:close/>
              </a:path>
              <a:path w="500379" h="264160">
                <a:moveTo>
                  <a:pt x="494029" y="0"/>
                </a:moveTo>
                <a:lnTo>
                  <a:pt x="64714" y="223259"/>
                </a:lnTo>
                <a:lnTo>
                  <a:pt x="70538" y="234444"/>
                </a:lnTo>
                <a:lnTo>
                  <a:pt x="499871" y="11175"/>
                </a:lnTo>
                <a:lnTo>
                  <a:pt x="494029" y="0"/>
                </a:lnTo>
                <a:close/>
              </a:path>
            </a:pathLst>
          </a:custGeom>
          <a:solidFill>
            <a:srgbClr val="C00000"/>
          </a:solidFill>
        </p:spPr>
        <p:txBody>
          <a:bodyPr wrap="square" lIns="0" tIns="0" rIns="0" bIns="0" rtlCol="0"/>
          <a:lstStyle/>
          <a:p>
            <a:endParaRPr/>
          </a:p>
        </p:txBody>
      </p:sp>
      <p:sp>
        <p:nvSpPr>
          <p:cNvPr id="15" name="object 15"/>
          <p:cNvSpPr/>
          <p:nvPr/>
        </p:nvSpPr>
        <p:spPr>
          <a:xfrm>
            <a:off x="4146803" y="3490467"/>
            <a:ext cx="500380" cy="264160"/>
          </a:xfrm>
          <a:custGeom>
            <a:avLst/>
            <a:gdLst/>
            <a:ahLst/>
            <a:cxnLst/>
            <a:rect l="l" t="t" r="r" b="b"/>
            <a:pathLst>
              <a:path w="500379" h="264160">
                <a:moveTo>
                  <a:pt x="50037" y="195072"/>
                </a:moveTo>
                <a:lnTo>
                  <a:pt x="0" y="264033"/>
                </a:lnTo>
                <a:lnTo>
                  <a:pt x="85217" y="262636"/>
                </a:lnTo>
                <a:lnTo>
                  <a:pt x="73578" y="240284"/>
                </a:lnTo>
                <a:lnTo>
                  <a:pt x="59309" y="240284"/>
                </a:lnTo>
                <a:lnTo>
                  <a:pt x="53467" y="229108"/>
                </a:lnTo>
                <a:lnTo>
                  <a:pt x="64714" y="223259"/>
                </a:lnTo>
                <a:lnTo>
                  <a:pt x="50037" y="195072"/>
                </a:lnTo>
                <a:close/>
              </a:path>
              <a:path w="500379" h="264160">
                <a:moveTo>
                  <a:pt x="64714" y="223259"/>
                </a:moveTo>
                <a:lnTo>
                  <a:pt x="53467" y="229108"/>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30" y="0"/>
                </a:moveTo>
                <a:lnTo>
                  <a:pt x="64714" y="223259"/>
                </a:lnTo>
                <a:lnTo>
                  <a:pt x="70538" y="234444"/>
                </a:lnTo>
                <a:lnTo>
                  <a:pt x="499872" y="11176"/>
                </a:lnTo>
                <a:lnTo>
                  <a:pt x="494030" y="0"/>
                </a:lnTo>
                <a:close/>
              </a:path>
            </a:pathLst>
          </a:custGeom>
          <a:solidFill>
            <a:srgbClr val="C00000"/>
          </a:solidFill>
        </p:spPr>
        <p:txBody>
          <a:bodyPr wrap="square" lIns="0" tIns="0" rIns="0" bIns="0" rtlCol="0"/>
          <a:lstStyle/>
          <a:p>
            <a:endParaRPr/>
          </a:p>
        </p:txBody>
      </p:sp>
      <p:sp>
        <p:nvSpPr>
          <p:cNvPr id="16" name="object 16"/>
          <p:cNvSpPr/>
          <p:nvPr/>
        </p:nvSpPr>
        <p:spPr>
          <a:xfrm>
            <a:off x="3523488" y="3478276"/>
            <a:ext cx="500380" cy="264160"/>
          </a:xfrm>
          <a:custGeom>
            <a:avLst/>
            <a:gdLst/>
            <a:ahLst/>
            <a:cxnLst/>
            <a:rect l="l" t="t" r="r" b="b"/>
            <a:pathLst>
              <a:path w="500379" h="264160">
                <a:moveTo>
                  <a:pt x="50037" y="195072"/>
                </a:moveTo>
                <a:lnTo>
                  <a:pt x="0" y="264032"/>
                </a:lnTo>
                <a:lnTo>
                  <a:pt x="85216" y="262636"/>
                </a:lnTo>
                <a:lnTo>
                  <a:pt x="73578" y="240284"/>
                </a:lnTo>
                <a:lnTo>
                  <a:pt x="59309" y="240284"/>
                </a:lnTo>
                <a:lnTo>
                  <a:pt x="53466" y="229107"/>
                </a:lnTo>
                <a:lnTo>
                  <a:pt x="64714" y="223259"/>
                </a:lnTo>
                <a:lnTo>
                  <a:pt x="50037" y="195072"/>
                </a:lnTo>
                <a:close/>
              </a:path>
              <a:path w="500379" h="264160">
                <a:moveTo>
                  <a:pt x="64714" y="223259"/>
                </a:moveTo>
                <a:lnTo>
                  <a:pt x="53466" y="229107"/>
                </a:lnTo>
                <a:lnTo>
                  <a:pt x="59309" y="240284"/>
                </a:lnTo>
                <a:lnTo>
                  <a:pt x="70538" y="234444"/>
                </a:lnTo>
                <a:lnTo>
                  <a:pt x="64714" y="223259"/>
                </a:lnTo>
                <a:close/>
              </a:path>
              <a:path w="500379" h="264160">
                <a:moveTo>
                  <a:pt x="70538" y="234444"/>
                </a:moveTo>
                <a:lnTo>
                  <a:pt x="59309" y="240284"/>
                </a:lnTo>
                <a:lnTo>
                  <a:pt x="73578" y="240284"/>
                </a:lnTo>
                <a:lnTo>
                  <a:pt x="70538" y="234444"/>
                </a:lnTo>
                <a:close/>
              </a:path>
              <a:path w="500379" h="264160">
                <a:moveTo>
                  <a:pt x="494029" y="0"/>
                </a:moveTo>
                <a:lnTo>
                  <a:pt x="64714" y="223259"/>
                </a:lnTo>
                <a:lnTo>
                  <a:pt x="70538" y="234444"/>
                </a:lnTo>
                <a:lnTo>
                  <a:pt x="499872" y="11175"/>
                </a:lnTo>
                <a:lnTo>
                  <a:pt x="494029" y="0"/>
                </a:lnTo>
                <a:close/>
              </a:path>
            </a:pathLst>
          </a:custGeom>
          <a:solidFill>
            <a:srgbClr val="C00000"/>
          </a:solidFill>
        </p:spPr>
        <p:txBody>
          <a:bodyPr wrap="square" lIns="0" tIns="0" rIns="0" bIns="0" rtlCol="0"/>
          <a:lstStyle/>
          <a:p>
            <a:endParaRPr/>
          </a:p>
        </p:txBody>
      </p:sp>
      <p:sp>
        <p:nvSpPr>
          <p:cNvPr id="17" name="object 17"/>
          <p:cNvSpPr/>
          <p:nvPr/>
        </p:nvSpPr>
        <p:spPr>
          <a:xfrm>
            <a:off x="2874264" y="3502659"/>
            <a:ext cx="500380" cy="264160"/>
          </a:xfrm>
          <a:custGeom>
            <a:avLst/>
            <a:gdLst/>
            <a:ahLst/>
            <a:cxnLst/>
            <a:rect l="l" t="t" r="r" b="b"/>
            <a:pathLst>
              <a:path w="500379" h="264160">
                <a:moveTo>
                  <a:pt x="50037" y="195071"/>
                </a:moveTo>
                <a:lnTo>
                  <a:pt x="0" y="264032"/>
                </a:lnTo>
                <a:lnTo>
                  <a:pt x="85217" y="262635"/>
                </a:lnTo>
                <a:lnTo>
                  <a:pt x="73578" y="240283"/>
                </a:lnTo>
                <a:lnTo>
                  <a:pt x="59309" y="240283"/>
                </a:lnTo>
                <a:lnTo>
                  <a:pt x="53467" y="229107"/>
                </a:lnTo>
                <a:lnTo>
                  <a:pt x="64714" y="223259"/>
                </a:lnTo>
                <a:lnTo>
                  <a:pt x="50037" y="195071"/>
                </a:lnTo>
                <a:close/>
              </a:path>
              <a:path w="500379" h="264160">
                <a:moveTo>
                  <a:pt x="64714" y="223259"/>
                </a:moveTo>
                <a:lnTo>
                  <a:pt x="53467" y="229107"/>
                </a:lnTo>
                <a:lnTo>
                  <a:pt x="59309" y="240283"/>
                </a:lnTo>
                <a:lnTo>
                  <a:pt x="70538" y="234444"/>
                </a:lnTo>
                <a:lnTo>
                  <a:pt x="64714" y="223259"/>
                </a:lnTo>
                <a:close/>
              </a:path>
              <a:path w="500379" h="264160">
                <a:moveTo>
                  <a:pt x="70538" y="234444"/>
                </a:moveTo>
                <a:lnTo>
                  <a:pt x="59309" y="240283"/>
                </a:lnTo>
                <a:lnTo>
                  <a:pt x="73578" y="240283"/>
                </a:lnTo>
                <a:lnTo>
                  <a:pt x="70538" y="234444"/>
                </a:lnTo>
                <a:close/>
              </a:path>
              <a:path w="500379" h="264160">
                <a:moveTo>
                  <a:pt x="494030" y="0"/>
                </a:moveTo>
                <a:lnTo>
                  <a:pt x="64714" y="223259"/>
                </a:lnTo>
                <a:lnTo>
                  <a:pt x="70538" y="234444"/>
                </a:lnTo>
                <a:lnTo>
                  <a:pt x="499872" y="11175"/>
                </a:lnTo>
                <a:lnTo>
                  <a:pt x="494030" y="0"/>
                </a:lnTo>
                <a:close/>
              </a:path>
            </a:pathLst>
          </a:custGeom>
          <a:solidFill>
            <a:srgbClr val="C00000"/>
          </a:solidFill>
        </p:spPr>
        <p:txBody>
          <a:bodyPr wrap="square" lIns="0" tIns="0" rIns="0" bIns="0" rtlCol="0"/>
          <a:lstStyle/>
          <a:p>
            <a:endParaRPr/>
          </a:p>
        </p:txBody>
      </p:sp>
      <p:sp>
        <p:nvSpPr>
          <p:cNvPr id="18" name="object 18"/>
          <p:cNvSpPr/>
          <p:nvPr/>
        </p:nvSpPr>
        <p:spPr>
          <a:xfrm>
            <a:off x="2250948" y="3449320"/>
            <a:ext cx="500380" cy="264160"/>
          </a:xfrm>
          <a:custGeom>
            <a:avLst/>
            <a:gdLst/>
            <a:ahLst/>
            <a:cxnLst/>
            <a:rect l="l" t="t" r="r" b="b"/>
            <a:pathLst>
              <a:path w="500380" h="264160">
                <a:moveTo>
                  <a:pt x="50037" y="195071"/>
                </a:moveTo>
                <a:lnTo>
                  <a:pt x="0" y="264032"/>
                </a:lnTo>
                <a:lnTo>
                  <a:pt x="85216" y="262635"/>
                </a:lnTo>
                <a:lnTo>
                  <a:pt x="73578" y="240283"/>
                </a:lnTo>
                <a:lnTo>
                  <a:pt x="59308" y="240283"/>
                </a:lnTo>
                <a:lnTo>
                  <a:pt x="53466" y="229107"/>
                </a:lnTo>
                <a:lnTo>
                  <a:pt x="64714" y="223259"/>
                </a:lnTo>
                <a:lnTo>
                  <a:pt x="50037" y="195071"/>
                </a:lnTo>
                <a:close/>
              </a:path>
              <a:path w="500380" h="264160">
                <a:moveTo>
                  <a:pt x="64714" y="223259"/>
                </a:moveTo>
                <a:lnTo>
                  <a:pt x="53466" y="229107"/>
                </a:lnTo>
                <a:lnTo>
                  <a:pt x="59308" y="240283"/>
                </a:lnTo>
                <a:lnTo>
                  <a:pt x="70538" y="234444"/>
                </a:lnTo>
                <a:lnTo>
                  <a:pt x="64714" y="223259"/>
                </a:lnTo>
                <a:close/>
              </a:path>
              <a:path w="500380" h="264160">
                <a:moveTo>
                  <a:pt x="70538" y="234444"/>
                </a:moveTo>
                <a:lnTo>
                  <a:pt x="59308" y="240283"/>
                </a:lnTo>
                <a:lnTo>
                  <a:pt x="73578" y="240283"/>
                </a:lnTo>
                <a:lnTo>
                  <a:pt x="70538" y="234444"/>
                </a:lnTo>
                <a:close/>
              </a:path>
              <a:path w="500380" h="264160">
                <a:moveTo>
                  <a:pt x="494029" y="0"/>
                </a:moveTo>
                <a:lnTo>
                  <a:pt x="64714" y="223259"/>
                </a:lnTo>
                <a:lnTo>
                  <a:pt x="70538" y="234444"/>
                </a:lnTo>
                <a:lnTo>
                  <a:pt x="499871" y="11175"/>
                </a:lnTo>
                <a:lnTo>
                  <a:pt x="494029" y="0"/>
                </a:lnTo>
                <a:close/>
              </a:path>
            </a:pathLst>
          </a:custGeom>
          <a:solidFill>
            <a:srgbClr val="C00000"/>
          </a:solidFill>
        </p:spPr>
        <p:txBody>
          <a:bodyPr wrap="square" lIns="0" tIns="0" rIns="0" bIns="0" rtlCol="0"/>
          <a:lstStyle/>
          <a:p>
            <a:endParaRPr/>
          </a:p>
        </p:txBody>
      </p:sp>
      <p:sp>
        <p:nvSpPr>
          <p:cNvPr id="19" name="object 19"/>
          <p:cNvSpPr/>
          <p:nvPr/>
        </p:nvSpPr>
        <p:spPr>
          <a:xfrm>
            <a:off x="1603247" y="3470655"/>
            <a:ext cx="500380" cy="264160"/>
          </a:xfrm>
          <a:custGeom>
            <a:avLst/>
            <a:gdLst/>
            <a:ahLst/>
            <a:cxnLst/>
            <a:rect l="l" t="t" r="r" b="b"/>
            <a:pathLst>
              <a:path w="500380" h="264160">
                <a:moveTo>
                  <a:pt x="50038" y="195072"/>
                </a:moveTo>
                <a:lnTo>
                  <a:pt x="0" y="264033"/>
                </a:lnTo>
                <a:lnTo>
                  <a:pt x="85216" y="262636"/>
                </a:lnTo>
                <a:lnTo>
                  <a:pt x="73578" y="240284"/>
                </a:lnTo>
                <a:lnTo>
                  <a:pt x="59309" y="240284"/>
                </a:lnTo>
                <a:lnTo>
                  <a:pt x="53466" y="229108"/>
                </a:lnTo>
                <a:lnTo>
                  <a:pt x="64714" y="223259"/>
                </a:lnTo>
                <a:lnTo>
                  <a:pt x="50038" y="195072"/>
                </a:lnTo>
                <a:close/>
              </a:path>
              <a:path w="500380" h="264160">
                <a:moveTo>
                  <a:pt x="64714" y="223259"/>
                </a:moveTo>
                <a:lnTo>
                  <a:pt x="53466" y="229108"/>
                </a:lnTo>
                <a:lnTo>
                  <a:pt x="59309" y="240284"/>
                </a:lnTo>
                <a:lnTo>
                  <a:pt x="70538" y="234444"/>
                </a:lnTo>
                <a:lnTo>
                  <a:pt x="64714" y="223259"/>
                </a:lnTo>
                <a:close/>
              </a:path>
              <a:path w="500380" h="264160">
                <a:moveTo>
                  <a:pt x="70538" y="234444"/>
                </a:moveTo>
                <a:lnTo>
                  <a:pt x="59309" y="240284"/>
                </a:lnTo>
                <a:lnTo>
                  <a:pt x="73578" y="240284"/>
                </a:lnTo>
                <a:lnTo>
                  <a:pt x="70538" y="234444"/>
                </a:lnTo>
                <a:close/>
              </a:path>
              <a:path w="500380" h="264160">
                <a:moveTo>
                  <a:pt x="494029" y="0"/>
                </a:moveTo>
                <a:lnTo>
                  <a:pt x="64714" y="223259"/>
                </a:lnTo>
                <a:lnTo>
                  <a:pt x="70538" y="234444"/>
                </a:lnTo>
                <a:lnTo>
                  <a:pt x="499872" y="11176"/>
                </a:lnTo>
                <a:lnTo>
                  <a:pt x="494029" y="0"/>
                </a:lnTo>
                <a:close/>
              </a:path>
            </a:pathLst>
          </a:custGeom>
          <a:solidFill>
            <a:srgbClr val="C00000"/>
          </a:solidFill>
        </p:spPr>
        <p:txBody>
          <a:bodyPr wrap="square" lIns="0" tIns="0" rIns="0" bIns="0" rtlCol="0"/>
          <a:lstStyle/>
          <a:p>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9551" y="875390"/>
            <a:ext cx="8840470" cy="1954530"/>
          </a:xfrm>
          <a:prstGeom prst="rect">
            <a:avLst/>
          </a:prstGeom>
        </p:spPr>
        <p:txBody>
          <a:bodyPr vert="horz" wrap="square" lIns="0" tIns="63500" rIns="0" bIns="0" rtlCol="0">
            <a:spAutoFit/>
          </a:bodyPr>
          <a:lstStyle/>
          <a:p>
            <a:pPr marL="12700">
              <a:lnSpc>
                <a:spcPct val="100000"/>
              </a:lnSpc>
              <a:spcBef>
                <a:spcPts val="500"/>
              </a:spcBef>
            </a:pPr>
            <a:r>
              <a:rPr sz="2200" dirty="0">
                <a:solidFill>
                  <a:srgbClr val="000099"/>
                </a:solidFill>
                <a:latin typeface="Franklin Gothic Medium"/>
                <a:cs typeface="Franklin Gothic Medium"/>
              </a:rPr>
              <a:t>Bit</a:t>
            </a:r>
            <a:r>
              <a:rPr sz="2200" spc="-45"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Left</a:t>
            </a:r>
            <a:r>
              <a:rPr sz="2200" spc="-3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Shift</a:t>
            </a:r>
            <a:r>
              <a:rPr sz="2200" spc="-50" dirty="0">
                <a:solidFill>
                  <a:srgbClr val="000099"/>
                </a:solidFill>
                <a:latin typeface="Franklin Gothic Medium"/>
                <a:cs typeface="Franklin Gothic Medium"/>
              </a:rPr>
              <a:t> </a:t>
            </a:r>
            <a:r>
              <a:rPr sz="2200" dirty="0">
                <a:solidFill>
                  <a:srgbClr val="000099"/>
                </a:solidFill>
                <a:latin typeface="Franklin Gothic Medium"/>
                <a:cs typeface="Franklin Gothic Medium"/>
              </a:rPr>
              <a:t>&lt;&lt;</a:t>
            </a:r>
            <a:endParaRPr sz="2200">
              <a:latin typeface="Franklin Gothic Medium"/>
              <a:cs typeface="Franklin Gothic Medium"/>
            </a:endParaRPr>
          </a:p>
          <a:p>
            <a:pPr marL="12700">
              <a:lnSpc>
                <a:spcPct val="100000"/>
              </a:lnSpc>
              <a:spcBef>
                <a:spcPts val="400"/>
              </a:spcBef>
            </a:pPr>
            <a:r>
              <a:rPr sz="2200" spc="-5" dirty="0">
                <a:latin typeface="Franklin Gothic Medium"/>
                <a:cs typeface="Franklin Gothic Medium"/>
              </a:rPr>
              <a:t>Used</a:t>
            </a:r>
            <a:r>
              <a:rPr sz="2200" dirty="0">
                <a:latin typeface="Franklin Gothic Medium"/>
                <a:cs typeface="Franklin Gothic Medium"/>
              </a:rPr>
              <a:t> </a:t>
            </a:r>
            <a:r>
              <a:rPr sz="2200" spc="-20" dirty="0">
                <a:latin typeface="Franklin Gothic Medium"/>
                <a:cs typeface="Franklin Gothic Medium"/>
              </a:rPr>
              <a:t>to</a:t>
            </a:r>
            <a:r>
              <a:rPr sz="2200" spc="10" dirty="0">
                <a:latin typeface="Franklin Gothic Medium"/>
                <a:cs typeface="Franklin Gothic Medium"/>
              </a:rPr>
              <a:t> </a:t>
            </a:r>
            <a:r>
              <a:rPr sz="2200" dirty="0">
                <a:latin typeface="Franklin Gothic Medium"/>
                <a:cs typeface="Franklin Gothic Medium"/>
              </a:rPr>
              <a:t>shift</a:t>
            </a:r>
            <a:r>
              <a:rPr sz="2200" spc="15"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data</a:t>
            </a:r>
            <a:r>
              <a:rPr sz="2200" spc="5" dirty="0">
                <a:latin typeface="Franklin Gothic Medium"/>
                <a:cs typeface="Franklin Gothic Medium"/>
              </a:rPr>
              <a:t> </a:t>
            </a:r>
            <a:r>
              <a:rPr sz="2200" spc="-10" dirty="0">
                <a:latin typeface="Franklin Gothic Medium"/>
                <a:cs typeface="Franklin Gothic Medium"/>
              </a:rPr>
              <a:t>by</a:t>
            </a:r>
            <a:r>
              <a:rPr sz="2200" spc="5" dirty="0">
                <a:latin typeface="Franklin Gothic Medium"/>
                <a:cs typeface="Franklin Gothic Medium"/>
              </a:rPr>
              <a:t> </a:t>
            </a:r>
            <a:r>
              <a:rPr sz="2200" spc="-5" dirty="0">
                <a:latin typeface="Franklin Gothic Medium"/>
                <a:cs typeface="Franklin Gothic Medium"/>
              </a:rPr>
              <a:t>a</a:t>
            </a:r>
            <a:r>
              <a:rPr sz="2200" spc="5" dirty="0">
                <a:latin typeface="Franklin Gothic Medium"/>
                <a:cs typeface="Franklin Gothic Medium"/>
              </a:rPr>
              <a:t> </a:t>
            </a:r>
            <a:r>
              <a:rPr sz="2200" spc="-5" dirty="0">
                <a:latin typeface="Franklin Gothic Medium"/>
                <a:cs typeface="Franklin Gothic Medium"/>
              </a:rPr>
              <a:t>specified</a:t>
            </a:r>
            <a:r>
              <a:rPr sz="2200" spc="5" dirty="0">
                <a:latin typeface="Franklin Gothic Medium"/>
                <a:cs typeface="Franklin Gothic Medium"/>
              </a:rPr>
              <a:t> </a:t>
            </a:r>
            <a:r>
              <a:rPr sz="2200" spc="-5" dirty="0">
                <a:latin typeface="Franklin Gothic Medium"/>
                <a:cs typeface="Franklin Gothic Medium"/>
              </a:rPr>
              <a:t>number of</a:t>
            </a:r>
            <a:r>
              <a:rPr sz="2200" spc="10" dirty="0">
                <a:latin typeface="Franklin Gothic Medium"/>
                <a:cs typeface="Franklin Gothic Medium"/>
              </a:rPr>
              <a:t> </a:t>
            </a:r>
            <a:r>
              <a:rPr sz="2200" dirty="0">
                <a:latin typeface="Franklin Gothic Medium"/>
                <a:cs typeface="Franklin Gothic Medium"/>
              </a:rPr>
              <a:t>bit</a:t>
            </a:r>
            <a:r>
              <a:rPr sz="2200" spc="10" dirty="0">
                <a:latin typeface="Franklin Gothic Medium"/>
                <a:cs typeface="Franklin Gothic Medium"/>
              </a:rPr>
              <a:t> </a:t>
            </a:r>
            <a:r>
              <a:rPr sz="2200" spc="-5" dirty="0">
                <a:latin typeface="Franklin Gothic Medium"/>
                <a:cs typeface="Franklin Gothic Medium"/>
              </a:rPr>
              <a:t>positions</a:t>
            </a:r>
            <a:r>
              <a:rPr sz="2200" spc="5" dirty="0">
                <a:latin typeface="Franklin Gothic Medium"/>
                <a:cs typeface="Franklin Gothic Medium"/>
              </a:rPr>
              <a:t> </a:t>
            </a:r>
            <a:r>
              <a:rPr sz="2200" spc="-10" dirty="0">
                <a:latin typeface="Franklin Gothic Medium"/>
                <a:cs typeface="Franklin Gothic Medium"/>
              </a:rPr>
              <a:t>towards</a:t>
            </a:r>
            <a:r>
              <a:rPr sz="2200" spc="10" dirty="0">
                <a:latin typeface="Franklin Gothic Medium"/>
                <a:cs typeface="Franklin Gothic Medium"/>
              </a:rPr>
              <a:t> </a:t>
            </a:r>
            <a:r>
              <a:rPr sz="2200" spc="-5" dirty="0">
                <a:latin typeface="Franklin Gothic Medium"/>
                <a:cs typeface="Franklin Gothic Medium"/>
              </a:rPr>
              <a:t>right.</a:t>
            </a:r>
            <a:endParaRPr sz="2200">
              <a:latin typeface="Franklin Gothic Medium"/>
              <a:cs typeface="Franklin Gothic Medium"/>
            </a:endParaRPr>
          </a:p>
          <a:p>
            <a:pPr>
              <a:lnSpc>
                <a:spcPct val="100000"/>
              </a:lnSpc>
              <a:spcBef>
                <a:spcPts val="30"/>
              </a:spcBef>
            </a:pPr>
            <a:endParaRPr sz="3000">
              <a:latin typeface="Franklin Gothic Medium"/>
              <a:cs typeface="Franklin Gothic Medium"/>
            </a:endParaRPr>
          </a:p>
          <a:p>
            <a:pPr marL="12700">
              <a:lnSpc>
                <a:spcPct val="100000"/>
              </a:lnSpc>
            </a:pPr>
            <a:r>
              <a:rPr sz="2200" dirty="0">
                <a:solidFill>
                  <a:srgbClr val="C00000"/>
                </a:solidFill>
                <a:latin typeface="Franklin Gothic Medium"/>
                <a:cs typeface="Franklin Gothic Medium"/>
              </a:rPr>
              <a:t>Example</a:t>
            </a:r>
            <a:r>
              <a:rPr sz="2200" spc="-70"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395"/>
              </a:spcBef>
            </a:pPr>
            <a:r>
              <a:rPr sz="2200" spc="-5" dirty="0">
                <a:latin typeface="Franklin Gothic Medium"/>
                <a:cs typeface="Franklin Gothic Medium"/>
              </a:rPr>
              <a:t>5 &gt;&gt;</a:t>
            </a:r>
            <a:r>
              <a:rPr sz="2200" spc="5" dirty="0">
                <a:latin typeface="Franklin Gothic Medium"/>
                <a:cs typeface="Franklin Gothic Medium"/>
              </a:rPr>
              <a:t> </a:t>
            </a:r>
            <a:r>
              <a:rPr sz="2200" spc="-5" dirty="0">
                <a:latin typeface="Franklin Gothic Medium"/>
                <a:cs typeface="Franklin Gothic Medium"/>
              </a:rPr>
              <a:t>1</a:t>
            </a:r>
            <a:r>
              <a:rPr sz="2200" dirty="0">
                <a:latin typeface="Franklin Gothic Medium"/>
                <a:cs typeface="Franklin Gothic Medium"/>
              </a:rPr>
              <a:t> </a:t>
            </a:r>
            <a:r>
              <a:rPr sz="2200" spc="-5" dirty="0">
                <a:latin typeface="Franklin Gothic Medium"/>
                <a:cs typeface="Franklin Gothic Medium"/>
              </a:rPr>
              <a:t>means 5 is</a:t>
            </a:r>
            <a:r>
              <a:rPr sz="2200" spc="10" dirty="0">
                <a:latin typeface="Franklin Gothic Medium"/>
                <a:cs typeface="Franklin Gothic Medium"/>
              </a:rPr>
              <a:t> </a:t>
            </a:r>
            <a:r>
              <a:rPr sz="2200" spc="-5" dirty="0">
                <a:latin typeface="Franklin Gothic Medium"/>
                <a:cs typeface="Franklin Gothic Medium"/>
              </a:rPr>
              <a:t>shifted</a:t>
            </a:r>
            <a:r>
              <a:rPr sz="2200" spc="15" dirty="0">
                <a:latin typeface="Franklin Gothic Medium"/>
                <a:cs typeface="Franklin Gothic Medium"/>
              </a:rPr>
              <a:t> </a:t>
            </a:r>
            <a:r>
              <a:rPr sz="2200" spc="-15" dirty="0">
                <a:latin typeface="Franklin Gothic Medium"/>
                <a:cs typeface="Franklin Gothic Medium"/>
              </a:rPr>
              <a:t>towards</a:t>
            </a:r>
            <a:r>
              <a:rPr sz="2200" spc="15" dirty="0">
                <a:latin typeface="Franklin Gothic Medium"/>
                <a:cs typeface="Franklin Gothic Medium"/>
              </a:rPr>
              <a:t> </a:t>
            </a:r>
            <a:r>
              <a:rPr sz="2200" dirty="0">
                <a:latin typeface="Franklin Gothic Medium"/>
                <a:cs typeface="Franklin Gothic Medium"/>
              </a:rPr>
              <a:t>right</a:t>
            </a:r>
            <a:r>
              <a:rPr sz="2200" spc="-10" dirty="0">
                <a:latin typeface="Franklin Gothic Medium"/>
                <a:cs typeface="Franklin Gothic Medium"/>
              </a:rPr>
              <a:t> </a:t>
            </a:r>
            <a:r>
              <a:rPr sz="2200" spc="-15" dirty="0">
                <a:latin typeface="Franklin Gothic Medium"/>
                <a:cs typeface="Franklin Gothic Medium"/>
              </a:rPr>
              <a:t>by</a:t>
            </a:r>
            <a:r>
              <a:rPr sz="2200" dirty="0">
                <a:latin typeface="Franklin Gothic Medium"/>
                <a:cs typeface="Franklin Gothic Medium"/>
              </a:rPr>
              <a:t> </a:t>
            </a:r>
            <a:r>
              <a:rPr sz="2200" spc="-5" dirty="0">
                <a:latin typeface="Franklin Gothic Medium"/>
                <a:cs typeface="Franklin Gothic Medium"/>
              </a:rPr>
              <a:t>1</a:t>
            </a:r>
            <a:r>
              <a:rPr sz="2200" dirty="0">
                <a:latin typeface="Franklin Gothic Medium"/>
                <a:cs typeface="Franklin Gothic Medium"/>
              </a:rPr>
              <a:t> bit </a:t>
            </a:r>
            <a:r>
              <a:rPr sz="2200" spc="-5" dirty="0">
                <a:latin typeface="Franklin Gothic Medium"/>
                <a:cs typeface="Franklin Gothic Medium"/>
              </a:rPr>
              <a:t>position</a:t>
            </a:r>
            <a:r>
              <a:rPr sz="2200" spc="5" dirty="0">
                <a:latin typeface="Franklin Gothic Medium"/>
                <a:cs typeface="Franklin Gothic Medium"/>
              </a:rPr>
              <a:t> </a:t>
            </a:r>
            <a:r>
              <a:rPr sz="2200" spc="-5" dirty="0">
                <a:latin typeface="Franklin Gothic Medium"/>
                <a:cs typeface="Franklin Gothic Medium"/>
              </a:rPr>
              <a:t>=</a:t>
            </a:r>
            <a:r>
              <a:rPr sz="2200" dirty="0">
                <a:latin typeface="Franklin Gothic Medium"/>
                <a:cs typeface="Franklin Gothic Medium"/>
              </a:rPr>
              <a:t> </a:t>
            </a:r>
            <a:r>
              <a:rPr sz="2200" spc="-5" dirty="0">
                <a:latin typeface="Franklin Gothic Medium"/>
                <a:cs typeface="Franklin Gothic Medium"/>
              </a:rPr>
              <a:t>2</a:t>
            </a:r>
            <a:endParaRPr sz="2200">
              <a:latin typeface="Franklin Gothic Medium"/>
              <a:cs typeface="Franklin Gothic Medium"/>
            </a:endParaRPr>
          </a:p>
        </p:txBody>
      </p:sp>
      <p:sp>
        <p:nvSpPr>
          <p:cNvPr id="3" name="object 3"/>
          <p:cNvSpPr txBox="1">
            <a:spLocks noGrp="1"/>
          </p:cNvSpPr>
          <p:nvPr>
            <p:ph type="title"/>
          </p:nvPr>
        </p:nvSpPr>
        <p:spPr>
          <a:xfrm>
            <a:off x="324713" y="167385"/>
            <a:ext cx="2679065" cy="391160"/>
          </a:xfrm>
          <a:prstGeom prst="rect">
            <a:avLst/>
          </a:prstGeom>
        </p:spPr>
        <p:txBody>
          <a:bodyPr vert="horz" wrap="square" lIns="0" tIns="12700" rIns="0" bIns="0" rtlCol="0">
            <a:spAutoFit/>
          </a:bodyPr>
          <a:lstStyle/>
          <a:p>
            <a:pPr marL="12700">
              <a:lnSpc>
                <a:spcPct val="100000"/>
              </a:lnSpc>
              <a:spcBef>
                <a:spcPts val="100"/>
              </a:spcBef>
              <a:tabLst>
                <a:tab pos="392430" algn="l"/>
              </a:tabLst>
            </a:pPr>
            <a:r>
              <a:rPr sz="2400" spc="-100" dirty="0"/>
              <a:t>7.	</a:t>
            </a:r>
            <a:r>
              <a:rPr sz="2400" dirty="0"/>
              <a:t>Bitwise</a:t>
            </a:r>
            <a:r>
              <a:rPr sz="2400" spc="-90" dirty="0"/>
              <a:t> </a:t>
            </a:r>
            <a:r>
              <a:rPr sz="2400" dirty="0"/>
              <a:t>operators</a:t>
            </a:r>
            <a:endParaRPr sz="2400"/>
          </a:p>
        </p:txBody>
      </p:sp>
      <p:graphicFrame>
        <p:nvGraphicFramePr>
          <p:cNvPr id="4" name="object 4"/>
          <p:cNvGraphicFramePr>
            <a:graphicFrameLocks noGrp="1"/>
          </p:cNvGraphicFramePr>
          <p:nvPr/>
        </p:nvGraphicFramePr>
        <p:xfrm>
          <a:off x="457161" y="3094101"/>
          <a:ext cx="11065508" cy="1059306"/>
        </p:xfrm>
        <a:graphic>
          <a:graphicData uri="http://schemas.openxmlformats.org/drawingml/2006/table">
            <a:tbl>
              <a:tblPr firstRow="1" bandRow="1">
                <a:tableStyleId>{2D5ABB26-0587-4C30-8999-92F81FD0307C}</a:tableStyleId>
              </a:tblPr>
              <a:tblGrid>
                <a:gridCol w="897255">
                  <a:extLst>
                    <a:ext uri="{9D8B030D-6E8A-4147-A177-3AD203B41FA5}">
                      <a16:colId xmlns:a16="http://schemas.microsoft.com/office/drawing/2014/main" val="20000"/>
                    </a:ext>
                  </a:extLst>
                </a:gridCol>
                <a:gridCol w="426719">
                  <a:extLst>
                    <a:ext uri="{9D8B030D-6E8A-4147-A177-3AD203B41FA5}">
                      <a16:colId xmlns:a16="http://schemas.microsoft.com/office/drawing/2014/main" val="20001"/>
                    </a:ext>
                  </a:extLst>
                </a:gridCol>
                <a:gridCol w="629285">
                  <a:extLst>
                    <a:ext uri="{9D8B030D-6E8A-4147-A177-3AD203B41FA5}">
                      <a16:colId xmlns:a16="http://schemas.microsoft.com/office/drawing/2014/main" val="20002"/>
                    </a:ext>
                  </a:extLst>
                </a:gridCol>
                <a:gridCol w="650875">
                  <a:extLst>
                    <a:ext uri="{9D8B030D-6E8A-4147-A177-3AD203B41FA5}">
                      <a16:colId xmlns:a16="http://schemas.microsoft.com/office/drawing/2014/main" val="20003"/>
                    </a:ext>
                  </a:extLst>
                </a:gridCol>
                <a:gridCol w="650875">
                  <a:extLst>
                    <a:ext uri="{9D8B030D-6E8A-4147-A177-3AD203B41FA5}">
                      <a16:colId xmlns:a16="http://schemas.microsoft.com/office/drawing/2014/main" val="20004"/>
                    </a:ext>
                  </a:extLst>
                </a:gridCol>
                <a:gridCol w="650875">
                  <a:extLst>
                    <a:ext uri="{9D8B030D-6E8A-4147-A177-3AD203B41FA5}">
                      <a16:colId xmlns:a16="http://schemas.microsoft.com/office/drawing/2014/main" val="20005"/>
                    </a:ext>
                  </a:extLst>
                </a:gridCol>
                <a:gridCol w="650875">
                  <a:extLst>
                    <a:ext uri="{9D8B030D-6E8A-4147-A177-3AD203B41FA5}">
                      <a16:colId xmlns:a16="http://schemas.microsoft.com/office/drawing/2014/main" val="20006"/>
                    </a:ext>
                  </a:extLst>
                </a:gridCol>
                <a:gridCol w="650875">
                  <a:extLst>
                    <a:ext uri="{9D8B030D-6E8A-4147-A177-3AD203B41FA5}">
                      <a16:colId xmlns:a16="http://schemas.microsoft.com/office/drawing/2014/main" val="20007"/>
                    </a:ext>
                  </a:extLst>
                </a:gridCol>
                <a:gridCol w="650875">
                  <a:extLst>
                    <a:ext uri="{9D8B030D-6E8A-4147-A177-3AD203B41FA5}">
                      <a16:colId xmlns:a16="http://schemas.microsoft.com/office/drawing/2014/main" val="20008"/>
                    </a:ext>
                  </a:extLst>
                </a:gridCol>
                <a:gridCol w="650874">
                  <a:extLst>
                    <a:ext uri="{9D8B030D-6E8A-4147-A177-3AD203B41FA5}">
                      <a16:colId xmlns:a16="http://schemas.microsoft.com/office/drawing/2014/main" val="20009"/>
                    </a:ext>
                  </a:extLst>
                </a:gridCol>
                <a:gridCol w="650875">
                  <a:extLst>
                    <a:ext uri="{9D8B030D-6E8A-4147-A177-3AD203B41FA5}">
                      <a16:colId xmlns:a16="http://schemas.microsoft.com/office/drawing/2014/main" val="20010"/>
                    </a:ext>
                  </a:extLst>
                </a:gridCol>
                <a:gridCol w="650875">
                  <a:extLst>
                    <a:ext uri="{9D8B030D-6E8A-4147-A177-3AD203B41FA5}">
                      <a16:colId xmlns:a16="http://schemas.microsoft.com/office/drawing/2014/main" val="20011"/>
                    </a:ext>
                  </a:extLst>
                </a:gridCol>
                <a:gridCol w="650875">
                  <a:extLst>
                    <a:ext uri="{9D8B030D-6E8A-4147-A177-3AD203B41FA5}">
                      <a16:colId xmlns:a16="http://schemas.microsoft.com/office/drawing/2014/main" val="20012"/>
                    </a:ext>
                  </a:extLst>
                </a:gridCol>
                <a:gridCol w="650875">
                  <a:extLst>
                    <a:ext uri="{9D8B030D-6E8A-4147-A177-3AD203B41FA5}">
                      <a16:colId xmlns:a16="http://schemas.microsoft.com/office/drawing/2014/main" val="20013"/>
                    </a:ext>
                  </a:extLst>
                </a:gridCol>
                <a:gridCol w="650875">
                  <a:extLst>
                    <a:ext uri="{9D8B030D-6E8A-4147-A177-3AD203B41FA5}">
                      <a16:colId xmlns:a16="http://schemas.microsoft.com/office/drawing/2014/main" val="20014"/>
                    </a:ext>
                  </a:extLst>
                </a:gridCol>
                <a:gridCol w="650875">
                  <a:extLst>
                    <a:ext uri="{9D8B030D-6E8A-4147-A177-3AD203B41FA5}">
                      <a16:colId xmlns:a16="http://schemas.microsoft.com/office/drawing/2014/main" val="20015"/>
                    </a:ext>
                  </a:extLst>
                </a:gridCol>
                <a:gridCol w="650875">
                  <a:extLst>
                    <a:ext uri="{9D8B030D-6E8A-4147-A177-3AD203B41FA5}">
                      <a16:colId xmlns:a16="http://schemas.microsoft.com/office/drawing/2014/main" val="20016"/>
                    </a:ext>
                  </a:extLst>
                </a:gridCol>
              </a:tblGrid>
              <a:tr h="532257">
                <a:tc>
                  <a:txBody>
                    <a:bodyPr/>
                    <a:lstStyle/>
                    <a:p>
                      <a:pPr algn="ctr">
                        <a:lnSpc>
                          <a:spcPct val="100000"/>
                        </a:lnSpc>
                        <a:spcBef>
                          <a:spcPts val="300"/>
                        </a:spcBef>
                      </a:pPr>
                      <a:r>
                        <a:rPr sz="2200" dirty="0">
                          <a:solidFill>
                            <a:srgbClr val="C00000"/>
                          </a:solidFill>
                          <a:latin typeface="Franklin Gothic Medium"/>
                          <a:cs typeface="Franklin Gothic Medium"/>
                        </a:rPr>
                        <a:t>5</a:t>
                      </a:r>
                      <a:endParaRPr sz="2200">
                        <a:latin typeface="Franklin Gothic Medium"/>
                        <a:cs typeface="Franklin Gothic Medium"/>
                      </a:endParaRPr>
                    </a:p>
                  </a:txBody>
                  <a:tcPr marL="0" marR="0" marT="38100"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FFFF00"/>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9525">
                      <a:solidFill>
                        <a:srgbClr val="000000"/>
                      </a:solidFill>
                      <a:prstDash val="solid"/>
                    </a:lnL>
                    <a:lnR w="9525">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9525">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635"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0</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1270" algn="ctr">
                        <a:lnSpc>
                          <a:spcPct val="100000"/>
                        </a:lnSpc>
                        <a:spcBef>
                          <a:spcPts val="300"/>
                        </a:spcBef>
                      </a:pPr>
                      <a:r>
                        <a:rPr sz="2200" dirty="0">
                          <a:latin typeface="Franklin Gothic Medium"/>
                          <a:cs typeface="Franklin Gothic Medium"/>
                        </a:rPr>
                        <a:t>1</a:t>
                      </a:r>
                      <a:endParaRPr sz="2200">
                        <a:latin typeface="Franklin Gothic Medium"/>
                        <a:cs typeface="Franklin Gothic Medium"/>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527049">
                <a:tc>
                  <a:txBody>
                    <a:bodyPr/>
                    <a:lstStyle/>
                    <a:p>
                      <a:pPr marL="8255" algn="ctr">
                        <a:lnSpc>
                          <a:spcPct val="100000"/>
                        </a:lnSpc>
                        <a:spcBef>
                          <a:spcPts val="290"/>
                        </a:spcBef>
                      </a:pPr>
                      <a:r>
                        <a:rPr sz="2200" dirty="0">
                          <a:solidFill>
                            <a:srgbClr val="C00000"/>
                          </a:solidFill>
                          <a:latin typeface="Franklin Gothic Medium"/>
                          <a:cs typeface="Franklin Gothic Medium"/>
                        </a:rPr>
                        <a:t>5&gt;&gt;1</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solidFill>
                      <a:srgbClr val="FFFF00"/>
                    </a:solidFill>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99FF99"/>
                    </a:solidFill>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6985"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6985"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255"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762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255"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255"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89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89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89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890" algn="ctr">
                        <a:lnSpc>
                          <a:spcPct val="100000"/>
                        </a:lnSpc>
                        <a:spcBef>
                          <a:spcPts val="290"/>
                        </a:spcBef>
                      </a:pPr>
                      <a:r>
                        <a:rPr sz="2200" dirty="0">
                          <a:latin typeface="Franklin Gothic Medium"/>
                          <a:cs typeface="Franklin Gothic Medium"/>
                        </a:rPr>
                        <a:t>1</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tc>
                  <a:txBody>
                    <a:bodyPr/>
                    <a:lstStyle/>
                    <a:p>
                      <a:pPr marL="8890" algn="ctr">
                        <a:lnSpc>
                          <a:spcPct val="100000"/>
                        </a:lnSpc>
                        <a:spcBef>
                          <a:spcPts val="290"/>
                        </a:spcBef>
                      </a:pPr>
                      <a:r>
                        <a:rPr sz="2200" dirty="0">
                          <a:latin typeface="Franklin Gothic Medium"/>
                          <a:cs typeface="Franklin Gothic Medium"/>
                        </a:rPr>
                        <a:t>0</a:t>
                      </a:r>
                      <a:endParaRPr sz="2200">
                        <a:latin typeface="Franklin Gothic Medium"/>
                        <a:cs typeface="Franklin Gothic Medium"/>
                      </a:endParaRPr>
                    </a:p>
                  </a:txBody>
                  <a:tcPr marL="0" marR="0" marT="36830" marB="0">
                    <a:lnL w="19050">
                      <a:solidFill>
                        <a:srgbClr val="000000"/>
                      </a:solidFill>
                      <a:prstDash val="solid"/>
                    </a:lnL>
                    <a:lnR w="1905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5" name="object 5"/>
          <p:cNvSpPr/>
          <p:nvPr/>
        </p:nvSpPr>
        <p:spPr>
          <a:xfrm>
            <a:off x="11327638" y="3423539"/>
            <a:ext cx="490855" cy="304165"/>
          </a:xfrm>
          <a:custGeom>
            <a:avLst/>
            <a:gdLst/>
            <a:ahLst/>
            <a:cxnLst/>
            <a:rect l="l" t="t" r="r" b="b"/>
            <a:pathLst>
              <a:path w="490854" h="304164">
                <a:moveTo>
                  <a:pt x="422011" y="269230"/>
                </a:moveTo>
                <a:lnTo>
                  <a:pt x="405383" y="296291"/>
                </a:lnTo>
                <a:lnTo>
                  <a:pt x="490346" y="303656"/>
                </a:lnTo>
                <a:lnTo>
                  <a:pt x="472994" y="275844"/>
                </a:lnTo>
                <a:lnTo>
                  <a:pt x="432815" y="275844"/>
                </a:lnTo>
                <a:lnTo>
                  <a:pt x="422011" y="269230"/>
                </a:lnTo>
                <a:close/>
              </a:path>
              <a:path w="490854" h="304164">
                <a:moveTo>
                  <a:pt x="428638" y="258446"/>
                </a:moveTo>
                <a:lnTo>
                  <a:pt x="422011" y="269230"/>
                </a:lnTo>
                <a:lnTo>
                  <a:pt x="432815" y="275844"/>
                </a:lnTo>
                <a:lnTo>
                  <a:pt x="439419" y="265049"/>
                </a:lnTo>
                <a:lnTo>
                  <a:pt x="428638" y="258446"/>
                </a:lnTo>
                <a:close/>
              </a:path>
              <a:path w="490854" h="304164">
                <a:moveTo>
                  <a:pt x="445261" y="231394"/>
                </a:moveTo>
                <a:lnTo>
                  <a:pt x="428638" y="258446"/>
                </a:lnTo>
                <a:lnTo>
                  <a:pt x="439419" y="265049"/>
                </a:lnTo>
                <a:lnTo>
                  <a:pt x="432815" y="275844"/>
                </a:lnTo>
                <a:lnTo>
                  <a:pt x="472994" y="275844"/>
                </a:lnTo>
                <a:lnTo>
                  <a:pt x="445261" y="231394"/>
                </a:lnTo>
                <a:close/>
              </a:path>
              <a:path w="490854" h="304164">
                <a:moveTo>
                  <a:pt x="6603" y="0"/>
                </a:moveTo>
                <a:lnTo>
                  <a:pt x="0" y="10922"/>
                </a:lnTo>
                <a:lnTo>
                  <a:pt x="422011" y="269230"/>
                </a:lnTo>
                <a:lnTo>
                  <a:pt x="428638" y="258446"/>
                </a:lnTo>
                <a:lnTo>
                  <a:pt x="6603" y="0"/>
                </a:lnTo>
                <a:close/>
              </a:path>
            </a:pathLst>
          </a:custGeom>
          <a:solidFill>
            <a:srgbClr val="C00000"/>
          </a:solidFill>
        </p:spPr>
        <p:txBody>
          <a:bodyPr wrap="square" lIns="0" tIns="0" rIns="0" bIns="0" rtlCol="0"/>
          <a:lstStyle/>
          <a:p>
            <a:endParaRPr/>
          </a:p>
        </p:txBody>
      </p:sp>
      <p:sp>
        <p:nvSpPr>
          <p:cNvPr id="6" name="object 6"/>
          <p:cNvSpPr/>
          <p:nvPr/>
        </p:nvSpPr>
        <p:spPr>
          <a:xfrm>
            <a:off x="10571733" y="3423539"/>
            <a:ext cx="490855" cy="304165"/>
          </a:xfrm>
          <a:custGeom>
            <a:avLst/>
            <a:gdLst/>
            <a:ahLst/>
            <a:cxnLst/>
            <a:rect l="l" t="t" r="r" b="b"/>
            <a:pathLst>
              <a:path w="490854" h="304164">
                <a:moveTo>
                  <a:pt x="422011" y="269230"/>
                </a:moveTo>
                <a:lnTo>
                  <a:pt x="405384" y="296291"/>
                </a:lnTo>
                <a:lnTo>
                  <a:pt x="490347" y="303656"/>
                </a:lnTo>
                <a:lnTo>
                  <a:pt x="472994" y="275844"/>
                </a:lnTo>
                <a:lnTo>
                  <a:pt x="432816" y="275844"/>
                </a:lnTo>
                <a:lnTo>
                  <a:pt x="422011" y="269230"/>
                </a:lnTo>
                <a:close/>
              </a:path>
              <a:path w="490854" h="304164">
                <a:moveTo>
                  <a:pt x="428638" y="258446"/>
                </a:moveTo>
                <a:lnTo>
                  <a:pt x="422011" y="269230"/>
                </a:lnTo>
                <a:lnTo>
                  <a:pt x="432816" y="275844"/>
                </a:lnTo>
                <a:lnTo>
                  <a:pt x="439420" y="265049"/>
                </a:lnTo>
                <a:lnTo>
                  <a:pt x="428638" y="258446"/>
                </a:lnTo>
                <a:close/>
              </a:path>
              <a:path w="490854" h="304164">
                <a:moveTo>
                  <a:pt x="445262" y="231394"/>
                </a:moveTo>
                <a:lnTo>
                  <a:pt x="428638" y="258446"/>
                </a:lnTo>
                <a:lnTo>
                  <a:pt x="439420" y="265049"/>
                </a:lnTo>
                <a:lnTo>
                  <a:pt x="432816" y="275844"/>
                </a:lnTo>
                <a:lnTo>
                  <a:pt x="472994" y="275844"/>
                </a:lnTo>
                <a:lnTo>
                  <a:pt x="445262" y="231394"/>
                </a:lnTo>
                <a:close/>
              </a:path>
              <a:path w="490854" h="304164">
                <a:moveTo>
                  <a:pt x="6604" y="0"/>
                </a:moveTo>
                <a:lnTo>
                  <a:pt x="0" y="10922"/>
                </a:lnTo>
                <a:lnTo>
                  <a:pt x="422011" y="269230"/>
                </a:lnTo>
                <a:lnTo>
                  <a:pt x="428638" y="258446"/>
                </a:lnTo>
                <a:lnTo>
                  <a:pt x="6604" y="0"/>
                </a:lnTo>
                <a:close/>
              </a:path>
            </a:pathLst>
          </a:custGeom>
          <a:solidFill>
            <a:srgbClr val="C00000"/>
          </a:solidFill>
        </p:spPr>
        <p:txBody>
          <a:bodyPr wrap="square" lIns="0" tIns="0" rIns="0" bIns="0" rtlCol="0"/>
          <a:lstStyle/>
          <a:p>
            <a:endParaRPr/>
          </a:p>
        </p:txBody>
      </p:sp>
      <p:sp>
        <p:nvSpPr>
          <p:cNvPr id="7" name="object 7"/>
          <p:cNvSpPr/>
          <p:nvPr/>
        </p:nvSpPr>
        <p:spPr>
          <a:xfrm>
            <a:off x="9896602" y="3499739"/>
            <a:ext cx="490855" cy="304165"/>
          </a:xfrm>
          <a:custGeom>
            <a:avLst/>
            <a:gdLst/>
            <a:ahLst/>
            <a:cxnLst/>
            <a:rect l="l" t="t" r="r" b="b"/>
            <a:pathLst>
              <a:path w="490854" h="304164">
                <a:moveTo>
                  <a:pt x="422011" y="269230"/>
                </a:moveTo>
                <a:lnTo>
                  <a:pt x="405383" y="296291"/>
                </a:lnTo>
                <a:lnTo>
                  <a:pt x="490347" y="303656"/>
                </a:lnTo>
                <a:lnTo>
                  <a:pt x="472994" y="275844"/>
                </a:lnTo>
                <a:lnTo>
                  <a:pt x="432816" y="275844"/>
                </a:lnTo>
                <a:lnTo>
                  <a:pt x="422011" y="269230"/>
                </a:lnTo>
                <a:close/>
              </a:path>
              <a:path w="490854" h="304164">
                <a:moveTo>
                  <a:pt x="428638" y="258446"/>
                </a:moveTo>
                <a:lnTo>
                  <a:pt x="422011" y="269230"/>
                </a:lnTo>
                <a:lnTo>
                  <a:pt x="432816" y="275844"/>
                </a:lnTo>
                <a:lnTo>
                  <a:pt x="439420" y="265049"/>
                </a:lnTo>
                <a:lnTo>
                  <a:pt x="428638" y="258446"/>
                </a:lnTo>
                <a:close/>
              </a:path>
              <a:path w="490854" h="304164">
                <a:moveTo>
                  <a:pt x="445262" y="231394"/>
                </a:moveTo>
                <a:lnTo>
                  <a:pt x="428638" y="258446"/>
                </a:lnTo>
                <a:lnTo>
                  <a:pt x="439420" y="265049"/>
                </a:lnTo>
                <a:lnTo>
                  <a:pt x="432816" y="275844"/>
                </a:lnTo>
                <a:lnTo>
                  <a:pt x="472994" y="275844"/>
                </a:lnTo>
                <a:lnTo>
                  <a:pt x="445262" y="231394"/>
                </a:lnTo>
                <a:close/>
              </a:path>
              <a:path w="490854" h="304164">
                <a:moveTo>
                  <a:pt x="6603" y="0"/>
                </a:moveTo>
                <a:lnTo>
                  <a:pt x="0" y="10922"/>
                </a:lnTo>
                <a:lnTo>
                  <a:pt x="422011" y="269230"/>
                </a:lnTo>
                <a:lnTo>
                  <a:pt x="428638" y="258446"/>
                </a:lnTo>
                <a:lnTo>
                  <a:pt x="6603" y="0"/>
                </a:lnTo>
                <a:close/>
              </a:path>
            </a:pathLst>
          </a:custGeom>
          <a:solidFill>
            <a:srgbClr val="C00000"/>
          </a:solidFill>
        </p:spPr>
        <p:txBody>
          <a:bodyPr wrap="square" lIns="0" tIns="0" rIns="0" bIns="0" rtlCol="0"/>
          <a:lstStyle/>
          <a:p>
            <a:endParaRPr/>
          </a:p>
        </p:txBody>
      </p:sp>
      <p:sp>
        <p:nvSpPr>
          <p:cNvPr id="8" name="object 8"/>
          <p:cNvSpPr/>
          <p:nvPr/>
        </p:nvSpPr>
        <p:spPr>
          <a:xfrm>
            <a:off x="9250426" y="3470783"/>
            <a:ext cx="490855" cy="304165"/>
          </a:xfrm>
          <a:custGeom>
            <a:avLst/>
            <a:gdLst/>
            <a:ahLst/>
            <a:cxnLst/>
            <a:rect l="l" t="t" r="r" b="b"/>
            <a:pathLst>
              <a:path w="490854" h="304164">
                <a:moveTo>
                  <a:pt x="422011" y="269230"/>
                </a:moveTo>
                <a:lnTo>
                  <a:pt x="405383" y="296290"/>
                </a:lnTo>
                <a:lnTo>
                  <a:pt x="490347" y="303656"/>
                </a:lnTo>
                <a:lnTo>
                  <a:pt x="472994" y="275843"/>
                </a:lnTo>
                <a:lnTo>
                  <a:pt x="432816" y="275843"/>
                </a:lnTo>
                <a:lnTo>
                  <a:pt x="422011" y="269230"/>
                </a:lnTo>
                <a:close/>
              </a:path>
              <a:path w="490854" h="304164">
                <a:moveTo>
                  <a:pt x="428638" y="258446"/>
                </a:moveTo>
                <a:lnTo>
                  <a:pt x="422011" y="269230"/>
                </a:lnTo>
                <a:lnTo>
                  <a:pt x="432816" y="275843"/>
                </a:lnTo>
                <a:lnTo>
                  <a:pt x="439420" y="265048"/>
                </a:lnTo>
                <a:lnTo>
                  <a:pt x="428638" y="258446"/>
                </a:lnTo>
                <a:close/>
              </a:path>
              <a:path w="490854" h="304164">
                <a:moveTo>
                  <a:pt x="445262" y="231393"/>
                </a:moveTo>
                <a:lnTo>
                  <a:pt x="428638" y="258446"/>
                </a:lnTo>
                <a:lnTo>
                  <a:pt x="439420" y="265048"/>
                </a:lnTo>
                <a:lnTo>
                  <a:pt x="432816" y="275843"/>
                </a:lnTo>
                <a:lnTo>
                  <a:pt x="472994" y="275843"/>
                </a:lnTo>
                <a:lnTo>
                  <a:pt x="445262" y="231393"/>
                </a:lnTo>
                <a:close/>
              </a:path>
              <a:path w="490854" h="304164">
                <a:moveTo>
                  <a:pt x="6603" y="0"/>
                </a:moveTo>
                <a:lnTo>
                  <a:pt x="0" y="10921"/>
                </a:lnTo>
                <a:lnTo>
                  <a:pt x="422011" y="269230"/>
                </a:lnTo>
                <a:lnTo>
                  <a:pt x="428638" y="258446"/>
                </a:lnTo>
                <a:lnTo>
                  <a:pt x="6603" y="0"/>
                </a:lnTo>
                <a:close/>
              </a:path>
            </a:pathLst>
          </a:custGeom>
          <a:solidFill>
            <a:srgbClr val="C00000"/>
          </a:solidFill>
        </p:spPr>
        <p:txBody>
          <a:bodyPr wrap="square" lIns="0" tIns="0" rIns="0" bIns="0" rtlCol="0"/>
          <a:lstStyle/>
          <a:p>
            <a:endParaRPr/>
          </a:p>
        </p:txBody>
      </p:sp>
      <p:sp>
        <p:nvSpPr>
          <p:cNvPr id="9" name="object 9"/>
          <p:cNvSpPr/>
          <p:nvPr/>
        </p:nvSpPr>
        <p:spPr>
          <a:xfrm>
            <a:off x="8628633" y="3476878"/>
            <a:ext cx="490855" cy="304165"/>
          </a:xfrm>
          <a:custGeom>
            <a:avLst/>
            <a:gdLst/>
            <a:ahLst/>
            <a:cxnLst/>
            <a:rect l="l" t="t" r="r" b="b"/>
            <a:pathLst>
              <a:path w="490854" h="304164">
                <a:moveTo>
                  <a:pt x="422011" y="269230"/>
                </a:moveTo>
                <a:lnTo>
                  <a:pt x="405384" y="296291"/>
                </a:lnTo>
                <a:lnTo>
                  <a:pt x="490347" y="303657"/>
                </a:lnTo>
                <a:lnTo>
                  <a:pt x="472994" y="275844"/>
                </a:lnTo>
                <a:lnTo>
                  <a:pt x="432816" y="275844"/>
                </a:lnTo>
                <a:lnTo>
                  <a:pt x="422011" y="269230"/>
                </a:lnTo>
                <a:close/>
              </a:path>
              <a:path w="490854" h="304164">
                <a:moveTo>
                  <a:pt x="428638" y="258446"/>
                </a:moveTo>
                <a:lnTo>
                  <a:pt x="422011" y="269230"/>
                </a:lnTo>
                <a:lnTo>
                  <a:pt x="432816" y="275844"/>
                </a:lnTo>
                <a:lnTo>
                  <a:pt x="439420" y="265049"/>
                </a:lnTo>
                <a:lnTo>
                  <a:pt x="428638" y="258446"/>
                </a:lnTo>
                <a:close/>
              </a:path>
              <a:path w="490854" h="304164">
                <a:moveTo>
                  <a:pt x="445262" y="231394"/>
                </a:moveTo>
                <a:lnTo>
                  <a:pt x="428638" y="258446"/>
                </a:lnTo>
                <a:lnTo>
                  <a:pt x="439420" y="265049"/>
                </a:lnTo>
                <a:lnTo>
                  <a:pt x="432816" y="275844"/>
                </a:lnTo>
                <a:lnTo>
                  <a:pt x="472994" y="275844"/>
                </a:lnTo>
                <a:lnTo>
                  <a:pt x="445262" y="231394"/>
                </a:lnTo>
                <a:close/>
              </a:path>
              <a:path w="490854" h="304164">
                <a:moveTo>
                  <a:pt x="6604" y="0"/>
                </a:moveTo>
                <a:lnTo>
                  <a:pt x="0" y="10922"/>
                </a:lnTo>
                <a:lnTo>
                  <a:pt x="422011" y="269230"/>
                </a:lnTo>
                <a:lnTo>
                  <a:pt x="428638" y="258446"/>
                </a:lnTo>
                <a:lnTo>
                  <a:pt x="6604" y="0"/>
                </a:lnTo>
                <a:close/>
              </a:path>
            </a:pathLst>
          </a:custGeom>
          <a:solidFill>
            <a:srgbClr val="C00000"/>
          </a:solidFill>
        </p:spPr>
        <p:txBody>
          <a:bodyPr wrap="square" lIns="0" tIns="0" rIns="0" bIns="0" rtlCol="0"/>
          <a:lstStyle/>
          <a:p>
            <a:endParaRPr/>
          </a:p>
        </p:txBody>
      </p:sp>
      <p:sp>
        <p:nvSpPr>
          <p:cNvPr id="10" name="object 10"/>
          <p:cNvSpPr/>
          <p:nvPr/>
        </p:nvSpPr>
        <p:spPr>
          <a:xfrm>
            <a:off x="8008366" y="3476878"/>
            <a:ext cx="490855" cy="304165"/>
          </a:xfrm>
          <a:custGeom>
            <a:avLst/>
            <a:gdLst/>
            <a:ahLst/>
            <a:cxnLst/>
            <a:rect l="l" t="t" r="r" b="b"/>
            <a:pathLst>
              <a:path w="490854" h="304164">
                <a:moveTo>
                  <a:pt x="422011" y="269230"/>
                </a:moveTo>
                <a:lnTo>
                  <a:pt x="405383" y="296291"/>
                </a:lnTo>
                <a:lnTo>
                  <a:pt x="490347" y="303657"/>
                </a:lnTo>
                <a:lnTo>
                  <a:pt x="472994" y="275844"/>
                </a:lnTo>
                <a:lnTo>
                  <a:pt x="432815" y="275844"/>
                </a:lnTo>
                <a:lnTo>
                  <a:pt x="422011" y="269230"/>
                </a:lnTo>
                <a:close/>
              </a:path>
              <a:path w="490854" h="304164">
                <a:moveTo>
                  <a:pt x="428638" y="258446"/>
                </a:moveTo>
                <a:lnTo>
                  <a:pt x="422011" y="269230"/>
                </a:lnTo>
                <a:lnTo>
                  <a:pt x="432815" y="275844"/>
                </a:lnTo>
                <a:lnTo>
                  <a:pt x="439419" y="265049"/>
                </a:lnTo>
                <a:lnTo>
                  <a:pt x="428638" y="258446"/>
                </a:lnTo>
                <a:close/>
              </a:path>
              <a:path w="490854" h="304164">
                <a:moveTo>
                  <a:pt x="445261" y="231394"/>
                </a:moveTo>
                <a:lnTo>
                  <a:pt x="428638" y="258446"/>
                </a:lnTo>
                <a:lnTo>
                  <a:pt x="439419" y="265049"/>
                </a:lnTo>
                <a:lnTo>
                  <a:pt x="432815" y="275844"/>
                </a:lnTo>
                <a:lnTo>
                  <a:pt x="472994" y="275844"/>
                </a:lnTo>
                <a:lnTo>
                  <a:pt x="445261" y="231394"/>
                </a:lnTo>
                <a:close/>
              </a:path>
              <a:path w="490854" h="304164">
                <a:moveTo>
                  <a:pt x="6603" y="0"/>
                </a:moveTo>
                <a:lnTo>
                  <a:pt x="0" y="10922"/>
                </a:lnTo>
                <a:lnTo>
                  <a:pt x="422011" y="269230"/>
                </a:lnTo>
                <a:lnTo>
                  <a:pt x="428638" y="258446"/>
                </a:lnTo>
                <a:lnTo>
                  <a:pt x="6603" y="0"/>
                </a:lnTo>
                <a:close/>
              </a:path>
            </a:pathLst>
          </a:custGeom>
          <a:solidFill>
            <a:srgbClr val="C00000"/>
          </a:solidFill>
        </p:spPr>
        <p:txBody>
          <a:bodyPr wrap="square" lIns="0" tIns="0" rIns="0" bIns="0" rtlCol="0"/>
          <a:lstStyle/>
          <a:p>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777" y="848592"/>
            <a:ext cx="11007725" cy="5056505"/>
          </a:xfrm>
          <a:prstGeom prst="rect">
            <a:avLst/>
          </a:prstGeom>
        </p:spPr>
        <p:txBody>
          <a:bodyPr vert="horz" wrap="square" lIns="0" tIns="180975" rIns="0" bIns="0" rtlCol="0">
            <a:spAutoFit/>
          </a:bodyPr>
          <a:lstStyle/>
          <a:p>
            <a:pPr marL="12700">
              <a:lnSpc>
                <a:spcPct val="100000"/>
              </a:lnSpc>
              <a:spcBef>
                <a:spcPts val="1425"/>
              </a:spcBef>
            </a:pPr>
            <a:r>
              <a:rPr sz="2200" dirty="0">
                <a:solidFill>
                  <a:srgbClr val="000099"/>
                </a:solidFill>
                <a:latin typeface="Franklin Gothic Medium"/>
                <a:cs typeface="Franklin Gothic Medium"/>
              </a:rPr>
              <a:t>Comma</a:t>
            </a:r>
            <a:r>
              <a:rPr sz="2200" spc="-50" dirty="0">
                <a:solidFill>
                  <a:srgbClr val="000099"/>
                </a:solidFill>
                <a:latin typeface="Franklin Gothic Medium"/>
                <a:cs typeface="Franklin Gothic Medium"/>
              </a:rPr>
              <a:t> </a:t>
            </a:r>
            <a:r>
              <a:rPr sz="2200" spc="-10" dirty="0">
                <a:solidFill>
                  <a:srgbClr val="000099"/>
                </a:solidFill>
                <a:latin typeface="Franklin Gothic Medium"/>
                <a:cs typeface="Franklin Gothic Medium"/>
              </a:rPr>
              <a:t>operator</a:t>
            </a:r>
            <a:endParaRPr sz="2200">
              <a:latin typeface="Franklin Gothic Medium"/>
              <a:cs typeface="Franklin Gothic Medium"/>
            </a:endParaRPr>
          </a:p>
          <a:p>
            <a:pPr marL="12700">
              <a:lnSpc>
                <a:spcPct val="100000"/>
              </a:lnSpc>
              <a:spcBef>
                <a:spcPts val="1320"/>
              </a:spcBef>
            </a:pPr>
            <a:r>
              <a:rPr sz="2200" spc="-10" dirty="0">
                <a:latin typeface="Franklin Gothic Medium"/>
                <a:cs typeface="Franklin Gothic Medium"/>
              </a:rPr>
              <a:t>The</a:t>
            </a:r>
            <a:r>
              <a:rPr sz="2200" spc="5" dirty="0">
                <a:latin typeface="Franklin Gothic Medium"/>
                <a:cs typeface="Franklin Gothic Medium"/>
              </a:rPr>
              <a:t> </a:t>
            </a:r>
            <a:r>
              <a:rPr sz="2200" spc="-5" dirty="0">
                <a:latin typeface="Franklin Gothic Medium"/>
                <a:cs typeface="Franklin Gothic Medium"/>
              </a:rPr>
              <a:t>comma</a:t>
            </a:r>
            <a:r>
              <a:rPr sz="2200" spc="10" dirty="0">
                <a:latin typeface="Franklin Gothic Medium"/>
                <a:cs typeface="Franklin Gothic Medium"/>
              </a:rPr>
              <a:t> </a:t>
            </a:r>
            <a:r>
              <a:rPr sz="2200" spc="-10" dirty="0">
                <a:latin typeface="Franklin Gothic Medium"/>
                <a:cs typeface="Franklin Gothic Medium"/>
              </a:rPr>
              <a:t>operator</a:t>
            </a:r>
            <a:r>
              <a:rPr sz="2200" spc="-5" dirty="0">
                <a:latin typeface="Franklin Gothic Medium"/>
                <a:cs typeface="Franklin Gothic Medium"/>
              </a:rPr>
              <a:t> can</a:t>
            </a:r>
            <a:r>
              <a:rPr sz="2200" spc="5" dirty="0">
                <a:latin typeface="Franklin Gothic Medium"/>
                <a:cs typeface="Franklin Gothic Medium"/>
              </a:rPr>
              <a:t> </a:t>
            </a:r>
            <a:r>
              <a:rPr sz="2200" dirty="0">
                <a:latin typeface="Franklin Gothic Medium"/>
                <a:cs typeface="Franklin Gothic Medium"/>
              </a:rPr>
              <a:t>be</a:t>
            </a:r>
            <a:r>
              <a:rPr sz="2200" spc="5" dirty="0">
                <a:latin typeface="Franklin Gothic Medium"/>
                <a:cs typeface="Franklin Gothic Medium"/>
              </a:rPr>
              <a:t> </a:t>
            </a:r>
            <a:r>
              <a:rPr sz="2200" spc="-5" dirty="0">
                <a:latin typeface="Franklin Gothic Medium"/>
                <a:cs typeface="Franklin Gothic Medium"/>
              </a:rPr>
              <a:t>used</a:t>
            </a:r>
            <a:r>
              <a:rPr sz="2200" spc="5" dirty="0">
                <a:latin typeface="Franklin Gothic Medium"/>
                <a:cs typeface="Franklin Gothic Medium"/>
              </a:rPr>
              <a:t> </a:t>
            </a:r>
            <a:r>
              <a:rPr sz="2200" spc="-25" dirty="0">
                <a:latin typeface="Franklin Gothic Medium"/>
                <a:cs typeface="Franklin Gothic Medium"/>
              </a:rPr>
              <a:t>to</a:t>
            </a:r>
            <a:r>
              <a:rPr sz="2200" spc="5" dirty="0">
                <a:latin typeface="Franklin Gothic Medium"/>
                <a:cs typeface="Franklin Gothic Medium"/>
              </a:rPr>
              <a:t> </a:t>
            </a:r>
            <a:r>
              <a:rPr sz="2200" spc="-5" dirty="0">
                <a:latin typeface="Franklin Gothic Medium"/>
                <a:cs typeface="Franklin Gothic Medium"/>
              </a:rPr>
              <a:t>link</a:t>
            </a:r>
            <a:r>
              <a:rPr sz="2200" dirty="0">
                <a:latin typeface="Franklin Gothic Medium"/>
                <a:cs typeface="Franklin Gothic Medium"/>
              </a:rPr>
              <a:t> </a:t>
            </a:r>
            <a:r>
              <a:rPr sz="2200" spc="-10" dirty="0">
                <a:latin typeface="Franklin Gothic Medium"/>
                <a:cs typeface="Franklin Gothic Medium"/>
              </a:rPr>
              <a:t>the</a:t>
            </a:r>
            <a:r>
              <a:rPr sz="2200" spc="5" dirty="0">
                <a:latin typeface="Franklin Gothic Medium"/>
                <a:cs typeface="Franklin Gothic Medium"/>
              </a:rPr>
              <a:t> </a:t>
            </a:r>
            <a:r>
              <a:rPr sz="2200" spc="-10" dirty="0">
                <a:latin typeface="Franklin Gothic Medium"/>
                <a:cs typeface="Franklin Gothic Medium"/>
              </a:rPr>
              <a:t>related</a:t>
            </a:r>
            <a:r>
              <a:rPr sz="2200" spc="-5" dirty="0">
                <a:latin typeface="Franklin Gothic Medium"/>
                <a:cs typeface="Franklin Gothic Medium"/>
              </a:rPr>
              <a:t> expressions</a:t>
            </a:r>
            <a:r>
              <a:rPr sz="2200" dirty="0">
                <a:latin typeface="Franklin Gothic Medium"/>
                <a:cs typeface="Franklin Gothic Medium"/>
              </a:rPr>
              <a:t> </a:t>
            </a:r>
            <a:r>
              <a:rPr sz="2200" spc="-20" dirty="0">
                <a:latin typeface="Franklin Gothic Medium"/>
                <a:cs typeface="Franklin Gothic Medium"/>
              </a:rPr>
              <a:t>together.</a:t>
            </a:r>
            <a:endParaRPr sz="2200">
              <a:latin typeface="Franklin Gothic Medium"/>
              <a:cs typeface="Franklin Gothic Medium"/>
            </a:endParaRPr>
          </a:p>
          <a:p>
            <a:pPr marL="12700">
              <a:lnSpc>
                <a:spcPct val="100000"/>
              </a:lnSpc>
              <a:spcBef>
                <a:spcPts val="1320"/>
              </a:spcBef>
            </a:pPr>
            <a:r>
              <a:rPr sz="2200" spc="-5" dirty="0">
                <a:latin typeface="Franklin Gothic Medium"/>
                <a:cs typeface="Franklin Gothic Medium"/>
              </a:rPr>
              <a:t>A</a:t>
            </a:r>
            <a:r>
              <a:rPr sz="2200" spc="270" dirty="0">
                <a:latin typeface="Franklin Gothic Medium"/>
                <a:cs typeface="Franklin Gothic Medium"/>
              </a:rPr>
              <a:t> </a:t>
            </a:r>
            <a:r>
              <a:rPr sz="2200" spc="-10" dirty="0">
                <a:latin typeface="Franklin Gothic Medium"/>
                <a:cs typeface="Franklin Gothic Medium"/>
              </a:rPr>
              <a:t>comma-linked</a:t>
            </a:r>
            <a:r>
              <a:rPr sz="2200" spc="280" dirty="0">
                <a:latin typeface="Franklin Gothic Medium"/>
                <a:cs typeface="Franklin Gothic Medium"/>
              </a:rPr>
              <a:t> </a:t>
            </a:r>
            <a:r>
              <a:rPr sz="2200" spc="-5" dirty="0">
                <a:latin typeface="Franklin Gothic Medium"/>
                <a:cs typeface="Franklin Gothic Medium"/>
              </a:rPr>
              <a:t>list</a:t>
            </a:r>
            <a:r>
              <a:rPr sz="2200" spc="275" dirty="0">
                <a:latin typeface="Franklin Gothic Medium"/>
                <a:cs typeface="Franklin Gothic Medium"/>
              </a:rPr>
              <a:t> </a:t>
            </a:r>
            <a:r>
              <a:rPr sz="2200" spc="-5" dirty="0">
                <a:latin typeface="Franklin Gothic Medium"/>
                <a:cs typeface="Franklin Gothic Medium"/>
              </a:rPr>
              <a:t>of</a:t>
            </a:r>
            <a:r>
              <a:rPr sz="2200" spc="280" dirty="0">
                <a:latin typeface="Franklin Gothic Medium"/>
                <a:cs typeface="Franklin Gothic Medium"/>
              </a:rPr>
              <a:t> </a:t>
            </a:r>
            <a:r>
              <a:rPr sz="2200" spc="-10" dirty="0">
                <a:latin typeface="Franklin Gothic Medium"/>
                <a:cs typeface="Franklin Gothic Medium"/>
              </a:rPr>
              <a:t>expressions</a:t>
            </a:r>
            <a:r>
              <a:rPr sz="2200" spc="275" dirty="0">
                <a:latin typeface="Franklin Gothic Medium"/>
                <a:cs typeface="Franklin Gothic Medium"/>
              </a:rPr>
              <a:t> </a:t>
            </a:r>
            <a:r>
              <a:rPr sz="2200" spc="-10" dirty="0">
                <a:latin typeface="Franklin Gothic Medium"/>
                <a:cs typeface="Franklin Gothic Medium"/>
              </a:rPr>
              <a:t>are</a:t>
            </a:r>
            <a:r>
              <a:rPr sz="2200" spc="265" dirty="0">
                <a:latin typeface="Franklin Gothic Medium"/>
                <a:cs typeface="Franklin Gothic Medium"/>
              </a:rPr>
              <a:t> </a:t>
            </a:r>
            <a:r>
              <a:rPr sz="2200" spc="-15" dirty="0">
                <a:latin typeface="Franklin Gothic Medium"/>
                <a:cs typeface="Franklin Gothic Medium"/>
              </a:rPr>
              <a:t>evaluated</a:t>
            </a:r>
            <a:r>
              <a:rPr sz="2200" spc="265" dirty="0">
                <a:latin typeface="Franklin Gothic Medium"/>
                <a:cs typeface="Franklin Gothic Medium"/>
              </a:rPr>
              <a:t> </a:t>
            </a:r>
            <a:r>
              <a:rPr sz="2200" spc="5" dirty="0">
                <a:latin typeface="Franklin Gothic Medium"/>
                <a:cs typeface="Franklin Gothic Medium"/>
              </a:rPr>
              <a:t>left</a:t>
            </a:r>
            <a:r>
              <a:rPr sz="2200" spc="275" dirty="0">
                <a:latin typeface="Franklin Gothic Medium"/>
                <a:cs typeface="Franklin Gothic Medium"/>
              </a:rPr>
              <a:t> </a:t>
            </a:r>
            <a:r>
              <a:rPr sz="2200" spc="-25" dirty="0">
                <a:latin typeface="Franklin Gothic Medium"/>
                <a:cs typeface="Franklin Gothic Medium"/>
              </a:rPr>
              <a:t>to</a:t>
            </a:r>
            <a:r>
              <a:rPr sz="2200" spc="265" dirty="0">
                <a:latin typeface="Franklin Gothic Medium"/>
                <a:cs typeface="Franklin Gothic Medium"/>
              </a:rPr>
              <a:t> </a:t>
            </a:r>
            <a:r>
              <a:rPr sz="2200" spc="-5" dirty="0">
                <a:latin typeface="Franklin Gothic Medium"/>
                <a:cs typeface="Franklin Gothic Medium"/>
              </a:rPr>
              <a:t>right</a:t>
            </a:r>
            <a:r>
              <a:rPr sz="2200" spc="265" dirty="0">
                <a:latin typeface="Franklin Gothic Medium"/>
                <a:cs typeface="Franklin Gothic Medium"/>
              </a:rPr>
              <a:t> </a:t>
            </a:r>
            <a:r>
              <a:rPr sz="2200" spc="-5" dirty="0">
                <a:latin typeface="Franklin Gothic Medium"/>
                <a:cs typeface="Franklin Gothic Medium"/>
              </a:rPr>
              <a:t>and</a:t>
            </a:r>
            <a:r>
              <a:rPr sz="2200" spc="275" dirty="0">
                <a:latin typeface="Franklin Gothic Medium"/>
                <a:cs typeface="Franklin Gothic Medium"/>
              </a:rPr>
              <a:t> </a:t>
            </a:r>
            <a:r>
              <a:rPr sz="2200" spc="-10" dirty="0">
                <a:latin typeface="Franklin Gothic Medium"/>
                <a:cs typeface="Franklin Gothic Medium"/>
              </a:rPr>
              <a:t>the</a:t>
            </a:r>
            <a:r>
              <a:rPr sz="2200" spc="260" dirty="0">
                <a:latin typeface="Franklin Gothic Medium"/>
                <a:cs typeface="Franklin Gothic Medium"/>
              </a:rPr>
              <a:t> </a:t>
            </a:r>
            <a:r>
              <a:rPr sz="2200" spc="-10" dirty="0">
                <a:latin typeface="Franklin Gothic Medium"/>
                <a:cs typeface="Franklin Gothic Medium"/>
              </a:rPr>
              <a:t>value</a:t>
            </a:r>
            <a:r>
              <a:rPr sz="2200" spc="275" dirty="0">
                <a:latin typeface="Franklin Gothic Medium"/>
                <a:cs typeface="Franklin Gothic Medium"/>
              </a:rPr>
              <a:t> </a:t>
            </a:r>
            <a:r>
              <a:rPr sz="2200" spc="-5" dirty="0">
                <a:latin typeface="Franklin Gothic Medium"/>
                <a:cs typeface="Franklin Gothic Medium"/>
              </a:rPr>
              <a:t>of</a:t>
            </a:r>
            <a:r>
              <a:rPr sz="2200" spc="265" dirty="0">
                <a:latin typeface="Franklin Gothic Medium"/>
                <a:cs typeface="Franklin Gothic Medium"/>
              </a:rPr>
              <a:t> </a:t>
            </a:r>
            <a:r>
              <a:rPr sz="2200" spc="-5" dirty="0">
                <a:latin typeface="Franklin Gothic Medium"/>
                <a:cs typeface="Franklin Gothic Medium"/>
              </a:rPr>
              <a:t>right-most</a:t>
            </a:r>
            <a:endParaRPr sz="2200">
              <a:latin typeface="Franklin Gothic Medium"/>
              <a:cs typeface="Franklin Gothic Medium"/>
            </a:endParaRPr>
          </a:p>
          <a:p>
            <a:pPr marL="12700">
              <a:lnSpc>
                <a:spcPct val="100000"/>
              </a:lnSpc>
              <a:spcBef>
                <a:spcPts val="1320"/>
              </a:spcBef>
            </a:pPr>
            <a:r>
              <a:rPr sz="2200" spc="-10" dirty="0">
                <a:latin typeface="Franklin Gothic Medium"/>
                <a:cs typeface="Franklin Gothic Medium"/>
              </a:rPr>
              <a:t>expression</a:t>
            </a:r>
            <a:r>
              <a:rPr sz="2200" dirty="0">
                <a:latin typeface="Franklin Gothic Medium"/>
                <a:cs typeface="Franklin Gothic Medium"/>
              </a:rPr>
              <a:t> </a:t>
            </a:r>
            <a:r>
              <a:rPr sz="2200" spc="-5" dirty="0">
                <a:latin typeface="Franklin Gothic Medium"/>
                <a:cs typeface="Franklin Gothic Medium"/>
              </a:rPr>
              <a:t>is</a:t>
            </a:r>
            <a:r>
              <a:rPr sz="2200" dirty="0">
                <a:latin typeface="Franklin Gothic Medium"/>
                <a:cs typeface="Franklin Gothic Medium"/>
              </a:rPr>
              <a:t> </a:t>
            </a:r>
            <a:r>
              <a:rPr sz="2200" spc="-5" dirty="0">
                <a:latin typeface="Franklin Gothic Medium"/>
                <a:cs typeface="Franklin Gothic Medium"/>
              </a:rPr>
              <a:t>the</a:t>
            </a:r>
            <a:r>
              <a:rPr sz="2200" dirty="0">
                <a:latin typeface="Franklin Gothic Medium"/>
                <a:cs typeface="Franklin Gothic Medium"/>
              </a:rPr>
              <a:t> </a:t>
            </a:r>
            <a:r>
              <a:rPr sz="2200" spc="-10" dirty="0">
                <a:latin typeface="Franklin Gothic Medium"/>
                <a:cs typeface="Franklin Gothic Medium"/>
              </a:rPr>
              <a:t>value</a:t>
            </a:r>
            <a:r>
              <a:rPr sz="2200" spc="5" dirty="0">
                <a:latin typeface="Franklin Gothic Medium"/>
                <a:cs typeface="Franklin Gothic Medium"/>
              </a:rPr>
              <a:t> </a:t>
            </a:r>
            <a:r>
              <a:rPr sz="2200" spc="-5" dirty="0">
                <a:latin typeface="Franklin Gothic Medium"/>
                <a:cs typeface="Franklin Gothic Medium"/>
              </a:rPr>
              <a:t>of</a:t>
            </a:r>
            <a:r>
              <a:rPr sz="2200" spc="5" dirty="0">
                <a:latin typeface="Franklin Gothic Medium"/>
                <a:cs typeface="Franklin Gothic Medium"/>
              </a:rPr>
              <a:t> </a:t>
            </a:r>
            <a:r>
              <a:rPr sz="2200" spc="-5" dirty="0">
                <a:latin typeface="Franklin Gothic Medium"/>
                <a:cs typeface="Franklin Gothic Medium"/>
              </a:rPr>
              <a:t>the</a:t>
            </a:r>
            <a:r>
              <a:rPr sz="2200" dirty="0">
                <a:latin typeface="Franklin Gothic Medium"/>
                <a:cs typeface="Franklin Gothic Medium"/>
              </a:rPr>
              <a:t> </a:t>
            </a:r>
            <a:r>
              <a:rPr sz="2200" spc="-5" dirty="0">
                <a:latin typeface="Franklin Gothic Medium"/>
                <a:cs typeface="Franklin Gothic Medium"/>
              </a:rPr>
              <a:t>combined</a:t>
            </a:r>
            <a:r>
              <a:rPr sz="2200" spc="10" dirty="0">
                <a:latin typeface="Franklin Gothic Medium"/>
                <a:cs typeface="Franklin Gothic Medium"/>
              </a:rPr>
              <a:t> </a:t>
            </a:r>
            <a:r>
              <a:rPr sz="2200" spc="-10" dirty="0">
                <a:latin typeface="Franklin Gothic Medium"/>
                <a:cs typeface="Franklin Gothic Medium"/>
              </a:rPr>
              <a:t>expression.</a:t>
            </a:r>
            <a:endParaRPr sz="2200">
              <a:latin typeface="Franklin Gothic Medium"/>
              <a:cs typeface="Franklin Gothic Medium"/>
            </a:endParaRPr>
          </a:p>
          <a:p>
            <a:pPr marL="12700">
              <a:lnSpc>
                <a:spcPct val="100000"/>
              </a:lnSpc>
              <a:spcBef>
                <a:spcPts val="1325"/>
              </a:spcBef>
            </a:pPr>
            <a:r>
              <a:rPr sz="2200" dirty="0">
                <a:solidFill>
                  <a:srgbClr val="C00000"/>
                </a:solidFill>
                <a:latin typeface="Franklin Gothic Medium"/>
                <a:cs typeface="Franklin Gothic Medium"/>
              </a:rPr>
              <a:t>Example</a:t>
            </a:r>
            <a:r>
              <a:rPr sz="2200" spc="-65" dirty="0">
                <a:solidFill>
                  <a:srgbClr val="C00000"/>
                </a:solidFill>
                <a:latin typeface="Franklin Gothic Medium"/>
                <a:cs typeface="Franklin Gothic Medium"/>
              </a:rPr>
              <a:t> </a:t>
            </a:r>
            <a:r>
              <a:rPr sz="2200" spc="-5" dirty="0">
                <a:solidFill>
                  <a:srgbClr val="C00000"/>
                </a:solidFill>
                <a:latin typeface="Franklin Gothic Medium"/>
                <a:cs typeface="Franklin Gothic Medium"/>
              </a:rPr>
              <a:t>:</a:t>
            </a:r>
            <a:endParaRPr sz="2200">
              <a:latin typeface="Franklin Gothic Medium"/>
              <a:cs typeface="Franklin Gothic Medium"/>
            </a:endParaRPr>
          </a:p>
          <a:p>
            <a:pPr marL="12700">
              <a:lnSpc>
                <a:spcPct val="100000"/>
              </a:lnSpc>
              <a:spcBef>
                <a:spcPts val="1320"/>
              </a:spcBef>
            </a:pPr>
            <a:r>
              <a:rPr sz="2200" spc="-10" dirty="0">
                <a:solidFill>
                  <a:srgbClr val="000099"/>
                </a:solidFill>
                <a:latin typeface="Franklin Gothic Medium"/>
                <a:cs typeface="Franklin Gothic Medium"/>
              </a:rPr>
              <a:t>value</a:t>
            </a:r>
            <a:r>
              <a:rPr sz="2200" spc="-15"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(x</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a:t>
            </a:r>
            <a:r>
              <a:rPr sz="2200" spc="-10" dirty="0">
                <a:solidFill>
                  <a:srgbClr val="000099"/>
                </a:solidFill>
                <a:latin typeface="Franklin Gothic Medium"/>
                <a:cs typeface="Franklin Gothic Medium"/>
              </a:rPr>
              <a:t> </a:t>
            </a:r>
            <a:r>
              <a:rPr sz="2200" spc="-15" dirty="0">
                <a:solidFill>
                  <a:srgbClr val="000099"/>
                </a:solidFill>
                <a:latin typeface="Franklin Gothic Medium"/>
                <a:cs typeface="Franklin Gothic Medium"/>
              </a:rPr>
              <a:t>10,</a:t>
            </a:r>
            <a:r>
              <a:rPr sz="2200" spc="-5" dirty="0">
                <a:solidFill>
                  <a:srgbClr val="000099"/>
                </a:solidFill>
                <a:latin typeface="Franklin Gothic Medium"/>
                <a:cs typeface="Franklin Gothic Medium"/>
              </a:rPr>
              <a:t> y =</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5,</a:t>
            </a:r>
            <a:r>
              <a:rPr sz="2200" spc="-10" dirty="0">
                <a:solidFill>
                  <a:srgbClr val="000099"/>
                </a:solidFill>
                <a:latin typeface="Franklin Gothic Medium"/>
                <a:cs typeface="Franklin Gothic Medium"/>
              </a:rPr>
              <a:t> </a:t>
            </a:r>
            <a:r>
              <a:rPr sz="2200" spc="-5" dirty="0">
                <a:solidFill>
                  <a:srgbClr val="000099"/>
                </a:solidFill>
                <a:latin typeface="Franklin Gothic Medium"/>
                <a:cs typeface="Franklin Gothic Medium"/>
              </a:rPr>
              <a:t>x+y);</a:t>
            </a:r>
            <a:endParaRPr sz="2200">
              <a:latin typeface="Franklin Gothic Medium"/>
              <a:cs typeface="Franklin Gothic Medium"/>
            </a:endParaRPr>
          </a:p>
          <a:p>
            <a:pPr marL="12700">
              <a:lnSpc>
                <a:spcPct val="100000"/>
              </a:lnSpc>
              <a:spcBef>
                <a:spcPts val="1320"/>
              </a:spcBef>
            </a:pPr>
            <a:r>
              <a:rPr sz="2200" dirty="0">
                <a:latin typeface="Franklin Gothic Medium"/>
                <a:cs typeface="Franklin Gothic Medium"/>
              </a:rPr>
              <a:t>First</a:t>
            </a:r>
            <a:r>
              <a:rPr sz="2200" spc="235" dirty="0">
                <a:latin typeface="Franklin Gothic Medium"/>
                <a:cs typeface="Franklin Gothic Medium"/>
              </a:rPr>
              <a:t> </a:t>
            </a:r>
            <a:r>
              <a:rPr sz="2200" spc="-5" dirty="0">
                <a:latin typeface="Franklin Gothic Medium"/>
                <a:cs typeface="Franklin Gothic Medium"/>
              </a:rPr>
              <a:t>assigns</a:t>
            </a:r>
            <a:r>
              <a:rPr sz="2200" spc="229" dirty="0">
                <a:latin typeface="Franklin Gothic Medium"/>
                <a:cs typeface="Franklin Gothic Medium"/>
              </a:rPr>
              <a:t> </a:t>
            </a:r>
            <a:r>
              <a:rPr sz="2200" spc="-5" dirty="0">
                <a:latin typeface="Franklin Gothic Medium"/>
                <a:cs typeface="Franklin Gothic Medium"/>
              </a:rPr>
              <a:t>the</a:t>
            </a:r>
            <a:r>
              <a:rPr sz="2200" spc="235" dirty="0">
                <a:latin typeface="Franklin Gothic Medium"/>
                <a:cs typeface="Franklin Gothic Medium"/>
              </a:rPr>
              <a:t> </a:t>
            </a:r>
            <a:r>
              <a:rPr sz="2200" spc="-10" dirty="0">
                <a:latin typeface="Franklin Gothic Medium"/>
                <a:cs typeface="Franklin Gothic Medium"/>
              </a:rPr>
              <a:t>value</a:t>
            </a:r>
            <a:r>
              <a:rPr sz="2200" spc="235" dirty="0">
                <a:latin typeface="Franklin Gothic Medium"/>
                <a:cs typeface="Franklin Gothic Medium"/>
              </a:rPr>
              <a:t> </a:t>
            </a:r>
            <a:r>
              <a:rPr sz="2200" spc="-15" dirty="0">
                <a:latin typeface="Franklin Gothic Medium"/>
                <a:cs typeface="Franklin Gothic Medium"/>
              </a:rPr>
              <a:t>10</a:t>
            </a:r>
            <a:r>
              <a:rPr sz="2200" spc="229" dirty="0">
                <a:latin typeface="Franklin Gothic Medium"/>
                <a:cs typeface="Franklin Gothic Medium"/>
              </a:rPr>
              <a:t> </a:t>
            </a:r>
            <a:r>
              <a:rPr sz="2200" spc="-25" dirty="0">
                <a:latin typeface="Franklin Gothic Medium"/>
                <a:cs typeface="Franklin Gothic Medium"/>
              </a:rPr>
              <a:t>to</a:t>
            </a:r>
            <a:r>
              <a:rPr sz="2200" spc="235" dirty="0">
                <a:latin typeface="Franklin Gothic Medium"/>
                <a:cs typeface="Franklin Gothic Medium"/>
              </a:rPr>
              <a:t> </a:t>
            </a:r>
            <a:r>
              <a:rPr sz="2200" spc="-5" dirty="0">
                <a:latin typeface="Franklin Gothic Medium"/>
                <a:cs typeface="Franklin Gothic Medium"/>
              </a:rPr>
              <a:t>x,</a:t>
            </a:r>
            <a:r>
              <a:rPr sz="2200" spc="229" dirty="0">
                <a:latin typeface="Franklin Gothic Medium"/>
                <a:cs typeface="Franklin Gothic Medium"/>
              </a:rPr>
              <a:t> </a:t>
            </a:r>
            <a:r>
              <a:rPr sz="2200" spc="-5" dirty="0">
                <a:latin typeface="Franklin Gothic Medium"/>
                <a:cs typeface="Franklin Gothic Medium"/>
              </a:rPr>
              <a:t>then</a:t>
            </a:r>
            <a:r>
              <a:rPr sz="2200" spc="245" dirty="0">
                <a:latin typeface="Franklin Gothic Medium"/>
                <a:cs typeface="Franklin Gothic Medium"/>
              </a:rPr>
              <a:t> </a:t>
            </a:r>
            <a:r>
              <a:rPr sz="2200" spc="-5" dirty="0">
                <a:latin typeface="Franklin Gothic Medium"/>
                <a:cs typeface="Franklin Gothic Medium"/>
              </a:rPr>
              <a:t>assigns</a:t>
            </a:r>
            <a:r>
              <a:rPr sz="2200" spc="220" dirty="0">
                <a:latin typeface="Franklin Gothic Medium"/>
                <a:cs typeface="Franklin Gothic Medium"/>
              </a:rPr>
              <a:t> </a:t>
            </a:r>
            <a:r>
              <a:rPr sz="2200" spc="-5" dirty="0">
                <a:latin typeface="Franklin Gothic Medium"/>
                <a:cs typeface="Franklin Gothic Medium"/>
              </a:rPr>
              <a:t>5</a:t>
            </a:r>
            <a:r>
              <a:rPr sz="2200" spc="225" dirty="0">
                <a:latin typeface="Franklin Gothic Medium"/>
                <a:cs typeface="Franklin Gothic Medium"/>
              </a:rPr>
              <a:t> </a:t>
            </a:r>
            <a:r>
              <a:rPr sz="2200" spc="-25" dirty="0">
                <a:latin typeface="Franklin Gothic Medium"/>
                <a:cs typeface="Franklin Gothic Medium"/>
              </a:rPr>
              <a:t>to</a:t>
            </a:r>
            <a:r>
              <a:rPr sz="2200" spc="250" dirty="0">
                <a:latin typeface="Franklin Gothic Medium"/>
                <a:cs typeface="Franklin Gothic Medium"/>
              </a:rPr>
              <a:t> </a:t>
            </a:r>
            <a:r>
              <a:rPr sz="2200" spc="-45" dirty="0">
                <a:latin typeface="Franklin Gothic Medium"/>
                <a:cs typeface="Franklin Gothic Medium"/>
              </a:rPr>
              <a:t>y,</a:t>
            </a:r>
            <a:r>
              <a:rPr sz="2200" spc="229" dirty="0">
                <a:latin typeface="Franklin Gothic Medium"/>
                <a:cs typeface="Franklin Gothic Medium"/>
              </a:rPr>
              <a:t> </a:t>
            </a:r>
            <a:r>
              <a:rPr sz="2200" spc="-5" dirty="0">
                <a:latin typeface="Franklin Gothic Medium"/>
                <a:cs typeface="Franklin Gothic Medium"/>
              </a:rPr>
              <a:t>and</a:t>
            </a:r>
            <a:r>
              <a:rPr sz="2200" spc="235" dirty="0">
                <a:latin typeface="Franklin Gothic Medium"/>
                <a:cs typeface="Franklin Gothic Medium"/>
              </a:rPr>
              <a:t> </a:t>
            </a:r>
            <a:r>
              <a:rPr sz="2200" spc="-5" dirty="0">
                <a:latin typeface="Franklin Gothic Medium"/>
                <a:cs typeface="Franklin Gothic Medium"/>
              </a:rPr>
              <a:t>finally</a:t>
            </a:r>
            <a:r>
              <a:rPr sz="2200" spc="240" dirty="0">
                <a:latin typeface="Franklin Gothic Medium"/>
                <a:cs typeface="Franklin Gothic Medium"/>
              </a:rPr>
              <a:t> </a:t>
            </a:r>
            <a:r>
              <a:rPr sz="2200" spc="-5" dirty="0">
                <a:latin typeface="Franklin Gothic Medium"/>
                <a:cs typeface="Franklin Gothic Medium"/>
              </a:rPr>
              <a:t>assigns</a:t>
            </a:r>
            <a:r>
              <a:rPr sz="2200" spc="235" dirty="0">
                <a:latin typeface="Franklin Gothic Medium"/>
                <a:cs typeface="Franklin Gothic Medium"/>
              </a:rPr>
              <a:t> </a:t>
            </a:r>
            <a:r>
              <a:rPr sz="2200" spc="-10" dirty="0">
                <a:latin typeface="Franklin Gothic Medium"/>
                <a:cs typeface="Franklin Gothic Medium"/>
              </a:rPr>
              <a:t>15</a:t>
            </a:r>
            <a:r>
              <a:rPr sz="2200" spc="240" dirty="0">
                <a:latin typeface="Franklin Gothic Medium"/>
                <a:cs typeface="Franklin Gothic Medium"/>
              </a:rPr>
              <a:t> </a:t>
            </a:r>
            <a:r>
              <a:rPr sz="2200" spc="-5" dirty="0">
                <a:latin typeface="Franklin Gothic Medium"/>
                <a:cs typeface="Franklin Gothic Medium"/>
              </a:rPr>
              <a:t>(i.e.</a:t>
            </a:r>
            <a:r>
              <a:rPr sz="2200" spc="229" dirty="0">
                <a:latin typeface="Franklin Gothic Medium"/>
                <a:cs typeface="Franklin Gothic Medium"/>
              </a:rPr>
              <a:t> </a:t>
            </a:r>
            <a:r>
              <a:rPr sz="2200" spc="-20" dirty="0">
                <a:latin typeface="Franklin Gothic Medium"/>
                <a:cs typeface="Franklin Gothic Medium"/>
              </a:rPr>
              <a:t>10</a:t>
            </a:r>
            <a:r>
              <a:rPr sz="2200" spc="235" dirty="0">
                <a:latin typeface="Franklin Gothic Medium"/>
                <a:cs typeface="Franklin Gothic Medium"/>
              </a:rPr>
              <a:t> </a:t>
            </a:r>
            <a:r>
              <a:rPr sz="2200" spc="-5" dirty="0">
                <a:latin typeface="Franklin Gothic Medium"/>
                <a:cs typeface="Franklin Gothic Medium"/>
              </a:rPr>
              <a:t>+</a:t>
            </a:r>
            <a:r>
              <a:rPr sz="2200" spc="240" dirty="0">
                <a:latin typeface="Franklin Gothic Medium"/>
                <a:cs typeface="Franklin Gothic Medium"/>
              </a:rPr>
              <a:t> </a:t>
            </a:r>
            <a:r>
              <a:rPr sz="2200" dirty="0">
                <a:latin typeface="Franklin Gothic Medium"/>
                <a:cs typeface="Franklin Gothic Medium"/>
              </a:rPr>
              <a:t>5)</a:t>
            </a:r>
            <a:r>
              <a:rPr sz="2200" spc="240" dirty="0">
                <a:latin typeface="Franklin Gothic Medium"/>
                <a:cs typeface="Franklin Gothic Medium"/>
              </a:rPr>
              <a:t> </a:t>
            </a:r>
            <a:r>
              <a:rPr sz="2200" spc="-45" dirty="0">
                <a:latin typeface="Franklin Gothic Medium"/>
                <a:cs typeface="Franklin Gothic Medium"/>
              </a:rPr>
              <a:t>to</a:t>
            </a:r>
            <a:endParaRPr sz="2200">
              <a:latin typeface="Franklin Gothic Medium"/>
              <a:cs typeface="Franklin Gothic Medium"/>
            </a:endParaRPr>
          </a:p>
          <a:p>
            <a:pPr marL="12700">
              <a:lnSpc>
                <a:spcPct val="100000"/>
              </a:lnSpc>
              <a:spcBef>
                <a:spcPts val="1320"/>
              </a:spcBef>
            </a:pPr>
            <a:r>
              <a:rPr sz="2200" spc="-10" dirty="0">
                <a:latin typeface="Franklin Gothic Medium"/>
                <a:cs typeface="Franklin Gothic Medium"/>
              </a:rPr>
              <a:t>value.</a:t>
            </a:r>
            <a:endParaRPr sz="2200">
              <a:latin typeface="Franklin Gothic Medium"/>
              <a:cs typeface="Franklin Gothic Medium"/>
            </a:endParaRPr>
          </a:p>
          <a:p>
            <a:pPr marL="12700" marR="5080">
              <a:lnSpc>
                <a:spcPct val="150000"/>
              </a:lnSpc>
            </a:pPr>
            <a:r>
              <a:rPr sz="2200" spc="-5" dirty="0">
                <a:latin typeface="Franklin Gothic Medium"/>
                <a:cs typeface="Franklin Gothic Medium"/>
              </a:rPr>
              <a:t>Since</a:t>
            </a:r>
            <a:r>
              <a:rPr sz="2200" spc="390" dirty="0">
                <a:latin typeface="Franklin Gothic Medium"/>
                <a:cs typeface="Franklin Gothic Medium"/>
              </a:rPr>
              <a:t> </a:t>
            </a:r>
            <a:r>
              <a:rPr sz="2200" spc="-5" dirty="0">
                <a:latin typeface="Franklin Gothic Medium"/>
                <a:cs typeface="Franklin Gothic Medium"/>
              </a:rPr>
              <a:t>comma</a:t>
            </a:r>
            <a:r>
              <a:rPr sz="2200" spc="395" dirty="0">
                <a:latin typeface="Franklin Gothic Medium"/>
                <a:cs typeface="Franklin Gothic Medium"/>
              </a:rPr>
              <a:t> </a:t>
            </a:r>
            <a:r>
              <a:rPr sz="2200" spc="-10" dirty="0">
                <a:latin typeface="Franklin Gothic Medium"/>
                <a:cs typeface="Franklin Gothic Medium"/>
              </a:rPr>
              <a:t>operator</a:t>
            </a:r>
            <a:r>
              <a:rPr sz="2200" spc="405" dirty="0">
                <a:latin typeface="Franklin Gothic Medium"/>
                <a:cs typeface="Franklin Gothic Medium"/>
              </a:rPr>
              <a:t> </a:t>
            </a:r>
            <a:r>
              <a:rPr sz="2200" spc="-10" dirty="0">
                <a:latin typeface="Franklin Gothic Medium"/>
                <a:cs typeface="Franklin Gothic Medium"/>
              </a:rPr>
              <a:t>has</a:t>
            </a:r>
            <a:r>
              <a:rPr sz="2200" spc="400" dirty="0">
                <a:latin typeface="Franklin Gothic Medium"/>
                <a:cs typeface="Franklin Gothic Medium"/>
              </a:rPr>
              <a:t> </a:t>
            </a:r>
            <a:r>
              <a:rPr sz="2200" spc="-10" dirty="0">
                <a:latin typeface="Franklin Gothic Medium"/>
                <a:cs typeface="Franklin Gothic Medium"/>
              </a:rPr>
              <a:t>the</a:t>
            </a:r>
            <a:r>
              <a:rPr sz="2200" spc="400" dirty="0">
                <a:latin typeface="Franklin Gothic Medium"/>
                <a:cs typeface="Franklin Gothic Medium"/>
              </a:rPr>
              <a:t> </a:t>
            </a:r>
            <a:r>
              <a:rPr sz="2200" spc="-15" dirty="0">
                <a:latin typeface="Franklin Gothic Medium"/>
                <a:cs typeface="Franklin Gothic Medium"/>
              </a:rPr>
              <a:t>lowest</a:t>
            </a:r>
            <a:r>
              <a:rPr sz="2200" spc="400" dirty="0">
                <a:latin typeface="Franklin Gothic Medium"/>
                <a:cs typeface="Franklin Gothic Medium"/>
              </a:rPr>
              <a:t> </a:t>
            </a:r>
            <a:r>
              <a:rPr sz="2200" spc="-5" dirty="0">
                <a:latin typeface="Franklin Gothic Medium"/>
                <a:cs typeface="Franklin Gothic Medium"/>
              </a:rPr>
              <a:t>precedence</a:t>
            </a:r>
            <a:r>
              <a:rPr sz="2200" spc="405" dirty="0">
                <a:latin typeface="Franklin Gothic Medium"/>
                <a:cs typeface="Franklin Gothic Medium"/>
              </a:rPr>
              <a:t> </a:t>
            </a:r>
            <a:r>
              <a:rPr sz="2200" spc="-5" dirty="0">
                <a:latin typeface="Franklin Gothic Medium"/>
                <a:cs typeface="Franklin Gothic Medium"/>
              </a:rPr>
              <a:t>of</a:t>
            </a:r>
            <a:r>
              <a:rPr sz="2200" spc="405" dirty="0">
                <a:latin typeface="Franklin Gothic Medium"/>
                <a:cs typeface="Franklin Gothic Medium"/>
              </a:rPr>
              <a:t> </a:t>
            </a:r>
            <a:r>
              <a:rPr sz="2200" spc="-5" dirty="0">
                <a:latin typeface="Franklin Gothic Medium"/>
                <a:cs typeface="Franklin Gothic Medium"/>
              </a:rPr>
              <a:t>all</a:t>
            </a:r>
            <a:r>
              <a:rPr sz="2200" spc="400" dirty="0">
                <a:latin typeface="Franklin Gothic Medium"/>
                <a:cs typeface="Franklin Gothic Medium"/>
              </a:rPr>
              <a:t> </a:t>
            </a:r>
            <a:r>
              <a:rPr sz="2200" spc="-5" dirty="0">
                <a:latin typeface="Franklin Gothic Medium"/>
                <a:cs typeface="Franklin Gothic Medium"/>
              </a:rPr>
              <a:t>operators,</a:t>
            </a:r>
            <a:r>
              <a:rPr sz="2200" spc="395" dirty="0">
                <a:latin typeface="Franklin Gothic Medium"/>
                <a:cs typeface="Franklin Gothic Medium"/>
              </a:rPr>
              <a:t> </a:t>
            </a:r>
            <a:r>
              <a:rPr sz="2200" spc="-10" dirty="0">
                <a:latin typeface="Franklin Gothic Medium"/>
                <a:cs typeface="Franklin Gothic Medium"/>
              </a:rPr>
              <a:t>the</a:t>
            </a:r>
            <a:r>
              <a:rPr sz="2200" spc="390" dirty="0">
                <a:latin typeface="Franklin Gothic Medium"/>
                <a:cs typeface="Franklin Gothic Medium"/>
              </a:rPr>
              <a:t> </a:t>
            </a:r>
            <a:r>
              <a:rPr sz="2200" spc="-5" dirty="0">
                <a:latin typeface="Franklin Gothic Medium"/>
                <a:cs typeface="Franklin Gothic Medium"/>
              </a:rPr>
              <a:t>parentheses</a:t>
            </a:r>
            <a:r>
              <a:rPr sz="2200" spc="409" dirty="0">
                <a:latin typeface="Franklin Gothic Medium"/>
                <a:cs typeface="Franklin Gothic Medium"/>
              </a:rPr>
              <a:t> </a:t>
            </a:r>
            <a:r>
              <a:rPr sz="2200" spc="-10" dirty="0">
                <a:latin typeface="Franklin Gothic Medium"/>
                <a:cs typeface="Franklin Gothic Medium"/>
              </a:rPr>
              <a:t>are </a:t>
            </a:r>
            <a:r>
              <a:rPr sz="2200" spc="-535" dirty="0">
                <a:latin typeface="Franklin Gothic Medium"/>
                <a:cs typeface="Franklin Gothic Medium"/>
              </a:rPr>
              <a:t> </a:t>
            </a:r>
            <a:r>
              <a:rPr sz="2200" spc="-5" dirty="0">
                <a:latin typeface="Franklin Gothic Medium"/>
                <a:cs typeface="Franklin Gothic Medium"/>
              </a:rPr>
              <a:t>necessary.</a:t>
            </a:r>
            <a:endParaRPr sz="2200">
              <a:latin typeface="Franklin Gothic Medium"/>
              <a:cs typeface="Franklin Gothic Medium"/>
            </a:endParaRPr>
          </a:p>
        </p:txBody>
      </p:sp>
      <p:sp>
        <p:nvSpPr>
          <p:cNvPr id="3" name="object 3"/>
          <p:cNvSpPr txBox="1">
            <a:spLocks noGrp="1"/>
          </p:cNvSpPr>
          <p:nvPr>
            <p:ph type="title"/>
          </p:nvPr>
        </p:nvSpPr>
        <p:spPr>
          <a:xfrm>
            <a:off x="324713" y="167385"/>
            <a:ext cx="2717165" cy="391160"/>
          </a:xfrm>
          <a:prstGeom prst="rect">
            <a:avLst/>
          </a:prstGeom>
        </p:spPr>
        <p:txBody>
          <a:bodyPr vert="horz" wrap="square" lIns="0" tIns="12700" rIns="0" bIns="0" rtlCol="0">
            <a:spAutoFit/>
          </a:bodyPr>
          <a:lstStyle/>
          <a:p>
            <a:pPr marL="12700">
              <a:lnSpc>
                <a:spcPct val="100000"/>
              </a:lnSpc>
              <a:spcBef>
                <a:spcPts val="100"/>
              </a:spcBef>
              <a:tabLst>
                <a:tab pos="418465" algn="l"/>
              </a:tabLst>
            </a:pPr>
            <a:r>
              <a:rPr sz="2400" dirty="0"/>
              <a:t>8.	Special</a:t>
            </a:r>
            <a:r>
              <a:rPr sz="2400" spc="-75" dirty="0"/>
              <a:t> </a:t>
            </a:r>
            <a:r>
              <a:rPr sz="2400" dirty="0"/>
              <a:t>operators</a:t>
            </a:r>
            <a:endParaRPr sz="2400"/>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5376</TotalTime>
  <Words>8952</Words>
  <Application>Microsoft Office PowerPoint</Application>
  <PresentationFormat>Widescreen</PresentationFormat>
  <Paragraphs>1915</Paragraphs>
  <Slides>138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138</vt:i4>
      </vt:variant>
    </vt:vector>
  </HeadingPairs>
  <TitlesOfParts>
    <vt:vector size="148" baseType="lpstr">
      <vt:lpstr>Arial</vt:lpstr>
      <vt:lpstr>Arial MT</vt:lpstr>
      <vt:lpstr>Calibri</vt:lpstr>
      <vt:lpstr>Consolas</vt:lpstr>
      <vt:lpstr>Courier New</vt:lpstr>
      <vt:lpstr>Franklin Gothic Medium</vt:lpstr>
      <vt:lpstr>Tahoma</vt:lpstr>
      <vt:lpstr>Times New Roman</vt:lpstr>
      <vt:lpstr>Tw Cen MT</vt:lpstr>
      <vt:lpstr>Droplet</vt:lpstr>
      <vt:lpstr>PowerPoint Presentation</vt:lpstr>
      <vt:lpstr>C Programming</vt:lpstr>
      <vt:lpstr>Introduction to C Programming</vt:lpstr>
      <vt:lpstr>Introduction to C Programming</vt:lpstr>
      <vt:lpstr>C Programming</vt:lpstr>
      <vt:lpstr>Algorithm</vt:lpstr>
      <vt:lpstr>Features of the Algorithm</vt:lpstr>
      <vt:lpstr>PowerPoint Presentation</vt:lpstr>
      <vt:lpstr>PowerPoint Presentation</vt:lpstr>
      <vt:lpstr>Flowcharts</vt:lpstr>
      <vt:lpstr>Flow Chart Symbols</vt:lpstr>
      <vt:lpstr>PowerPoint Presentation</vt:lpstr>
      <vt:lpstr>Examples</vt:lpstr>
      <vt:lpstr>C Programming</vt:lpstr>
      <vt:lpstr>C Programming</vt:lpstr>
      <vt:lpstr>C Programming</vt:lpstr>
      <vt:lpstr>C Programming</vt:lpstr>
      <vt:lpstr>PowerPoint Presentation</vt:lpstr>
      <vt:lpstr>Basic Structure of C Programming</vt:lpstr>
      <vt:lpstr>Basic Structure of C Programming</vt:lpstr>
      <vt:lpstr>Execution of a C Program</vt:lpstr>
      <vt:lpstr>Executing a C Programming</vt:lpstr>
      <vt:lpstr>Executing a C Programming</vt:lpstr>
      <vt:lpstr>Executing a C Programming</vt:lpstr>
      <vt:lpstr>PowerPoint Presentation</vt:lpstr>
      <vt:lpstr>Compiler</vt:lpstr>
      <vt:lpstr>Steps to execute a program</vt:lpstr>
      <vt:lpstr>Program</vt:lpstr>
      <vt:lpstr>First C Program</vt:lpstr>
      <vt:lpstr>C Program examples</vt:lpstr>
      <vt:lpstr>C Programming</vt:lpstr>
      <vt:lpstr>C Programming</vt:lpstr>
      <vt:lpstr>C Programming</vt:lpstr>
      <vt:lpstr>C Programming</vt:lpstr>
      <vt:lpstr>C Programming</vt:lpstr>
      <vt:lpstr>C Input and Output Functions</vt:lpstr>
      <vt:lpstr>C Input and Output Functions</vt:lpstr>
      <vt:lpstr>C Programming</vt:lpstr>
      <vt:lpstr>C Programming</vt:lpstr>
      <vt:lpstr>C Input and Output Functions</vt:lpstr>
      <vt:lpstr>scanf() - Input function</vt:lpstr>
      <vt:lpstr>More Examples</vt:lpstr>
      <vt:lpstr>C Input and Output Functions</vt:lpstr>
      <vt:lpstr>C Input and Output Functions</vt:lpstr>
      <vt:lpstr>C Input and Output Functions</vt:lpstr>
      <vt:lpstr>C Input and Output Functions</vt:lpstr>
      <vt:lpstr>C Character set</vt:lpstr>
      <vt:lpstr>C Language</vt:lpstr>
      <vt:lpstr>C Character set</vt:lpstr>
      <vt:lpstr>PowerPoint Presentation</vt:lpstr>
      <vt:lpstr>C Tokens</vt:lpstr>
      <vt:lpstr>C Tokens</vt:lpstr>
      <vt:lpstr>C Tokens</vt:lpstr>
      <vt:lpstr>C Tokens</vt:lpstr>
      <vt:lpstr>C Tokens</vt:lpstr>
      <vt:lpstr>C Tokens</vt:lpstr>
      <vt:lpstr>C Tokens</vt:lpstr>
      <vt:lpstr>C Tokens</vt:lpstr>
      <vt:lpstr>C Tokens</vt:lpstr>
      <vt:lpstr>C Tokens</vt:lpstr>
      <vt:lpstr>C Tokens</vt:lpstr>
      <vt:lpstr>C Tokens</vt:lpstr>
      <vt:lpstr>C Tokens</vt:lpstr>
      <vt:lpstr>C Tokens</vt:lpstr>
      <vt:lpstr>C Tokens</vt:lpstr>
      <vt:lpstr>PowerPoint Presentation</vt:lpstr>
      <vt:lpstr>3. Character constant</vt:lpstr>
      <vt:lpstr>3. Character constant</vt:lpstr>
      <vt:lpstr>C Tokens</vt:lpstr>
      <vt:lpstr>Variable</vt:lpstr>
      <vt:lpstr>Variable</vt:lpstr>
      <vt:lpstr>Variable</vt:lpstr>
      <vt:lpstr>Variable</vt:lpstr>
      <vt:lpstr>Variable</vt:lpstr>
      <vt:lpstr>Variable</vt:lpstr>
      <vt:lpstr>Data Types</vt:lpstr>
      <vt:lpstr>Data Types</vt:lpstr>
      <vt:lpstr>Data Types</vt:lpstr>
      <vt:lpstr>Data Types - Primary (Fundamental) Datatype</vt:lpstr>
      <vt:lpstr>Data Types - Primary (Fundamental) Datatype</vt:lpstr>
      <vt:lpstr>PowerPoint Presentation</vt:lpstr>
      <vt:lpstr>PowerPoint Presentation</vt:lpstr>
      <vt:lpstr>Managing I/O operations</vt:lpstr>
      <vt:lpstr>Managing I/O operations</vt:lpstr>
      <vt:lpstr>Managing I/O operations</vt:lpstr>
      <vt:lpstr>Managing I/O operations</vt:lpstr>
      <vt:lpstr>Managing I/O operations</vt:lpstr>
      <vt:lpstr>Managing I/O operations</vt:lpstr>
      <vt:lpstr>PowerPoint Presentation</vt:lpstr>
      <vt:lpstr>Managing I/O operations</vt:lpstr>
      <vt:lpstr>Managing I/O operations</vt:lpstr>
      <vt:lpstr>Managing I/O operations</vt:lpstr>
      <vt:lpstr>Managing I/O operations</vt:lpstr>
      <vt:lpstr>Managing I/O operations</vt:lpstr>
      <vt:lpstr>Managing I/O operations</vt:lpstr>
      <vt:lpstr>Managing I/O operations</vt:lpstr>
      <vt:lpstr>Managing I/O operations</vt:lpstr>
      <vt:lpstr>#Iclude&lt;stdio.h&gt;  void main() {</vt:lpstr>
      <vt:lpstr>Operators and expressions</vt:lpstr>
      <vt:lpstr>Operators and expressions</vt:lpstr>
      <vt:lpstr>Types of operators</vt:lpstr>
      <vt:lpstr>1. Arithmetic operators</vt:lpstr>
      <vt:lpstr>1. Arithmetic operators</vt:lpstr>
      <vt:lpstr>1. Arithmetic operators</vt:lpstr>
      <vt:lpstr>1. Arithmetic operators</vt:lpstr>
      <vt:lpstr>1. Arithmetic operators</vt:lpstr>
      <vt:lpstr>2. Relational operators</vt:lpstr>
      <vt:lpstr>2. Relational operators</vt:lpstr>
      <vt:lpstr>3. Logical operators</vt:lpstr>
      <vt:lpstr>3. Logical operators</vt:lpstr>
      <vt:lpstr>3. Logical operators</vt:lpstr>
      <vt:lpstr>3. Logical operators</vt:lpstr>
      <vt:lpstr>3. Logical operators</vt:lpstr>
      <vt:lpstr>3. Logical operators</vt:lpstr>
      <vt:lpstr>3. Logical operators</vt:lpstr>
      <vt:lpstr>3. Logical operators</vt:lpstr>
      <vt:lpstr>3. Logical operators</vt:lpstr>
      <vt:lpstr>4. Assignment operator</vt:lpstr>
      <vt:lpstr>5. Increment and decrement operators</vt:lpstr>
      <vt:lpstr>5. Increment and decrement operators</vt:lpstr>
      <vt:lpstr>5. Increment and decrement operators</vt:lpstr>
      <vt:lpstr>5. Increment and decrement operators</vt:lpstr>
      <vt:lpstr>5. Increment and decrement operators</vt:lpstr>
      <vt:lpstr>5. Increment and decrement operators</vt:lpstr>
      <vt:lpstr>5. Increment and decrement operators</vt:lpstr>
      <vt:lpstr>6. Conditional operator</vt:lpstr>
      <vt:lpstr>6. Conditional operator</vt:lpstr>
      <vt:lpstr>6. Conditional operator</vt:lpstr>
      <vt:lpstr>6. Conditional operator</vt:lpstr>
      <vt:lpstr>6. Conditional operator</vt:lpstr>
      <vt:lpstr>7. Bitwise operators</vt:lpstr>
      <vt:lpstr>7. Bitwise operators</vt:lpstr>
      <vt:lpstr>7. Bitwise operators</vt:lpstr>
      <vt:lpstr>7. Bitwise operators</vt:lpstr>
      <vt:lpstr>7. Bitwise operators</vt:lpstr>
      <vt:lpstr>7. Bitwise operators</vt:lpstr>
      <vt:lpstr>7. Bitwise operators</vt:lpstr>
      <vt:lpstr>8. Special operators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vani</dc:creator>
  <cp:lastModifiedBy>Vinay S</cp:lastModifiedBy>
  <cp:revision>18</cp:revision>
  <dcterms:created xsi:type="dcterms:W3CDTF">2022-11-22T03:27:33Z</dcterms:created>
  <dcterms:modified xsi:type="dcterms:W3CDTF">2025-08-06T08:12:08Z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2022-01-19T00:00:00Z</vt:filetime>
  </property>
  <property fmtid="{D5CDD505-2E9C-101B-9397-08002B2CF9AE}" pid="3" name="Creator">
    <vt:lpwstr>Microsoft® PowerPoint® for Microsoft 365</vt:lpwstr>
  </property>
  <property fmtid="{D5CDD505-2E9C-101B-9397-08002B2CF9AE}" pid="4" name="LastSaved">
    <vt:filetime>2022-11-22T00:00:00Z</vt:filetime>
  </property>
</Properties>
</file>